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68cf9a4a624c8d" /><Relationship Type="http://schemas.openxmlformats.org/officeDocument/2006/relationships/extended-properties" Target="/docProps/app.xml" Id="R51b6e7d0b4db4aa5" /><Relationship Type="http://schemas.openxmlformats.org/officeDocument/2006/relationships/officeDocument" Target="/ppt/presentation.xml" Id="Rf3093c06e0bb40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df640ea12e45af"/>
  </p:sldMasterIdLst>
  <p:notesMasterIdLst>
    <p:notesMasterId xmlns:r="http://schemas.openxmlformats.org/officeDocument/2006/relationships" r:id="R2ab629552b73418c"/>
  </p:notesMasterIdLst>
  <p:sldIdLst>
    <p:sldId xmlns:r="http://schemas.openxmlformats.org/officeDocument/2006/relationships" id="256" r:id="Rd2fca64957ef4ed4"/>
    <p:sldId xmlns:r="http://schemas.openxmlformats.org/officeDocument/2006/relationships" id="257" r:id="R31b0baf7c90c441c"/>
    <p:sldId xmlns:r="http://schemas.openxmlformats.org/officeDocument/2006/relationships" id="258" r:id="R48b06026b2f24043"/>
    <p:sldId xmlns:r="http://schemas.openxmlformats.org/officeDocument/2006/relationships" id="259" r:id="R198b0199f51e494f"/>
    <p:sldId xmlns:r="http://schemas.openxmlformats.org/officeDocument/2006/relationships" id="260" r:id="Rc9e519e26ba84d2f"/>
    <p:sldId xmlns:r="http://schemas.openxmlformats.org/officeDocument/2006/relationships" id="261" r:id="Rc9e3d89c357e49fe"/>
    <p:sldId xmlns:r="http://schemas.openxmlformats.org/officeDocument/2006/relationships" id="262" r:id="R5ddf82701d644833"/>
    <p:sldId xmlns:r="http://schemas.openxmlformats.org/officeDocument/2006/relationships" id="263" r:id="Ra33c23ebea5e49a3"/>
    <p:sldId xmlns:r="http://schemas.openxmlformats.org/officeDocument/2006/relationships" id="264" r:id="Re4db8f739f19477a"/>
    <p:sldId xmlns:r="http://schemas.openxmlformats.org/officeDocument/2006/relationships" id="265" r:id="Rbadf211e37bb481b"/>
    <p:sldId xmlns:r="http://schemas.openxmlformats.org/officeDocument/2006/relationships" id="266" r:id="R03cc2b98b3d74d6e"/>
    <p:sldId xmlns:r="http://schemas.openxmlformats.org/officeDocument/2006/relationships" id="267" r:id="Rf2b6978393d64ccd"/>
    <p:sldId xmlns:r="http://schemas.openxmlformats.org/officeDocument/2006/relationships" id="268" r:id="R32dff2438a304185"/>
    <p:sldId xmlns:r="http://schemas.openxmlformats.org/officeDocument/2006/relationships" id="269" r:id="Ra7fad2853b6e46ed"/>
    <p:sldId xmlns:r="http://schemas.openxmlformats.org/officeDocument/2006/relationships" id="270" r:id="Rb2c832c751ae426e"/>
    <p:sldId xmlns:r="http://schemas.openxmlformats.org/officeDocument/2006/relationships" id="271" r:id="R23f98b1f353f4763"/>
    <p:sldId xmlns:r="http://schemas.openxmlformats.org/officeDocument/2006/relationships" id="272" r:id="R9a2172d49c6146d8"/>
    <p:sldId xmlns:r="http://schemas.openxmlformats.org/officeDocument/2006/relationships" id="273" r:id="R84028c8be1634b59"/>
    <p:sldId xmlns:r="http://schemas.openxmlformats.org/officeDocument/2006/relationships" id="274" r:id="R5c0ed2a0cdc74e5c"/>
    <p:sldId xmlns:r="http://schemas.openxmlformats.org/officeDocument/2006/relationships" id="275" r:id="R4e813f9d6cb14243"/>
    <p:sldId xmlns:r="http://schemas.openxmlformats.org/officeDocument/2006/relationships" id="276" r:id="R9431559fd8c34ce9"/>
    <p:sldId xmlns:r="http://schemas.openxmlformats.org/officeDocument/2006/relationships" id="277" r:id="R4d5763aa6c894722"/>
    <p:sldId xmlns:r="http://schemas.openxmlformats.org/officeDocument/2006/relationships" id="278" r:id="Rff54d8e0f6464dd4"/>
    <p:sldId xmlns:r="http://schemas.openxmlformats.org/officeDocument/2006/relationships" id="279" r:id="Rffee95e1252b4e76"/>
    <p:sldId xmlns:r="http://schemas.openxmlformats.org/officeDocument/2006/relationships" id="280" r:id="R948ea34fe88d4e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0a3b3fcdc649ab" /><Relationship Type="http://schemas.openxmlformats.org/officeDocument/2006/relationships/slideMaster" Target="/ppt/slideMasters/slideMaster1.xml" Id="R37df640ea12e45af" /><Relationship Type="http://schemas.openxmlformats.org/officeDocument/2006/relationships/notesMaster" Target="/ppt/notesMasters/notesMaster1.xml" Id="R2ab629552b73418c" /><Relationship Type="http://schemas.openxmlformats.org/officeDocument/2006/relationships/presProps" Target="/ppt/presProps.xml" Id="R5447134d206a480e" /><Relationship Type="http://schemas.openxmlformats.org/officeDocument/2006/relationships/tableStyles" Target="/ppt/tableStyles.xml" Id="Ra65d23d5db81470d" /><Relationship Type="http://schemas.openxmlformats.org/officeDocument/2006/relationships/slide" Target="/ppt/slides/slide1.xml" Id="Rd2fca64957ef4ed4" /><Relationship Type="http://schemas.openxmlformats.org/officeDocument/2006/relationships/slide" Target="/ppt/slides/slide2.xml" Id="R31b0baf7c90c441c" /><Relationship Type="http://schemas.openxmlformats.org/officeDocument/2006/relationships/slide" Target="/ppt/slides/slide3.xml" Id="R48b06026b2f24043" /><Relationship Type="http://schemas.openxmlformats.org/officeDocument/2006/relationships/slide" Target="/ppt/slides/slide4.xml" Id="R198b0199f51e494f" /><Relationship Type="http://schemas.openxmlformats.org/officeDocument/2006/relationships/slide" Target="/ppt/slides/slide5.xml" Id="Rc9e519e26ba84d2f" /><Relationship Type="http://schemas.openxmlformats.org/officeDocument/2006/relationships/slide" Target="/ppt/slides/slide6.xml" Id="Rc9e3d89c357e49fe" /><Relationship Type="http://schemas.openxmlformats.org/officeDocument/2006/relationships/slide" Target="/ppt/slides/slide7.xml" Id="R5ddf82701d644833" /><Relationship Type="http://schemas.openxmlformats.org/officeDocument/2006/relationships/slide" Target="/ppt/slides/slide8.xml" Id="Ra33c23ebea5e49a3" /><Relationship Type="http://schemas.openxmlformats.org/officeDocument/2006/relationships/slide" Target="/ppt/slides/slide9.xml" Id="Re4db8f739f19477a" /><Relationship Type="http://schemas.openxmlformats.org/officeDocument/2006/relationships/slide" Target="/ppt/slides/slide10.xml" Id="Rbadf211e37bb481b" /><Relationship Type="http://schemas.openxmlformats.org/officeDocument/2006/relationships/slide" Target="/ppt/slides/slide11.xml" Id="R03cc2b98b3d74d6e" /><Relationship Type="http://schemas.openxmlformats.org/officeDocument/2006/relationships/slide" Target="/ppt/slides/slide12.xml" Id="Rf2b6978393d64ccd" /><Relationship Type="http://schemas.openxmlformats.org/officeDocument/2006/relationships/slide" Target="/ppt/slides/slide13.xml" Id="R32dff2438a304185" /><Relationship Type="http://schemas.openxmlformats.org/officeDocument/2006/relationships/slide" Target="/ppt/slides/slide14.xml" Id="Ra7fad2853b6e46ed" /><Relationship Type="http://schemas.openxmlformats.org/officeDocument/2006/relationships/slide" Target="/ppt/slides/slide15.xml" Id="Rb2c832c751ae426e" /><Relationship Type="http://schemas.openxmlformats.org/officeDocument/2006/relationships/slide" Target="/ppt/slides/slide16.xml" Id="R23f98b1f353f4763" /><Relationship Type="http://schemas.openxmlformats.org/officeDocument/2006/relationships/slide" Target="/ppt/slides/slide17.xml" Id="R9a2172d49c6146d8" /><Relationship Type="http://schemas.openxmlformats.org/officeDocument/2006/relationships/slide" Target="/ppt/slides/slide18.xml" Id="R84028c8be1634b59" /><Relationship Type="http://schemas.openxmlformats.org/officeDocument/2006/relationships/slide" Target="/ppt/slides/slide19.xml" Id="R5c0ed2a0cdc74e5c" /><Relationship Type="http://schemas.openxmlformats.org/officeDocument/2006/relationships/slide" Target="/ppt/slides/slide20.xml" Id="R4e813f9d6cb14243" /><Relationship Type="http://schemas.openxmlformats.org/officeDocument/2006/relationships/slide" Target="/ppt/slides/slide21.xml" Id="R9431559fd8c34ce9" /><Relationship Type="http://schemas.openxmlformats.org/officeDocument/2006/relationships/slide" Target="/ppt/slides/slide22.xml" Id="R4d5763aa6c894722" /><Relationship Type="http://schemas.openxmlformats.org/officeDocument/2006/relationships/slide" Target="/ppt/slides/slide23.xml" Id="Rff54d8e0f6464dd4" /><Relationship Type="http://schemas.openxmlformats.org/officeDocument/2006/relationships/slide" Target="/ppt/slides/slide24.xml" Id="Rffee95e1252b4e76" /><Relationship Type="http://schemas.openxmlformats.org/officeDocument/2006/relationships/slide" Target="/ppt/slides/slide25.xml" Id="R948ea34fe88d4e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024c74335646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65837002fa49f7" /><Relationship Type="http://schemas.openxmlformats.org/officeDocument/2006/relationships/notesMaster" Target="/ppt/notesMasters/notesMaster1.xml" Id="R8764dc944a4f4d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06ec78a6a04893" /><Relationship Type="http://schemas.openxmlformats.org/officeDocument/2006/relationships/notesMaster" Target="/ppt/notesMasters/notesMaster1.xml" Id="R8598b0e86a7645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ff02c177184e66" /><Relationship Type="http://schemas.openxmlformats.org/officeDocument/2006/relationships/notesMaster" Target="/ppt/notesMasters/notesMaster1.xml" Id="R924e41582c9144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d0d34beeae47ac" /><Relationship Type="http://schemas.openxmlformats.org/officeDocument/2006/relationships/notesMaster" Target="/ppt/notesMasters/notesMaster1.xml" Id="R49fbc97925284e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a16b32a50d49b6" /><Relationship Type="http://schemas.openxmlformats.org/officeDocument/2006/relationships/notesMaster" Target="/ppt/notesMasters/notesMaster1.xml" Id="Rb0e3532f85944d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0e100a24954c6c" /><Relationship Type="http://schemas.openxmlformats.org/officeDocument/2006/relationships/notesMaster" Target="/ppt/notesMasters/notesMaster1.xml" Id="R5a24009b94674c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3ec090c1754201" /><Relationship Type="http://schemas.openxmlformats.org/officeDocument/2006/relationships/notesMaster" Target="/ppt/notesMasters/notesMaster1.xml" Id="Rb9054eb2f1ac47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9653b1018048e0" /><Relationship Type="http://schemas.openxmlformats.org/officeDocument/2006/relationships/notesMaster" Target="/ppt/notesMasters/notesMaster1.xml" Id="R2b30b469308b42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bd46801fc7495b" /><Relationship Type="http://schemas.openxmlformats.org/officeDocument/2006/relationships/notesMaster" Target="/ppt/notesMasters/notesMaster1.xml" Id="Rc9976a342c014b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8551674f24412c" /><Relationship Type="http://schemas.openxmlformats.org/officeDocument/2006/relationships/notesMaster" Target="/ppt/notesMasters/notesMaster1.xml" Id="R53569b4620b342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fb7ef4c531f475a" /><Relationship Type="http://schemas.openxmlformats.org/officeDocument/2006/relationships/notesMaster" Target="/ppt/notesMasters/notesMaster1.xml" Id="R5ff7f50946ba40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54301832d849eb" /><Relationship Type="http://schemas.openxmlformats.org/officeDocument/2006/relationships/notesMaster" Target="/ppt/notesMasters/notesMaster1.xml" Id="Rce5ba0c63d1345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a045537cdd4487" /><Relationship Type="http://schemas.openxmlformats.org/officeDocument/2006/relationships/notesMaster" Target="/ppt/notesMasters/notesMaster1.xml" Id="R104d313a670343f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41ed545b7a44d9" /><Relationship Type="http://schemas.openxmlformats.org/officeDocument/2006/relationships/notesMaster" Target="/ppt/notesMasters/notesMaster1.xml" Id="R2ed520189fa84b3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931dc10907642f3" /><Relationship Type="http://schemas.openxmlformats.org/officeDocument/2006/relationships/notesMaster" Target="/ppt/notesMasters/notesMaster1.xml" Id="R5397ca09340e4b9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11f1a8a2baa42a3" /><Relationship Type="http://schemas.openxmlformats.org/officeDocument/2006/relationships/notesMaster" Target="/ppt/notesMasters/notesMaster1.xml" Id="R5eb6c77ba76f42f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30343b64c6b49fa" /><Relationship Type="http://schemas.openxmlformats.org/officeDocument/2006/relationships/notesMaster" Target="/ppt/notesMasters/notesMaster1.xml" Id="R247537f7076846e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da1a6932e3a40ab" /><Relationship Type="http://schemas.openxmlformats.org/officeDocument/2006/relationships/notesMaster" Target="/ppt/notesMasters/notesMaster1.xml" Id="Rd9fc0a4a75da47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1083c7c1e934004" /><Relationship Type="http://schemas.openxmlformats.org/officeDocument/2006/relationships/notesMaster" Target="/ppt/notesMasters/notesMaster1.xml" Id="Rbd54114f087041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6bccf7ff44248b8" /><Relationship Type="http://schemas.openxmlformats.org/officeDocument/2006/relationships/notesMaster" Target="/ppt/notesMasters/notesMaster1.xml" Id="R39030ae0d0774e3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3ac55b516004203" /><Relationship Type="http://schemas.openxmlformats.org/officeDocument/2006/relationships/notesMaster" Target="/ppt/notesMasters/notesMaster1.xml" Id="R739b5d07bba140c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c9974bb92e24df5" /><Relationship Type="http://schemas.openxmlformats.org/officeDocument/2006/relationships/notesMaster" Target="/ppt/notesMasters/notesMaster1.xml" Id="R52baade1f539467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6c0909459424ce4" /><Relationship Type="http://schemas.openxmlformats.org/officeDocument/2006/relationships/notesMaster" Target="/ppt/notesMasters/notesMaster1.xml" Id="R6509396603f34c0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250d2b8bff0426b" /><Relationship Type="http://schemas.openxmlformats.org/officeDocument/2006/relationships/notesMaster" Target="/ppt/notesMasters/notesMaster1.xml" Id="R2e6e893950d64fa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8c564d172e34aae" /><Relationship Type="http://schemas.openxmlformats.org/officeDocument/2006/relationships/notesMaster" Target="/ppt/notesMasters/notesMaster1.xml" Id="R5041cda5a3734f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 기준: https://hyeonwoona0861.github.io/study/speech-and-audio-recognition/midterm-review/ ; Lecture 6–7 source separation은 제외한다.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총정리의 전체 흐름: https://hyeonwoona0861.github.io/study/speech-and-audio-recognition/midterm-review/#전체-흐름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https://hyeonwoona0861.github.io/assets/pdfs/study/speech-and-audio-recognition/speech-audio-lecture-02.pdf#page=5 ; 캡처: https://hyeonwoona0861.github.io/assets/images/study/speech-and-audio-recognition/source-captures/speech-02-p05.png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https://hyeonwoona0861.github.io/assets/pdfs/study/speech-and-audio-recognition/speech-audio-lecture-02.pdf#page=37 ; 캡처: https://hyeonwoona0861.github.io/assets/images/study/speech-and-audio-recognition/source-captures/speech-02-p37.png</a:t>
            </a:r>
          </a:p>
          <a:p xmlns:a="http://schemas.openxmlformats.org/drawingml/2006/main">
            <a:r>
              <a:t>수식 검산: x_f[n]=exp(j2πfn/fs)일 때 어떤 정수 k에 대해 x_(f+kfs)[n]=x_f[n]이다. 복소 basis에서 5 kHz는 -3 kHz와 같은 표본이고, 실수 cosine의 짝수 대칭 때문에 zero-phase 3 kHz cosine과도 같다. 따라서 Fourier analysis는 겹침을 드러내지만 표본화 이후에 원래 성분을 재생성하지 못한다. 방지는 표본화 전 anti-alias low-pass filter와 필요 대역보다 충분히 높은 sampling rate로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https://hyeonwoona0861.github.io/assets/pdfs/study/speech-and-audio-recognition/speech-audio-lecture-02.pdf#page=26 ; 캡처: https://hyeonwoona0861.github.io/assets/images/study/speech-and-audio-recognition/source-captures/speech-02-p26.png</a:t>
            </a:r>
          </a:p>
          <a:p xmlns:a="http://schemas.openxmlformats.org/drawingml/2006/main">
            <a:r>
              <a:t>이산 시간에서 exp(j2π(k+qN)n/N)=exp(j2πkn/N)이므로 basis index는 modulo N로 같아진다. DFT bin의 직교성은 0,…,N-1의 서로 다른 나머지 class에 대해 성립한다. 이 직교성은 관측된 표본 안의 성분을 분리하지만, aliasing으로 같은 class에 접힌 원래 아날로그 주파수까지 구별하지는 못한다.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https://hyeonwoona0861.github.io/assets/pdfs/study/speech-and-audio-recognition/speech-audio-lecture-02.pdf#page=29 ; 캡처: https://hyeonwoona0861.github.io/assets/images/study/speech-and-audio-recognition/source-captures/speech-02-p29.png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https://hyeonwoona0861.github.io/assets/pdfs/study/speech-and-audio-recognition/speech-audio-lecture-02.pdf#page=32 ; 캡처: https://hyeonwoona0861.github.io/assets/images/study/speech-and-audio-recognition/source-captures/speech-02-p32.png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https://hyeonwoona0861.github.io/assets/pdfs/study/speech-and-audio-recognition/speech-audio-lecture-02-2.pdf#page=9 ; 캡처: https://hyeonwoona0861.github.io/assets/images/study/speech-and-audio-recognition/source-captures/speech-02-2-p09.png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https://hyeonwoona0861.github.io/assets/pdfs/study/speech-and-audio-recognition/speech-audio-lecture-02-2.pdf#page=14 ; 캡처: https://hyeonwoona0861.github.io/assets/images/study/speech-and-audio-recognition/source-captures/speech-02-2-p14.png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https://hyeonwoona0861.github.io/assets/pdfs/study/speech-and-audio-recognition/speech-audio-lecture-02-2.pdf#page=17 ; 캡처: https://hyeonwoona0861.github.io/assets/images/study/speech-and-audio-recognition/source-captures/speech-02-2-p17.png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https://hyeonwoona0861.github.io/study/speech-and-audio-recognition/midterm-review/#31-wer는-정답-길이로-정규화한-편집-거리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https://hyeonwoona0861.github.io/assets/pdfs/study/speech-and-audio-recognition/speech-audio-lecture-03.pdf#page=47 ; 캡처: https://hyeonwoona0861.github.io/assets/images/study/speech-and-audio-recognition/source-captures/speech-03-p47.png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https://hyeonwoona0861.github.io/study/speech-and-audio-recognition/midterm-review/#32-음향-frame과-문자-수는-같지-않다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https://hyeonwoona0861.github.io/assets/pdfs/study/speech-and-audio-recognition/speech-audio-lecture-03.pdf#page=33 ; 캡처: https://hyeonwoona0861.github.io/assets/images/study/speech-and-audio-recognition/source-captures/speech-03-p33.png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https://hyeonwoona0861.github.io/assets/pdfs/study/speech-and-audio-recognition/speech-audio-lecture-03.pdf#page=35 ; 캡처: https://hyeonwoona0861.github.io/assets/images/study/speech-and-audio-recognition/source-captures/speech-03-p35.png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https://hyeonwoona0861.github.io/assets/pdfs/study/speech-and-audio-recognition/speech-audio-lecture-03.pdf#page=40 ; 캡처: https://hyeonwoona0861.github.io/assets/images/study/speech-and-audio-recognition/source-captures/speech-03-p40.png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총정리: https://hyeonwoona0861.github.io/study/speech-and-audio-recognition/midterm-review/#44-deep-speech-2와-conformer를-구조-역할로-비교한다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https://hyeonwoona0861.github.io/assets/pdfs/study/speech-and-audio-recognition/speech-audio-lecture-03.pdf#page=44 ; 캡처: https://hyeonwoona0861.github.io/assets/images/study/speech-and-audio-recognition/source-captures/speech-03-p44.png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https://hyeonwoona0861.github.io/assets/pdfs/study/speech-and-audio-recognition/speech-audio-lecture-04.pdf#page=15 ; 캡처: https://hyeonwoona0861.github.io/assets/images/study/speech-and-audio-recognition/source-captures/speech-04-p15.png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https://hyeonwoona0861.github.io/assets/pdfs/study/speech-and-audio-recognition/speech-audio-lecture-04.pdf#page=37 ; 캡처: https://hyeonwoona0861.github.io/assets/images/study/speech-and-audio-recognition/source-captures/speech-04-p37.png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https://hyeonwoona0861.github.io/assets/pdfs/study/speech-and-audio-recognition/speech-audio-lecture-04.pdf#page=44 ; 캡처: https://hyeonwoona0861.github.io/assets/images/study/speech-and-audio-recognition/source-captures/speech-04-p44.png ; 표의 streaming 표시는 구현 조건에 따라 달라질 수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https://hyeonwoona0861.github.io/assets/pdfs/study/speech-and-audio-recognition/speech-audio-lecture-05.pdf#page=24 ; 캡처: https://hyeonwoona0861.github.io/assets/images/study/speech-and-audio-recognition/source-captures/speech-05-p24.png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https://hyeonwoona0861.github.io/assets/pdfs/study/speech-and-audio-recognition/speech-audio-lecture-05.pdf#page=31 ; 캡처: https://hyeonwoona0861.github.io/assets/images/study/speech-and-audio-recognition/source-captures/speech-05-p31.png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https://hyeonwoona0861.github.io/assets/pdfs/study/speech-and-audio-recognition/speech-audio-lecture-05.pdf#page=46 ; 캡처: https://hyeonwoona0861.github.io/assets/images/study/speech-and-audio-recognition/source-captures/speech-05-p46.png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범위와 역할 연결: https://hyeonwoona0861.github.io/study/speech-and-audio-recognition/midterm-review/#마지막-핵심-정리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db41709b8648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b9962478fa4e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c76757ab694d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8113e6f6764e6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8a95ab00dd4c4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1fec2f8134b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C34A2E-68B1-4529-856D-13C3462B5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6E95A3-F4CE-4596-82B0-F963D9232B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151959F-6E0E-4653-8431-2A73697EE3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A1CA48-A027-4CE6-AAB9-286DD517E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097B6B-67DB-4C78-A5F8-49C22F926B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7913F43-57EB-41A8-B539-0E5AA41D1A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68911F1-5161-4171-B557-D5170927CE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1342C8-91E7-44B9-ACE1-3DB8E8A7FA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7A4230-7AAD-4705-8004-F2B2111623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F01C46B-F743-459A-9A12-86A2AC78FD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476451ec4142f0" /><Relationship Type="http://schemas.openxmlformats.org/officeDocument/2006/relationships/slideLayout" Target="/ppt/slideLayouts/slideLayout1.xml" Id="R9e660a5bcd5a490b" /><Relationship Type="http://schemas.openxmlformats.org/officeDocument/2006/relationships/slideLayout" Target="/ppt/slideLayouts/slideLayout2.xml" Id="Rb48c3a3e66ce4bb3" /><Relationship Type="http://schemas.openxmlformats.org/officeDocument/2006/relationships/slideLayout" Target="/ppt/slideLayouts/slideLayout3.xml" Id="Rf46bba4642264312" /><Relationship Type="http://schemas.openxmlformats.org/officeDocument/2006/relationships/slideLayout" Target="/ppt/slideLayouts/slideLayout4.xml" Id="R0b627da96bdd4ef4" /><Relationship Type="http://schemas.openxmlformats.org/officeDocument/2006/relationships/slideLayout" Target="/ppt/slideLayouts/slideLayout5.xml" Id="R88778738a0104ef1" /><Relationship Type="http://schemas.openxmlformats.org/officeDocument/2006/relationships/slideLayout" Target="/ppt/slideLayouts/slideLayout6.xml" Id="R7334afd6136942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660a5bcd5a490b"/>
    <p:sldLayoutId xmlns:r="http://schemas.openxmlformats.org/officeDocument/2006/relationships" id="2147483650" r:id="Rb48c3a3e66ce4bb3"/>
    <p:sldLayoutId xmlns:r="http://schemas.openxmlformats.org/officeDocument/2006/relationships" id="2147483651" r:id="Rf46bba4642264312"/>
    <p:sldLayoutId xmlns:r="http://schemas.openxmlformats.org/officeDocument/2006/relationships" id="2147483652" r:id="R0b627da96bdd4ef4"/>
    <p:sldLayoutId xmlns:r="http://schemas.openxmlformats.org/officeDocument/2006/relationships" id="2147483653" r:id="R88778738a0104ef1"/>
    <p:sldLayoutId xmlns:r="http://schemas.openxmlformats.org/officeDocument/2006/relationships" id="2147483654" r:id="R7334afd6136942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55dc6809a5485a" /><Relationship Type="http://schemas.openxmlformats.org/officeDocument/2006/relationships/notesSlide" Target="/ppt/notesSlides/notesSlide1.xml" Id="R8888ed82dcef48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76061cbcdb4a46" /><Relationship Type="http://schemas.openxmlformats.org/officeDocument/2006/relationships/notesSlide" Target="/ppt/notesSlides/notesSlide2.xml" Id="Re2a8202c2d2c4e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2fb75800324507" /><Relationship Type="http://schemas.openxmlformats.org/officeDocument/2006/relationships/image" Target="/ppt/media/image.png" Id="Rca341e281703449d" /><Relationship Type="http://schemas.openxmlformats.org/officeDocument/2006/relationships/notesSlide" Target="/ppt/notesSlides/notesSlide3.xml" Id="R9d642b084b6643b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7096f96b1241cb" /><Relationship Type="http://schemas.openxmlformats.org/officeDocument/2006/relationships/image" Target="/ppt/media/image2.png" Id="Rb4507dbb085a4f29" /><Relationship Type="http://schemas.openxmlformats.org/officeDocument/2006/relationships/notesSlide" Target="/ppt/notesSlides/notesSlide4.xml" Id="R074bac361ec04b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7086999b324e2f" /><Relationship Type="http://schemas.openxmlformats.org/officeDocument/2006/relationships/image" Target="/ppt/media/image3.png" Id="R6dcf4c5738584632" /><Relationship Type="http://schemas.openxmlformats.org/officeDocument/2006/relationships/notesSlide" Target="/ppt/notesSlides/notesSlide5.xml" Id="Re44fac00ebaf43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1c0347a0dc4321" /><Relationship Type="http://schemas.openxmlformats.org/officeDocument/2006/relationships/image" Target="/ppt/media/image4.png" Id="Rabf95076fe134a2a" /><Relationship Type="http://schemas.openxmlformats.org/officeDocument/2006/relationships/notesSlide" Target="/ppt/notesSlides/notesSlide6.xml" Id="R94eccf770c4342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7432e5c7a74dcb" /><Relationship Type="http://schemas.openxmlformats.org/officeDocument/2006/relationships/image" Target="/ppt/media/image5.png" Id="R42d46d6bf43243df" /><Relationship Type="http://schemas.openxmlformats.org/officeDocument/2006/relationships/notesSlide" Target="/ppt/notesSlides/notesSlide7.xml" Id="R350cb16b2d0345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bbf7ef7ce94610" /><Relationship Type="http://schemas.openxmlformats.org/officeDocument/2006/relationships/image" Target="/ppt/media/image6.png" Id="R43ad66abd9964a96" /><Relationship Type="http://schemas.openxmlformats.org/officeDocument/2006/relationships/notesSlide" Target="/ppt/notesSlides/notesSlide8.xml" Id="R3c9b451aa9974a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78ecca9cf84e43" /><Relationship Type="http://schemas.openxmlformats.org/officeDocument/2006/relationships/image" Target="/ppt/media/image7.png" Id="Rf7309bc1b985499e" /><Relationship Type="http://schemas.openxmlformats.org/officeDocument/2006/relationships/notesSlide" Target="/ppt/notesSlides/notesSlide9.xml" Id="Rc768ca2a984f48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68b965d53d4702" /><Relationship Type="http://schemas.openxmlformats.org/officeDocument/2006/relationships/image" Target="/ppt/media/image8.png" Id="R06b93f04cc0d4ac3" /><Relationship Type="http://schemas.openxmlformats.org/officeDocument/2006/relationships/notesSlide" Target="/ppt/notesSlides/notesSlide10.xml" Id="R17587fe745b14d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e27e23a8664df7" /><Relationship Type="http://schemas.openxmlformats.org/officeDocument/2006/relationships/notesSlide" Target="/ppt/notesSlides/notesSlide11.xml" Id="R3604ad195ad84d0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edaf8055494b95" /><Relationship Type="http://schemas.openxmlformats.org/officeDocument/2006/relationships/image" Target="/ppt/media/image9.png" Id="R765db50bc16f4c42" /><Relationship Type="http://schemas.openxmlformats.org/officeDocument/2006/relationships/notesSlide" Target="/ppt/notesSlides/notesSlide12.xml" Id="Re5ea9134a71b429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d30affb1fc414b" /><Relationship Type="http://schemas.openxmlformats.org/officeDocument/2006/relationships/notesSlide" Target="/ppt/notesSlides/notesSlide13.xml" Id="Ra6264077e52f454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3b1a95f0eb46db" /><Relationship Type="http://schemas.openxmlformats.org/officeDocument/2006/relationships/image" Target="/ppt/media/image10.png" Id="Rd3b01af5606d4d82" /><Relationship Type="http://schemas.openxmlformats.org/officeDocument/2006/relationships/notesSlide" Target="/ppt/notesSlides/notesSlide14.xml" Id="R5b1ebf97978446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b5ff68650547b2" /><Relationship Type="http://schemas.openxmlformats.org/officeDocument/2006/relationships/image" Target="/ppt/media/image11.png" Id="R24f8b540076742dc" /><Relationship Type="http://schemas.openxmlformats.org/officeDocument/2006/relationships/notesSlide" Target="/ppt/notesSlides/notesSlide15.xml" Id="Rf1e468698cd6426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62b65a40cf4fbc" /><Relationship Type="http://schemas.openxmlformats.org/officeDocument/2006/relationships/image" Target="/ppt/media/image12.png" Id="R873a77b68bfe4145" /><Relationship Type="http://schemas.openxmlformats.org/officeDocument/2006/relationships/notesSlide" Target="/ppt/notesSlides/notesSlide16.xml" Id="R76c60d937b11418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7dea43ee7346a7" /><Relationship Type="http://schemas.openxmlformats.org/officeDocument/2006/relationships/notesSlide" Target="/ppt/notesSlides/notesSlide17.xml" Id="R3598c9e75099462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a449dc618b4377" /><Relationship Type="http://schemas.openxmlformats.org/officeDocument/2006/relationships/image" Target="/ppt/media/image13.png" Id="Racb585ce66c84def" /><Relationship Type="http://schemas.openxmlformats.org/officeDocument/2006/relationships/notesSlide" Target="/ppt/notesSlides/notesSlide18.xml" Id="Rfe1592fa0a75464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85e3ba64754579" /><Relationship Type="http://schemas.openxmlformats.org/officeDocument/2006/relationships/image" Target="/ppt/media/image14.png" Id="R12732f62d63e40cc" /><Relationship Type="http://schemas.openxmlformats.org/officeDocument/2006/relationships/notesSlide" Target="/ppt/notesSlides/notesSlide19.xml" Id="R3033a3bf900643c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110bd71bc749d3" /><Relationship Type="http://schemas.openxmlformats.org/officeDocument/2006/relationships/image" Target="/ppt/media/image15.png" Id="Rd709d71f5b5d411d" /><Relationship Type="http://schemas.openxmlformats.org/officeDocument/2006/relationships/notesSlide" Target="/ppt/notesSlides/notesSlide20.xml" Id="R0e2ad15571d54b2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133f5e8edd4b15" /><Relationship Type="http://schemas.openxmlformats.org/officeDocument/2006/relationships/image" Target="/ppt/media/image16.png" Id="R4e4751fcb4ab4069" /><Relationship Type="http://schemas.openxmlformats.org/officeDocument/2006/relationships/notesSlide" Target="/ppt/notesSlides/notesSlide21.xml" Id="Rb6cf16fb708d474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61c2cad6b542cf" /><Relationship Type="http://schemas.openxmlformats.org/officeDocument/2006/relationships/image" Target="/ppt/media/image17.png" Id="R8ccd25a3bdf64832" /><Relationship Type="http://schemas.openxmlformats.org/officeDocument/2006/relationships/notesSlide" Target="/ppt/notesSlides/notesSlide22.xml" Id="R92061cb735ef4ba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7647c31c514857" /><Relationship Type="http://schemas.openxmlformats.org/officeDocument/2006/relationships/image" Target="/ppt/media/image18.png" Id="R7c2aef5722194e41" /><Relationship Type="http://schemas.openxmlformats.org/officeDocument/2006/relationships/notesSlide" Target="/ppt/notesSlides/notesSlide23.xml" Id="Re99bdd6ee9fd45e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2a8f4d7d024823" /><Relationship Type="http://schemas.openxmlformats.org/officeDocument/2006/relationships/image" Target="/ppt/media/image19.png" Id="Rfacd0802c3fe4fd2" /><Relationship Type="http://schemas.openxmlformats.org/officeDocument/2006/relationships/notesSlide" Target="/ppt/notesSlides/notesSlide24.xml" Id="R2d6938262a644a1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bffa03123846d7" /><Relationship Type="http://schemas.openxmlformats.org/officeDocument/2006/relationships/notesSlide" Target="/ppt/notesSlides/notesSlide25.xml" Id="R546506ddc15c46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6E7E7-269D-47F2-8A68-30843939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and Audio Recognition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32D6F-714B-405C-B854-8149A350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Midterm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70CCFA-1286-4568-8172-DF89CFFF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52875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소리의 표본화부터 전사 없는 표현 학습까지 연결한다.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E03DA-C9E1-46C0-AF59-C157B5BB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958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Midterm Review · Lecture 2–5</a:t>
            </a:r>
          </a:p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Signal → Spectrum → Alignment → Representation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560C4-01B5-42BF-A9DD-673EA0CB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44861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E40F4-1AF4-4F3B-94EF-1BDFF895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Exam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8F2F6-6026-4AFD-9BF5-875B9531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장은 정보를 남기는 방식과 학습 target을 바꾼다.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9A251-4BCF-47E3-ADEA-3D830791CE17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Stage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Core question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Digitize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pressure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언제·얼마나 측정?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PCM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Analyze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samples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어느 주파수가 언제?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Align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frames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token과 어떻게 대응?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Pre-train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unlabeled audio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target을 어디서 생성?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speech features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1E70C-359E-4B38-A772-FE6B2B80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신호 처리에서는 보존 정보와 손실 조건을, ASR에서는 정렬과 출력 이력을 구분한다.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SSL에서는 transcript 없이 target을 만드는 방식을 비교한다.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3CC9B-BA1F-4AA6-B900-2E036503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1615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7D60F-D0DB-40EF-9A38-7CC7450D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Sampling and PCM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F89E2A-30D7-4CB7-8725-4E131F4F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Sampling은 시간, quantization은 진폭을 이산화한다.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5E91A-B56B-4F30-A110-189049955E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41e281703449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D946F-7DDF-4B1D-84E6-54D6BDFB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16-bit·44.1 kHz·stereo PCM의 payload는 16×44,100×2=1,411,200 bit/s다.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낮은 sampling rate와 낮은 bit depth는 서로 다른 정보를 잃는다.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EF841-F2D9-4C2E-A045-BB3C7607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05 — analog pressure, sampling, quantization, PCM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D1D32-934A-4486-88C7-5BD4B042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109356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A4F549-1968-4F41-9ADB-964430A6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Nyquist and Aliasing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33A94-B60F-498E-B35F-9FB87A1B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Fourier basis는 표본의 주파수 성분을 분석한다. Aliasing 방지는 표본화 전에 결정된다.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B4247-6C5E-470E-AC31-F77E478BDB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07dbb085a4f29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6D845-0B4A-4191-B18E-3829781B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fs=8 kHz에서 zero-phase 5 kHz와 3 kHz cosine은 같은 표본을 만든다: cos(2π·5n/8)=cos(2π·3n/8).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표본화 전 anti-alias low-pass filter와 충분한 fs가 겹침을 막는다. FFT 길이나 window는 이미 잃은 원 주파수를 복원하지 못한다.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4A97A-9DB3-4815-8BFF-FE992313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37 — spectral replicas overlap when Nyquist is not satisfied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24214-55B0-4ECC-820C-22DC83BB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339539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94EB0-B7AC-4E4C-8B69-796522FB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Orthogonal Fourier Bases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B6B17-1B25-4197-8ED8-AD970983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서로 다른 harmonic basis의 한 주기 inner product는 0이다.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DDB42-B5C4-412D-9661-6B8C191337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f4c573858463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34FE7-3F90-4BC6-AA69-400BCB6C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직교성은 inner product로 각 주파수 성분을 분리할 수 있다는 뜻이다.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빨간 식의 조건이 뒤바뀌었다: n=m이면 P, n≠m이면 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coefficient는 각 basis 방향의 성분을 측정한다.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4414C-29DF-4C10-8C2C-7AF7AE38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26 — complex exponential bases and one-period inner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BA5C1-F729-462A-A5B7-3197A7FF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158980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5B003-E91A-4FE6-89F1-81266DAA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Series to Transform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264C1-C28C-403A-8FFC-CF3643BE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주기가 커지면 harmonic 간격이 좁아져 합이 적분으로 이어진다.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AA144-E5D0-4845-9D85-B1CCF4B07F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95076fe134a2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8DECB-F89F-41FE-A1A5-465B7CB6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series는 주기 신호의 이산 harmonic 계수를, Fourier transform은 비주기 신호의 연속 spectrum을 표현한다.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정변환은 성분을 분석하고 역변환은 그 성분을 합성한다.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620C1-A7AE-49AC-B826-D73913CD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29 — increasing period turns frequency sums into an integral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CA880-2FD9-4CF0-B34F-B7321F47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055205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A4296-D8F8-4125-8CB5-ADD7AB9A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CTFS to DTFS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0D8A5-70D9-4410-8D73-4109318A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주기를 N번 표본화하면 harmonic index가 N을 주기로 같아진다.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F8A8A-1097-40EF-A4D2-991F074F4B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d46d6bf43243df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BBE6E-1D64-412C-939B-B9D492D3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k와 k+qN은 표본 위에서 같은 basis이므로 CTFS 계수가 같은 나머지 class로 합쳐진다.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N&gt;2K와 제한된 harmonic bandwidth가 있어야 원래 계수를 겹침 없이 회수할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75262-51C0-4C88-83AA-0980E0E9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32 — periodic continuous signal and N uniform samples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50BBD-56A3-4DBD-8669-3D455A50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22829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825F38-4869-4746-B5E4-94BC16E2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STFT Framing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8E41D-091B-482A-ABD1-72F91CF1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STFT는 짧은 창을 이동하며 각 구간의 spectrum을 계산한다.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BAADB-7759-4A52-B10A-96E27368DE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ad66abd9964a96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5A0A7-9A56-44A9-ABC7-8C571AA5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 kHz, L=400, H=160은 25 ms 창과 10 ms hop이다.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1초 신호를 center padding 없이 처리하면 98 frame, NFFT=512의 one-sided spectrum은 257 bin이다.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6D776-43E3-4251-B077-12B908B6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09 — moving analysis window and overlap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A46B9-8A20-4763-A799-D8702C10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564081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DA219-2EFB-422B-AD29-F036BFE7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Window Trade-offs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C4275-7D6A-4D76-B693-A5A76420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Window는 leakage를 없애지 않고 main-lobe와 side-lobe의 절충을 바꾼다.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6691BE-5D88-4362-86A2-40CF8E1B7F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09bc1b985499e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9F2CD-F87A-4B39-A35F-977E95FF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Rectangular window는 경계 불연속 때문에 먼 sidelobe가 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Hann window는 먼 leakage를 낮추지만 peak를 더 넓게 보이게 할 수 있다. 색 범위가 다르면 그림 밝기를 직접 비교하지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0E3C6-9345-4EC4-BD09-2E244EB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14 — rectangular and Hann STFT views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6F8ED-375A-4078-AAAC-623440B3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202556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AB114-944C-4DE0-9C8C-B14F9BE1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Mel Compression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BC719-8E1F-49C0-B480-D7FB19D0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Mel filterbank와 log는 서로 다른 두 압축이다.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06059C-5E2F-441E-A78C-D9CF8A8815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93f04cc0d4ac3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77DCB-F184-4626-8509-FC2966BC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Filterbank는 여러 Hz bin을 band별로 합쳐 주파수축을 줄인다. Log는 값의 dynamic range를 줄인다.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인식에는 유용하지만 phase와 세밀한 bin 정보를 잃으므로 원래 complex STFT를 일반적으로 복원할 수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7E2DC-23BB-4749-9615-88457DE1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17 — triangular Mel filters and Mel spectrogram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DE0A21-05A5-4F26-BD16-DA8F6A8C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839918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30851-F05D-4281-B603-C62D4250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Word Error Rate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6ACA0B-E594-4347-9B34-0A52F7DA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WER은 편집 오류 수를 정답 단어 수로 정규화한다.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6B4BC5-A210-429C-AD4A-72CA23F71DEC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Symbol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Meaning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Example count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substitution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deletion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insertion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reference words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9BCFD-FE2A-4574-97CF-44DB1FBC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Reference 4단어에서 substitution 1, deletion 1, insertion 1이면 WER=(1+1+1)/4=0.75다.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Insertion이 많으면 WER은 1을 넘을 수 있다. 빈 reference에서는 별도 평가 규칙이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F71A4-69F6-4EBF-8B09-C3E85C1A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027473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1140C-912F-4D91-AB95-419788C2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Byte Pair Encoding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D9CD6-24EF-4E62-8840-AFC83C63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BPE는 corpus에서 자주 붙는 token pair를 반복 병합한다.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5DCE7-06A7-4BC7-A3AB-97F8618D87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db50bc16f4c4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67E8E-8037-4947-808D-A02DD91F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Training은 merge 순서를 만들고 저장한다. Inference는 새 문장에 같은 순서를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Subword는 출력 길이 U를 줄일 수 있지만 vocabulary V와 softmax 비용은 커질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CB6E1-1630-4343-B447-83CC67C4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47 — BPE merge algorithm and toy sequence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13967-6CCA-41AA-91E9-3CDF1361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683131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7F01B-C43D-490C-A619-58C5D71B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Blank and Paths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6917C-F359-4450-8206-56FD5D2E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CTC blank는 frame 정렬을 허용하고 최종 전사에서는 제거된다.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5261E-6B36-48EA-8B66-33795CB1DC6B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Merge repeats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Drop blank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4F5D3B-40D7-49FA-A954-2605907A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Collapse는 연속 중복을 먼저 합친 뒤 blank를 제거한다.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따라서 L ε L은 LL이지만 L L은 L이다. 같은 label을 두 번 출력하려면 사이 blank가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E232A-BAF4-4140-9876-5391340D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897505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441D3-4331-41EE-9673-FD9DFC58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Probability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6363E-6735-4447-B167-FAF1811B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문자열의 확률은 그 문자열로 collapse되는 모든 경로 확률의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56201-FD48-4C3D-A93A-9A1DD16E29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b01af5606d4d82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A9CB3-C7C6-4458-B14A-557CE2AE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각 frame의 분포는 encoder logit의 softmax에서 나온다. 한 경로 확률은 선택한 frame 확률의 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서로 배타적인 유효 경로를 더한 뒤 −log를 취해 CTC loss를 얻는다.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C8676-CD60-46E4-97AA-6E5A8F73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33 — frame distributions and valid CTC paths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6AD65-D31F-42F5-834A-FF7D4311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3347961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F97DA-2DD6-46F4-9043-6198B539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Forward DP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E6CA45-7450-4EB4-BF30-690F7F39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칸은 해당 상태에서 끝나는 모든 유효 부분 경로의 확률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41190-7A6F-43C5-A853-D143C85049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8b540076742dc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F0196-A09C-4E0B-A564-A2D233FE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Stay·한 칸 전진·허용된 두 칸 skip의 이전 합에 현재 frame 확률을 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P(ab|X)=0.2835+0.1308=0.4143. 유한 경로의 합이며 극한 수렴이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합산식의 0.1038은 0.1308의 오기다.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CB966-928F-4D38-8333-426052979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35 — forward probabilities and two terminal states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64526-499C-472B-9C60-3DDD4FDC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820048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15929-D058-4F75-BAE2-3C2E248D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 vs. Beam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67377-2A3E-44FC-B1F7-B01FFD65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최대 확률 경로가 최대 확률 문자열과 같다는 보장은 없다.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B935A-BD9D-4FD9-A717-E91E5477F6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a77b68bfe414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8565B-4271-486E-9F29-62094618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Greedy는 frame마다 한 token만 남긴다. Prefix beam search는 여러 prefix의 blank·non-blank 확률을 따로 누적한다.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유한 beam은 낮은 후보를 버리는 근사이며, 외부 LM을 쓰면 점수 scale과 length bonus도 확인한다.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89719-300E-4470-82FD-53EB7714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40 — prefix beam expansion and pruning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831F5-A917-41DD-A822-442882EB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14885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4433A-045A-44B3-ACEC-AE1BFBF1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 vs. Conformer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54EA5-3DBE-4372-A5A7-557FE364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Encoder 구조와 정렬 loss는 같은 선택 축이 아니다.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56844-FD2C-4E5D-A2CC-29F7FCAA0D6F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Model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Local pattern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Long context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Objective / role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Deep Speech 2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convolution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recurrent layers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 objective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Conformer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 module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self-attention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encoder architecture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 marginalization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23F0C-4805-42D6-8156-C8CF9767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2는 convolution과 recurrent layers로 음향 표현을 만들고 CTC로 정렬한다.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Conformer는 self-attention의 넓은 문맥과 convolution의 국소 패턴을 한 encoder block에 결합한다. CTC와 함께 쓸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47E0B7-8BF7-4CDB-A4F6-DD8801E9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0775522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40172-F01F-465A-AEF5-253AF852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DABF69-51F0-4611-9633-337674F6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Depthwise convolution은 채널별 시간 이웃을 처리하고 pointwise convolution은 채널을 섞는다.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B1AD7-0056-4F6F-91A3-EA993CB5B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b585ce66c84def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44D80-E306-403A-A386-9B82EC8C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GLU가 전달할 채널 정보를 조절하고 residual이 입력과 변환 결과를 합친다.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 stride 2를 두 번 쓰면 시간 길이는 대략 T/4지만 kernel·padding에 따라 정확한 길이는 달라진다.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31CF0-0A07-413D-AC9E-FDF6C825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44 — Conformer convolution module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07FE69-C0D9-4273-A613-F32CEFA8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435798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CA130-21D0-465F-8C7D-3478AEC4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Listen, Attend and Spell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CD94A3-7095-4C29-B3C9-46BA334B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LAS는 출력 단계마다 필요한 입력 위치를 attention으로 다시 고른다.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E83306-0FB7-4418-A7B1-52906989BB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32f62d63e40c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FF059-EAF1-421C-95DB-6D1FD5A8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Listener는 음향 frame을 인코딩하고 Attend는 가중합 context를 만든다. Speller는 context와 이전 token으로 다음 token을 생성한다.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학습은 정답 prefix를, 추론은 생성 prefix를 쓰므로 오류가 누적될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EC16A-7EEF-4E16-8F15-823CC2D3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15 — pyramidal listener, attention context, autoregressive speller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368AA3-5B29-4C3E-AECB-955BAC0D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8195612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2B477-F429-40D0-997D-ADD176E8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Lattice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F57A0-CC98-43E9-BBF6-E7F7FE6D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RNN-T는 acoustic time과 output prefix를 두 축으로 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9F091A-58BF-49A3-BA64-AAACF5EE34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9d71f5b5d411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8EAED4-B302-4544-B8E1-28606A3E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Blank는 (t,u)에서 (t+1,u)로 시간을 진행한다. Token은 (t,u+1)로 출력 길이를 늘린다.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Prediction network가 이전 출력 이력을 표현하므로 같은 frame에서도 여러 token을 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9C2B80-04CC-47E4-AA59-63EC6DC7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37 — encoder and prediction-network axes in RNN-T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62669-1DF2-47C3-A148-DEF58826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3336687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660A3-963D-49E4-B256-3D773025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CTC, LAS, and RNN-T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07134-DB92-4723-8ADF-72D90E3E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세 모델은 같은 정렬 문제를 서로 다른 확률 구조로 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96826-E74C-416F-96F9-C376DD3B66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4751fcb4ab4069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463023-E411-4C7C-BD51-F979CD7D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CTC는 출력 이력 없이 frame 경로를 합한다. LAS는 attention과 autoregressive prefix를 쓴다. RNN-T는 prefix와 시간축 경로를 함께 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Streaming 여부는 encoder 문맥과 실제 추론 설정까지 확인해야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CD183-82D2-403C-9635-66869A57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44 — lecture comparison of CTC, LAS, and RNN-T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1B37EB-EFE2-4EB5-B335-BEEB4922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1668876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C9FCC-3F15-4299-BA83-040C0843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75BF6-C43F-4037-9D21-7C11EEB9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가린 latent 위치를 주변 음성 문맥으로 표현한다.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86A67-BEFF-4407-8C32-98310BD379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d25a3bdf64832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D6D49-D7B4-47ED-BD2C-F77FC24E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CNN이 waveform을 z_t로 바꾸고, 일부 위치를 mask embedding으로 치환한 뒤 Transformer가 c_t를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Masking은 spectral mask로 음원을 복원하는 연산이 아니라 사전학습 문제를 만드는 절차다.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A11337-E605-4F60-9FB3-4135812A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24 — CNN latent sequence, masked positions, Transformer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5804A-C6C7-4822-85E8-A3F68746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98486918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552EC-B181-4552-8469-89BD9BD1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Targets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6ED384-BC99-4934-8275-56BD5A2D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Context c_t는 같은 위치의 quantized target q_t를 distractor보다 잘 골라야 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051B9B-08C7-401B-83AB-055C9B2652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2aef5722194e4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02125-B6C5-49ED-A809-CA6A60DC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가리지 않은 z_t는 product quantizer를 거쳐 q_t가 된다. Contrastive loss는 positive와 후보를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Diversity objective는 일부 code entry만 쓰는 collapse를 줄인다. q_t는 문자 label이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7BC0E-6518-4FE6-9C97-DEC034AA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31 — online quantization, contrastive loss, diversity loss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202E2A-8E96-43AE-A47A-3D11EE8E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9542841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5D1A2-F72A-4496-B786-A570E1AB1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HuBERT Hidden Units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C32BE-12B3-4572-8541-DBBCF260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HuBERT는 offline clustering으로 만든 ID를 가린 위치에서 예측한다.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4A849-C707-490C-B356-B9F25A9573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d0802c3fe4fd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8070A-74B3-43F0-AC21-4EE3C910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첫 target은 MFCC 등의 feature를 k-means로 묶어 만든다. 7·20·5는 cluster ID이며 음소 이름이나 크기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이전 HuBERT layer를 다시 clustering해 target을 개선할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EA2FC-4D2A-49F8-8619-57942709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46 — offline k-means pseudo-labels and masked prediction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152D3-8086-41BC-8BD3-7DA34D0A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0945416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A0A0B-4C38-438F-826C-34F01138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Final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B9843-2294-48BC-9F9F-6A514135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표현, encoder, 정렬 목표는 서로 다른 설계 축이다.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85F54-7B5A-4D5E-B314-7B5D5A8FCB34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Question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Method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Answer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무엇을 보존?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time-frequency / compressed bands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정렬?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paths / attention / 2-D lattice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인코딩?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DS2/Conformer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RNN / attention+conv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target은 어디서?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wav2vec 2.0/HuBERT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quantizer / clustering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6308CA-90A4-4A56-A918-7ECA4C52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FFT는 DFT 계산법이고, Mel은 지각적 축약이다. Conformer는 encoder이며 CTC는 정렬 목표다.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2.0은 online quantized target, HuBERT는 offline cluster target을 쓴 뒤 labeled ASR로 fine-tuning한다.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E4AA3F-367C-428A-BBF9-D13A4A29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2100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2026-10-18T13:47:25.8490000Z</dcterms:created>
  <dcterms:modified xsi:type="dcterms:W3CDTF">2026-10-18T13:47:25.8490000Z</dcterms:modified>
</coreProperties>
</file>