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4787247df2467b" /><Relationship Type="http://schemas.openxmlformats.org/officeDocument/2006/relationships/extended-properties" Target="/docProps/app.xml" Id="R34fc64dcd67d4507" /><Relationship Type="http://schemas.openxmlformats.org/officeDocument/2006/relationships/officeDocument" Target="/ppt/presentation.xml" Id="Rc9751289269740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278bbb1d064c82"/>
  </p:sldMasterIdLst>
  <p:notesMasterIdLst>
    <p:notesMasterId xmlns:r="http://schemas.openxmlformats.org/officeDocument/2006/relationships" r:id="R0265ff2d9ffa47a5"/>
  </p:notesMasterIdLst>
  <p:sldIdLst>
    <p:sldId xmlns:r="http://schemas.openxmlformats.org/officeDocument/2006/relationships" id="256" r:id="R8bf68306a2f0430e"/>
    <p:sldId xmlns:r="http://schemas.openxmlformats.org/officeDocument/2006/relationships" id="257" r:id="R31b6f629d7e6476f"/>
    <p:sldId xmlns:r="http://schemas.openxmlformats.org/officeDocument/2006/relationships" id="258" r:id="Re6f1a8c34a5b4f77"/>
    <p:sldId xmlns:r="http://schemas.openxmlformats.org/officeDocument/2006/relationships" id="259" r:id="R0d837bd8569f41d3"/>
    <p:sldId xmlns:r="http://schemas.openxmlformats.org/officeDocument/2006/relationships" id="260" r:id="R0f9c9a4a58b743a8"/>
    <p:sldId xmlns:r="http://schemas.openxmlformats.org/officeDocument/2006/relationships" id="261" r:id="R53b0d3623b754066"/>
    <p:sldId xmlns:r="http://schemas.openxmlformats.org/officeDocument/2006/relationships" id="262" r:id="Recbabcf08944431e"/>
    <p:sldId xmlns:r="http://schemas.openxmlformats.org/officeDocument/2006/relationships" id="263" r:id="R985059f9e4bf4884"/>
    <p:sldId xmlns:r="http://schemas.openxmlformats.org/officeDocument/2006/relationships" id="264" r:id="R8e3b88238ae84bf5"/>
    <p:sldId xmlns:r="http://schemas.openxmlformats.org/officeDocument/2006/relationships" id="265" r:id="R4d5a31aaa61c4b57"/>
    <p:sldId xmlns:r="http://schemas.openxmlformats.org/officeDocument/2006/relationships" id="266" r:id="Rd216999ad8b34ed8"/>
    <p:sldId xmlns:r="http://schemas.openxmlformats.org/officeDocument/2006/relationships" id="267" r:id="R9083090e7f794579"/>
    <p:sldId xmlns:r="http://schemas.openxmlformats.org/officeDocument/2006/relationships" id="268" r:id="R54e2be01d12c4cbe"/>
    <p:sldId xmlns:r="http://schemas.openxmlformats.org/officeDocument/2006/relationships" id="269" r:id="R44eb26ae67284503"/>
    <p:sldId xmlns:r="http://schemas.openxmlformats.org/officeDocument/2006/relationships" id="270" r:id="R1670cf82a81c4f61"/>
    <p:sldId xmlns:r="http://schemas.openxmlformats.org/officeDocument/2006/relationships" id="271" r:id="R899a64a43bb94749"/>
    <p:sldId xmlns:r="http://schemas.openxmlformats.org/officeDocument/2006/relationships" id="272" r:id="R5454474614ea405e"/>
    <p:sldId xmlns:r="http://schemas.openxmlformats.org/officeDocument/2006/relationships" id="273" r:id="Rf3832b6d051a421b"/>
    <p:sldId xmlns:r="http://schemas.openxmlformats.org/officeDocument/2006/relationships" id="274" r:id="Re2c6fdcf2c7b4388"/>
    <p:sldId xmlns:r="http://schemas.openxmlformats.org/officeDocument/2006/relationships" id="275" r:id="Rca6f30ecc3104ec5"/>
    <p:sldId xmlns:r="http://schemas.openxmlformats.org/officeDocument/2006/relationships" id="276" r:id="R622f5e4a541546ef"/>
    <p:sldId xmlns:r="http://schemas.openxmlformats.org/officeDocument/2006/relationships" id="277" r:id="R1bef9cd113314ff3"/>
    <p:sldId xmlns:r="http://schemas.openxmlformats.org/officeDocument/2006/relationships" id="278" r:id="Re8963071994548ae"/>
    <p:sldId xmlns:r="http://schemas.openxmlformats.org/officeDocument/2006/relationships" id="279" r:id="R1a3d9b08d83d4ba5"/>
    <p:sldId xmlns:r="http://schemas.openxmlformats.org/officeDocument/2006/relationships" id="280" r:id="Rb4f2611f3a1642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c07a48e056460c" /><Relationship Type="http://schemas.openxmlformats.org/officeDocument/2006/relationships/slideMaster" Target="/ppt/slideMasters/slideMaster1.xml" Id="Rc0278bbb1d064c82" /><Relationship Type="http://schemas.openxmlformats.org/officeDocument/2006/relationships/notesMaster" Target="/ppt/notesMasters/notesMaster1.xml" Id="R0265ff2d9ffa47a5" /><Relationship Type="http://schemas.openxmlformats.org/officeDocument/2006/relationships/presProps" Target="/ppt/presProps.xml" Id="R182358cabc774923" /><Relationship Type="http://schemas.openxmlformats.org/officeDocument/2006/relationships/tableStyles" Target="/ppt/tableStyles.xml" Id="R005a0fa6a2b14db4" /><Relationship Type="http://schemas.openxmlformats.org/officeDocument/2006/relationships/slide" Target="/ppt/slides/slide1.xml" Id="R8bf68306a2f0430e" /><Relationship Type="http://schemas.openxmlformats.org/officeDocument/2006/relationships/slide" Target="/ppt/slides/slide2.xml" Id="R31b6f629d7e6476f" /><Relationship Type="http://schemas.openxmlformats.org/officeDocument/2006/relationships/slide" Target="/ppt/slides/slide3.xml" Id="Re6f1a8c34a5b4f77" /><Relationship Type="http://schemas.openxmlformats.org/officeDocument/2006/relationships/slide" Target="/ppt/slides/slide4.xml" Id="R0d837bd8569f41d3" /><Relationship Type="http://schemas.openxmlformats.org/officeDocument/2006/relationships/slide" Target="/ppt/slides/slide5.xml" Id="R0f9c9a4a58b743a8" /><Relationship Type="http://schemas.openxmlformats.org/officeDocument/2006/relationships/slide" Target="/ppt/slides/slide6.xml" Id="R53b0d3623b754066" /><Relationship Type="http://schemas.openxmlformats.org/officeDocument/2006/relationships/slide" Target="/ppt/slides/slide7.xml" Id="Recbabcf08944431e" /><Relationship Type="http://schemas.openxmlformats.org/officeDocument/2006/relationships/slide" Target="/ppt/slides/slide8.xml" Id="R985059f9e4bf4884" /><Relationship Type="http://schemas.openxmlformats.org/officeDocument/2006/relationships/slide" Target="/ppt/slides/slide9.xml" Id="R8e3b88238ae84bf5" /><Relationship Type="http://schemas.openxmlformats.org/officeDocument/2006/relationships/slide" Target="/ppt/slides/slide10.xml" Id="R4d5a31aaa61c4b57" /><Relationship Type="http://schemas.openxmlformats.org/officeDocument/2006/relationships/slide" Target="/ppt/slides/slide11.xml" Id="Rd216999ad8b34ed8" /><Relationship Type="http://schemas.openxmlformats.org/officeDocument/2006/relationships/slide" Target="/ppt/slides/slide12.xml" Id="R9083090e7f794579" /><Relationship Type="http://schemas.openxmlformats.org/officeDocument/2006/relationships/slide" Target="/ppt/slides/slide13.xml" Id="R54e2be01d12c4cbe" /><Relationship Type="http://schemas.openxmlformats.org/officeDocument/2006/relationships/slide" Target="/ppt/slides/slide14.xml" Id="R44eb26ae67284503" /><Relationship Type="http://schemas.openxmlformats.org/officeDocument/2006/relationships/slide" Target="/ppt/slides/slide15.xml" Id="R1670cf82a81c4f61" /><Relationship Type="http://schemas.openxmlformats.org/officeDocument/2006/relationships/slide" Target="/ppt/slides/slide16.xml" Id="R899a64a43bb94749" /><Relationship Type="http://schemas.openxmlformats.org/officeDocument/2006/relationships/slide" Target="/ppt/slides/slide17.xml" Id="R5454474614ea405e" /><Relationship Type="http://schemas.openxmlformats.org/officeDocument/2006/relationships/slide" Target="/ppt/slides/slide18.xml" Id="Rf3832b6d051a421b" /><Relationship Type="http://schemas.openxmlformats.org/officeDocument/2006/relationships/slide" Target="/ppt/slides/slide19.xml" Id="Re2c6fdcf2c7b4388" /><Relationship Type="http://schemas.openxmlformats.org/officeDocument/2006/relationships/slide" Target="/ppt/slides/slide20.xml" Id="Rca6f30ecc3104ec5" /><Relationship Type="http://schemas.openxmlformats.org/officeDocument/2006/relationships/slide" Target="/ppt/slides/slide21.xml" Id="R622f5e4a541546ef" /><Relationship Type="http://schemas.openxmlformats.org/officeDocument/2006/relationships/slide" Target="/ppt/slides/slide22.xml" Id="R1bef9cd113314ff3" /><Relationship Type="http://schemas.openxmlformats.org/officeDocument/2006/relationships/slide" Target="/ppt/slides/slide23.xml" Id="Re8963071994548ae" /><Relationship Type="http://schemas.openxmlformats.org/officeDocument/2006/relationships/slide" Target="/ppt/slides/slide24.xml" Id="R1a3d9b08d83d4ba5" /><Relationship Type="http://schemas.openxmlformats.org/officeDocument/2006/relationships/slide" Target="/ppt/slides/slide25.xml" Id="Rb4f2611f3a1642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6cb66214f342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1044dad88f4df7" /><Relationship Type="http://schemas.openxmlformats.org/officeDocument/2006/relationships/notesMaster" Target="/ppt/notesMasters/notesMaster1.xml" Id="R1bf08facda1b45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132cae084e4060" /><Relationship Type="http://schemas.openxmlformats.org/officeDocument/2006/relationships/notesMaster" Target="/ppt/notesMasters/notesMaster1.xml" Id="R1516cfc53ba74a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8df0558c744ec6" /><Relationship Type="http://schemas.openxmlformats.org/officeDocument/2006/relationships/notesMaster" Target="/ppt/notesMasters/notesMaster1.xml" Id="R5a48a6fbdea94b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d1ace411fa48f3" /><Relationship Type="http://schemas.openxmlformats.org/officeDocument/2006/relationships/notesMaster" Target="/ppt/notesMasters/notesMaster1.xml" Id="R9ec2efbfaf8848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54eabb8688456b" /><Relationship Type="http://schemas.openxmlformats.org/officeDocument/2006/relationships/notesMaster" Target="/ppt/notesMasters/notesMaster1.xml" Id="R34efca9d912242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ebf94f1c5d4356" /><Relationship Type="http://schemas.openxmlformats.org/officeDocument/2006/relationships/notesMaster" Target="/ppt/notesMasters/notesMaster1.xml" Id="Rc23a1f57a0974d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d7c2edc13b4115" /><Relationship Type="http://schemas.openxmlformats.org/officeDocument/2006/relationships/notesMaster" Target="/ppt/notesMasters/notesMaster1.xml" Id="R1b33f9e9ca4e46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43f323d0ed41e1" /><Relationship Type="http://schemas.openxmlformats.org/officeDocument/2006/relationships/notesMaster" Target="/ppt/notesMasters/notesMaster1.xml" Id="R5bf3380cb3e541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5af4671c744e1b" /><Relationship Type="http://schemas.openxmlformats.org/officeDocument/2006/relationships/notesMaster" Target="/ppt/notesMasters/notesMaster1.xml" Id="R08a49d61c3294a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4af751d11c4a6b" /><Relationship Type="http://schemas.openxmlformats.org/officeDocument/2006/relationships/notesMaster" Target="/ppt/notesMasters/notesMaster1.xml" Id="R43341cdbabf641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69bc8d8eb84dee" /><Relationship Type="http://schemas.openxmlformats.org/officeDocument/2006/relationships/notesMaster" Target="/ppt/notesMasters/notesMaster1.xml" Id="Rce1ed91e8c1d46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a06efcc6c944d9" /><Relationship Type="http://schemas.openxmlformats.org/officeDocument/2006/relationships/notesMaster" Target="/ppt/notesMasters/notesMaster1.xml" Id="R560fc22cfc554a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9a87dfdac2445c" /><Relationship Type="http://schemas.openxmlformats.org/officeDocument/2006/relationships/notesMaster" Target="/ppt/notesMasters/notesMaster1.xml" Id="R3c81656546b043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cd1986f6504fc5" /><Relationship Type="http://schemas.openxmlformats.org/officeDocument/2006/relationships/notesMaster" Target="/ppt/notesMasters/notesMaster1.xml" Id="R0f8d66066460476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e1af090c2b479b" /><Relationship Type="http://schemas.openxmlformats.org/officeDocument/2006/relationships/notesMaster" Target="/ppt/notesMasters/notesMaster1.xml" Id="R1fceb8043e5040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9d1fb344a54f91" /><Relationship Type="http://schemas.openxmlformats.org/officeDocument/2006/relationships/notesMaster" Target="/ppt/notesMasters/notesMaster1.xml" Id="Rc72a06f4686845d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1f9b8f41a164ae7" /><Relationship Type="http://schemas.openxmlformats.org/officeDocument/2006/relationships/notesMaster" Target="/ppt/notesMasters/notesMaster1.xml" Id="R17fc7b091cc2474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31e031d3cdc4781" /><Relationship Type="http://schemas.openxmlformats.org/officeDocument/2006/relationships/notesMaster" Target="/ppt/notesMasters/notesMaster1.xml" Id="R044543aaa3d44a8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bc27c9905354c0d" /><Relationship Type="http://schemas.openxmlformats.org/officeDocument/2006/relationships/notesMaster" Target="/ppt/notesMasters/notesMaster1.xml" Id="Rde545297a7c84de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cb07e12712466a" /><Relationship Type="http://schemas.openxmlformats.org/officeDocument/2006/relationships/notesMaster" Target="/ppt/notesMasters/notesMaster1.xml" Id="Rdc4d8be920dd4ce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88b685aac66421e" /><Relationship Type="http://schemas.openxmlformats.org/officeDocument/2006/relationships/notesMaster" Target="/ppt/notesMasters/notesMaster1.xml" Id="R36fa0acbcaea4b8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46c0a0e09e643a0" /><Relationship Type="http://schemas.openxmlformats.org/officeDocument/2006/relationships/notesMaster" Target="/ppt/notesMasters/notesMaster1.xml" Id="R68906787f8ad4c6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ecc170442e143a9" /><Relationship Type="http://schemas.openxmlformats.org/officeDocument/2006/relationships/notesMaster" Target="/ppt/notesMasters/notesMaster1.xml" Id="R75a88b0975af4f2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ddf7b05a6a44a9e" /><Relationship Type="http://schemas.openxmlformats.org/officeDocument/2006/relationships/notesMaster" Target="/ppt/notesMasters/notesMaster1.xml" Id="R43620b61791a441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f0a586a73d4452a" /><Relationship Type="http://schemas.openxmlformats.org/officeDocument/2006/relationships/notesMaster" Target="/ppt/notesMasters/notesMaster1.xml" Id="Rd8073d9a24a749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시험 범위는 Lecture 11의 범위 안내에 따라 Greedy Algorithm까지로 잡는다. Lecture 1 원문은 확보되지 않아 내용을 추정하지 않는다. 공개 원문: https://hyeonwoona0861.github.io/assets/pdfs/study/algorithms/lecture-11-greedy-algorithm.pdf#page=4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발표자는 단원 목록을 나열하기보다 공통 질문을 먼저 제시한다. Practice와 Assignment는 새 범위가 아니라 강의 개념을 적용하는 검산 자료다. 범위 근거: https://hyeonwoona0861.github.io/assets/pdfs/study/algorithms/lecture-11-greedy-algorithm.pdf#page=4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2 Practice Ex3을 산술 1회와 대입 1회로 세고, 반복 제어 비용은 제외한다. 일반식은 본문 실행 횟수 S=n(n+1)/2, 비용 T(n)=2S+n=n²+2n이다. 원문에는 sum 초기화가 없으므로 s₀는 해설 가정이다. 공개 원문: https://hyeonwoona0861.github.io/assets/pdfs/study/algorithms/02-algorithm-analysis.pdf#page=28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그림의 녹색 표기는 가장 tight한 분류이며, 빨간 표기도 느슨한 bound로는 참일 수 있다. Assignment 1의 Θ 증명은 3n²+5n−2에 대해 c₁=2, c₂=8, n₀=2를 제시한다. 공개 원문: https://hyeonwoona0861.github.io/assets/pdfs/study/algorithms/02-algorithm-analysis.pdf#page=27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예는 T(n)=T(n−1)+n, T(1)=1이므로 합은 n(n+1)/2이고 Θ(n²)다. 반환값 앞의 계수는 호출 횟수가 아니다. Assignment 1 Q3의 3·fn(n/3)은 실제 호출 한 번과 결과 곱셈이다. 공개 원문: https://hyeonwoona0861.github.io/assets/pdfs/study/algorithms/03-recurrence.pdf#page=15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대표 검산은 4T(n/2)+n=Θ(n²), 4T(n/2)+n²=Θ(n²log n), 5T(n/5)+n²=Θ(n²)다. 기본형 바깥의 log factor를 억지로 case 3에 넣지 않는다. 공개 원문: https://hyeonwoona0861.github.io/assets/pdfs/study/algorithms/03-recurrence.pdf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별표는 구현 조건을 뜻한다. Bubble best Θ(n)은 교환 없는 pass에서 종료할 때, Bubble과 Insertion의 안정성은 동점 원소를 넘겨 교환하지 않을 때, Merge의 안정성은 동점에서 왼쪽 원소를 먼저 꺼낼 때 성립한다. 공개 원문: https://hyeonwoona0861.github.io/assets/pdfs/study/algorithms/04-sorting-01.pdf 및 https://hyeonwoona0861.github.io/assets/pdfs/study/algorithms/05-sorting-02.pdf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Quick Sort의 기대 시간에는 무작위 pivot 또는 입력 분포 가정이 필요하다. Counting Sort의 r이 n보다 매우 크면 선형 표기가 실용적 이점을 보장하지 않는다. Radix Sort는 각 자리 정렬의 안정성이 이전 자리 순서를 보존해야 한다. 공개 원문: https://hyeonwoona0861.github.io/assets/pdfs/study/algorithms/05-sorting-02.pdf, https://hyeonwoona0861.github.io/assets/pdfs/study/algorithms/06-sorting-03.pdf, https://hyeonwoona0861.github.io/assets/pdfs/study/algorithms/lecture-07-sorting-04.pdf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그림의 녹색 구간이 pass 종료 후 확정된 suffix다. 인접한 원소만 교환하고 같은 키는 교환하지 않으면 안정적이다. Assignment 2에서는 pass 뒤 전체 배열을 출력한다. 공개 원문: https://hyeonwoona0861.github.io/assets/pdfs/study/algorithms/04-sorting-01.pdf#page=19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반열린 구간 [l,r)을 사용하면 기저 조건 l+1==r과 분할점 m이 명확하다. Assignment 2에서는 merge 직후 전체 배열을 출력하므로 지금 합친 interval만 새로 확정됐다고 읽는다. 공개 원문: https://hyeonwoona0861.github.io/assets/pdfs/study/algorithms/05-sorting-02.pdf#page=12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그림은 pivot 6이 최종 위치로 이동한 뒤 양쪽을 따로 정렬하는 구조를 보여 준다. Assignment 2에서는 partition 직후 출력하므로 pivot만 확정됐다고 설명한다. 공개 원문: https://hyeonwoona0861.github.io/assets/pdfs/study/algorithms/05-sorting-02.pdf#page=20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단순히 n개 노드 각각에 O(log n)을 곱하면 O(n log n) 상한만 얻는다. 높이 h인 노드 수가 약 n/2^(h+1)이므로 높이 가중 합은 O(n)으로 수렴한다. 공개 원문: https://hyeonwoona0861.github.io/assets/pdfs/study/algorithms/06-sorting-03.pdf#page=13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누적 배열 cnt[x]에서 1을 빼면 x의 마지막 빈 위치가 된다. 오른쪽에서 왼쪽으로 배치하면 동점 레코드의 순서를 보존한다. 시간과 공간은 Θ(n+r)이다. 공개 원문: https://hyeonwoona0861.github.io/assets/pdfs/study/algorithms/lecture-07-sorting-04.pdf#page=12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pass는 일의 자리다. 이후 십의 자리와 더 높은 자리를 처리해도 같은 높은 자리 안에서 이전 낮은 자리 순서가 유지돼야 한다. 총 시간은 Θ(k(n+r))이다. 공개 원문: https://hyeonwoona0861.github.io/assets/pdfs/study/algorithms/lecture-07-sorting-04.pdf#page=21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그림의 i는 0-based rank로 해석한다. 매 partition에서 pivot은 최종 rank를 얻고, 목표가 있는 한쪽만 재귀한다. 무작위 pivot의 기대 Θ(n)과 최악 Θ(n²)을 구분한다. 공개 원문: https://hyeonwoona0861.github.io/assets/pdfs/study/algorithms/lecture-08-selection.pdf#page=13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중앙값 그룹의 절반 이상에서 각 3개 원소가 pivot 한쪽에 확보된다. 반올림 오차는 O(1)로 흡수한다. Quickselect와 달리 결정론적 최악 O(n)을 보장한다. 공개 원문: https://hyeonwoona0861.github.io/assets/pdfs/study/algorithms/lecture-08-selection.pdf#page=26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DP 설계는 state, choice, recurrence, base/sentinel, order, answer, reconstruction을 한 묶음으로 확인한다. 경우의 수는 배타적 경우를 더하고, 최적화는 min 또는 max를 쓴다. 공개 원문: https://hyeonwoona0861.github.io/assets/pdfs/study/algorithms/lecture-09-dynamic-programming-01.pdf 및 https://hyeonwoona0861.github.io/assets/pdfs/study/algorithms/lecture-10-dynamic-programming-02.pdf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그림의 노란 경로는 이동 방향 예시이며 최적 경로 표시는 아니다. 노란 값 6+7+12+11+18+3+9=66이고, 같은 행렬을 점화식으로 계산하면 오른쪽 아래 최댓값은 68이다. 첫 행·첫 열 경계 처리가 필요하다. 공개 원문: https://hyeonwoona0861.github.io/assets/pdfs/study/algorithms/lecture-09-dynamic-programming-01.pdf#page=19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크기 (10×100)(100×5)(5×50)에서 (A0A1)A2는 7,500회, A0(A1A2)는 75,000회다. 작은 구간 너비부터 계산하고 split[s,e]로 괄호를 복원한다. 공개 원문: https://hyeonwoona0861.github.io/assets/pdfs/study/algorithms/lecture-09-dynamic-programming-01.pdf#page=24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X=ABCBDAB, Y=BDCABA의 LCS 길이는 4다. 동점 처리에 따라 BCBA 또는 BDAB처럼 다른 정답 문자열이 복원될 수 있다. 길이만 두 행으로 계산하면 일반적인 역추적 정보는 잃는다. 공개 원문: https://hyeonwoona0861.github.io/assets/pdfs/study/algorithms/lecture-10-dynamic-programming-02.pdf#page=10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값 테이블은 최소 횟수, 경로 테이블은 선택한 이전 상태를 저장한다. N=10에서 단순 규칙은 10-5-4-2-1로 4회지만 최적 경로는 10-9-3-1로 3회다. 공개 원문: https://hyeonwoona0861.github.io/assets/pdfs/study/algorithms/lecture-10-dynamic-programming-02.pdf#page=27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Theater Seating의 W(k)=W(k−1)+W(k−2), W(0)=W(1)=1이다. Unbounded Knapsack 예제 (2,3),(3,4), C=7의 값은 [0,0,3,4,6,7,9,10]이다. 정렬 출력은 Insertion은 삽입 뒤, Bubble은 pass 뒤, Quick은 partition 뒤, Merge는 merge 뒤다. 공개 해설: https://hyeonwoona0861.github.io/assignment/algorithms/assignment-02-sorting-and-dynamic-programming/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한국 동전 500,100,50,10,5,1은 인접 단위가 배수라 교환 논증을 적용할 수 있다. 배수 조건은 충분조건이며 필요조건은 아니다. {4,3,1}, 금액 6에서 그리디 4+1+1은 3개지만 3+3은 2개다. 공개 원문: https://hyeonwoona0861.github.io/assets/pdfs/study/algorithms/lecture-11-greedy-algorithm.pdf#page=18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종료 시각이 가장 빠른 회의 a1과 최적해의 첫 회의 aj를 교환해도 이후 회의는 그대로 배치된다. 종료 시각 동점과 zero-duration 회의까지 허용하면 (finish,start) 정렬과 선택 회의 제외를 명시한다. 공개 원문: https://hyeonwoona0861.github.io/assets/pdfs/study/algorithms/lecture-11-greedy-algorithm.pdf#page=25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복습은 Lecture 2 Practice를 다시 풀고, 같은 입력으로 정렬 trace를 쓰고, DP 문제의 state부터 recurrence를 재구성하고, Greedy 규칙에 교환 논증 또는 최소 반례를 붙이는 순서로 진행한다. 전체 공개 원문 목록: https://hyeonwoona0861.github.io/study/algorithms/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bc3c99dd744e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a56ff706c347c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e1fb800fc04a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6a98ede6da49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f7bf8b01048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89c1b47d0d48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A0295C-C685-4186-9E85-AC0D4A5709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B65EC4-0E30-43C6-80D5-C3ACA44DCB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8BE510F-9E0F-4B7F-9174-7E0B05A73C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A3AB6E-25ED-4C57-A331-EEDDCD904B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99ED0E8-E679-45C9-A1C1-9A31EDDF44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A7396C-2614-4EAA-A742-F76A0E5EF1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088A54-7CC0-40A0-8274-38AD69F0B3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EB5BEED-DC18-4EA7-B33B-6D5E7FF9EE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DD9CCF-8B24-4D31-AAE2-141DEF6E40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69D733-712D-4C96-8F8F-CCA57700DB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687a55580e4c9e" /><Relationship Type="http://schemas.openxmlformats.org/officeDocument/2006/relationships/slideLayout" Target="/ppt/slideLayouts/slideLayout1.xml" Id="R86c1cd5e64b84cdf" /><Relationship Type="http://schemas.openxmlformats.org/officeDocument/2006/relationships/slideLayout" Target="/ppt/slideLayouts/slideLayout2.xml" Id="Rbb4b39512d414713" /><Relationship Type="http://schemas.openxmlformats.org/officeDocument/2006/relationships/slideLayout" Target="/ppt/slideLayouts/slideLayout3.xml" Id="R80c62b455a9641e0" /><Relationship Type="http://schemas.openxmlformats.org/officeDocument/2006/relationships/slideLayout" Target="/ppt/slideLayouts/slideLayout4.xml" Id="R793388121c2649aa" /><Relationship Type="http://schemas.openxmlformats.org/officeDocument/2006/relationships/slideLayout" Target="/ppt/slideLayouts/slideLayout5.xml" Id="Rb9704000d4564033" /><Relationship Type="http://schemas.openxmlformats.org/officeDocument/2006/relationships/slideLayout" Target="/ppt/slideLayouts/slideLayout6.xml" Id="Ra97f4adec3d54a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c1cd5e64b84cdf"/>
    <p:sldLayoutId xmlns:r="http://schemas.openxmlformats.org/officeDocument/2006/relationships" id="2147483650" r:id="Rbb4b39512d414713"/>
    <p:sldLayoutId xmlns:r="http://schemas.openxmlformats.org/officeDocument/2006/relationships" id="2147483651" r:id="R80c62b455a9641e0"/>
    <p:sldLayoutId xmlns:r="http://schemas.openxmlformats.org/officeDocument/2006/relationships" id="2147483652" r:id="R793388121c2649aa"/>
    <p:sldLayoutId xmlns:r="http://schemas.openxmlformats.org/officeDocument/2006/relationships" id="2147483653" r:id="Rb9704000d4564033"/>
    <p:sldLayoutId xmlns:r="http://schemas.openxmlformats.org/officeDocument/2006/relationships" id="2147483654" r:id="Ra97f4adec3d54a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d7e925fd9041af" /><Relationship Type="http://schemas.openxmlformats.org/officeDocument/2006/relationships/notesSlide" Target="/ppt/notesSlides/notesSlide1.xml" Id="Re8b3012921e143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14553a58ca44a1" /><Relationship Type="http://schemas.openxmlformats.org/officeDocument/2006/relationships/notesSlide" Target="/ppt/notesSlides/notesSlide2.xml" Id="Rc41bbf1eeb6d49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abc5c379d342c7" /><Relationship Type="http://schemas.openxmlformats.org/officeDocument/2006/relationships/notesSlide" Target="/ppt/notesSlides/notesSlide3.xml" Id="R122ec9798faa4f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1c813997634093" /><Relationship Type="http://schemas.openxmlformats.org/officeDocument/2006/relationships/image" Target="/ppt/media/image.jpeg" Id="R7fe2916f5dc44ca3" /><Relationship Type="http://schemas.openxmlformats.org/officeDocument/2006/relationships/notesSlide" Target="/ppt/notesSlides/notesSlide4.xml" Id="R8bf782ade3224c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60ecddcf38446d" /><Relationship Type="http://schemas.openxmlformats.org/officeDocument/2006/relationships/image" Target="/ppt/media/image2.jpeg" Id="R3d7d857d7b564393" /><Relationship Type="http://schemas.openxmlformats.org/officeDocument/2006/relationships/notesSlide" Target="/ppt/notesSlides/notesSlide5.xml" Id="Re127a3c7b4294a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83080357384e3c" /><Relationship Type="http://schemas.openxmlformats.org/officeDocument/2006/relationships/notesSlide" Target="/ppt/notesSlides/notesSlide6.xml" Id="Rb2fafd548daf4a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3129eae08c42ef" /><Relationship Type="http://schemas.openxmlformats.org/officeDocument/2006/relationships/notesSlide" Target="/ppt/notesSlides/notesSlide7.xml" Id="R4c660d4ae94a43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bc0d611307457b" /><Relationship Type="http://schemas.openxmlformats.org/officeDocument/2006/relationships/notesSlide" Target="/ppt/notesSlides/notesSlide8.xml" Id="R1c0abc4a00974b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ae38d63ba2403c" /><Relationship Type="http://schemas.openxmlformats.org/officeDocument/2006/relationships/image" Target="/ppt/media/image3.jpeg" Id="R8ed942f8c6f2410c" /><Relationship Type="http://schemas.openxmlformats.org/officeDocument/2006/relationships/notesSlide" Target="/ppt/notesSlides/notesSlide9.xml" Id="Re609b770df6649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5f2057f290482c" /><Relationship Type="http://schemas.openxmlformats.org/officeDocument/2006/relationships/image" Target="/ppt/media/image4.jpeg" Id="R0c108ad91399428a" /><Relationship Type="http://schemas.openxmlformats.org/officeDocument/2006/relationships/notesSlide" Target="/ppt/notesSlides/notesSlide10.xml" Id="R5a775da7e96940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8ce2da30644e65" /><Relationship Type="http://schemas.openxmlformats.org/officeDocument/2006/relationships/image" Target="/ppt/media/image5.jpeg" Id="Ra4efb639fca64f5f" /><Relationship Type="http://schemas.openxmlformats.org/officeDocument/2006/relationships/notesSlide" Target="/ppt/notesSlides/notesSlide11.xml" Id="R1d352cb02d284a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9e8c0fe6bb47b6" /><Relationship Type="http://schemas.openxmlformats.org/officeDocument/2006/relationships/image" Target="/ppt/media/image6.jpeg" Id="R7d9367b492944ef3" /><Relationship Type="http://schemas.openxmlformats.org/officeDocument/2006/relationships/notesSlide" Target="/ppt/notesSlides/notesSlide12.xml" Id="R8c243eb843f24f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a7e0e997f24a07" /><Relationship Type="http://schemas.openxmlformats.org/officeDocument/2006/relationships/image" Target="/ppt/media/image7.jpeg" Id="Re966ed33c91b4948" /><Relationship Type="http://schemas.openxmlformats.org/officeDocument/2006/relationships/notesSlide" Target="/ppt/notesSlides/notesSlide13.xml" Id="R900294582eb348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0250392ae47f1" /><Relationship Type="http://schemas.openxmlformats.org/officeDocument/2006/relationships/image" Target="/ppt/media/image8.jpeg" Id="Ra64f2346a9aa4eb3" /><Relationship Type="http://schemas.openxmlformats.org/officeDocument/2006/relationships/notesSlide" Target="/ppt/notesSlides/notesSlide14.xml" Id="Rf580f3fe6e1f4e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0e78ff670041a2" /><Relationship Type="http://schemas.openxmlformats.org/officeDocument/2006/relationships/image" Target="/ppt/media/image9.jpeg" Id="Rf35e7197d11b43f3" /><Relationship Type="http://schemas.openxmlformats.org/officeDocument/2006/relationships/notesSlide" Target="/ppt/notesSlides/notesSlide15.xml" Id="Ree3a63eb7f9141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b923140a1742c2" /><Relationship Type="http://schemas.openxmlformats.org/officeDocument/2006/relationships/image" Target="/ppt/media/image10.jpeg" Id="R2ff2f07cb00b4211" /><Relationship Type="http://schemas.openxmlformats.org/officeDocument/2006/relationships/notesSlide" Target="/ppt/notesSlides/notesSlide16.xml" Id="Rd2005f0b4ba945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360bae3644407f" /><Relationship Type="http://schemas.openxmlformats.org/officeDocument/2006/relationships/notesSlide" Target="/ppt/notesSlides/notesSlide17.xml" Id="Re96105dd9bf048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dc3e7e36ca4740" /><Relationship Type="http://schemas.openxmlformats.org/officeDocument/2006/relationships/image" Target="/ppt/media/image11.jpeg" Id="R275fb23815264a39" /><Relationship Type="http://schemas.openxmlformats.org/officeDocument/2006/relationships/notesSlide" Target="/ppt/notesSlides/notesSlide18.xml" Id="Ra0d39b7259de4a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2665a1b585438c" /><Relationship Type="http://schemas.openxmlformats.org/officeDocument/2006/relationships/image" Target="/ppt/media/image12.jpeg" Id="R2e4cf0755cbf4f4f" /><Relationship Type="http://schemas.openxmlformats.org/officeDocument/2006/relationships/notesSlide" Target="/ppt/notesSlides/notesSlide19.xml" Id="R735792635a844f8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0aea65026340f7" /><Relationship Type="http://schemas.openxmlformats.org/officeDocument/2006/relationships/image" Target="/ppt/media/image13.jpeg" Id="R059d8154dc1b4990" /><Relationship Type="http://schemas.openxmlformats.org/officeDocument/2006/relationships/notesSlide" Target="/ppt/notesSlides/notesSlide20.xml" Id="R76b02e0dd65c4ab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bb893f8f1e4600" /><Relationship Type="http://schemas.openxmlformats.org/officeDocument/2006/relationships/image" Target="/ppt/media/image14.jpeg" Id="R4c3452d4b3e1477e" /><Relationship Type="http://schemas.openxmlformats.org/officeDocument/2006/relationships/notesSlide" Target="/ppt/notesSlides/notesSlide21.xml" Id="R0e907967629946b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d6c07924df4cf3" /><Relationship Type="http://schemas.openxmlformats.org/officeDocument/2006/relationships/notesSlide" Target="/ppt/notesSlides/notesSlide22.xml" Id="R86bfbcaa7e524aa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1651ef327746c8" /><Relationship Type="http://schemas.openxmlformats.org/officeDocument/2006/relationships/image" Target="/ppt/media/image15.jpeg" Id="R47cb9a214c444ee7" /><Relationship Type="http://schemas.openxmlformats.org/officeDocument/2006/relationships/notesSlide" Target="/ppt/notesSlides/notesSlide23.xml" Id="R0db2be99aab24f3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2557f5702f41ea" /><Relationship Type="http://schemas.openxmlformats.org/officeDocument/2006/relationships/image" Target="/ppt/media/image16.jpeg" Id="R105ec60b4d48436b" /><Relationship Type="http://schemas.openxmlformats.org/officeDocument/2006/relationships/notesSlide" Target="/ppt/notesSlides/notesSlide24.xml" Id="Ra302e464791944e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69fce8d8434932" /><Relationship Type="http://schemas.openxmlformats.org/officeDocument/2006/relationships/notesSlide" Target="/ppt/notesSlides/notesSlide25.xml" Id="Rc2c85043d1da44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55844-F687-4265-9061-E64A46D8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2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420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Algorithms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8E1F2-90C8-4012-939D-B2E3A416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Midterm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EA99B-BBBA-48D0-B461-FC7237C1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528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225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계산량을 세는 법부터 최적 선택을 증명하는 법까지 한 흐름으로 복습한다.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53B7F-2C2B-447A-876B-AFA0CDDD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2–11과 Practice, Assignment 1–2를 연결한다.</a:t>
            </a:r>
          </a:p>
          <a:p xmlns:a="http://schemas.openxmlformats.org/drawingml/2006/main">
            <a:pPr>
              <a:def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핵심은 입력·상태·활성 구간·적용 조건을 말로 설명하는 능력이다.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48520-B68D-45EF-91AA-0FA17CEE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589101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577FD-4763-42C8-AF64-59EBA3E8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Review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E2D2F-7676-4A84-BE3A-4E7ADCC4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각 단원은 서로 다른 질문을 풀지만, 모두 정확한 상태와 불변식을 요구한다.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D25C5-214A-4820-8BA9-F24A1D7F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Analysis·Recurrence: 무엇을 세고 어떻게 합산하는가.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2A072-1791-4479-A4BB-CF027C4F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Sorting·Selection: 어느 구간과 순위가 확정되는가.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62FA1-33EE-45FB-B35D-163F5017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DP·Greedy: 선택을 저장할지, 즉시 확정할지 어떻게 증명하는가.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5823B-D426-4117-8533-46ADE017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083862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4D76B-5AF3-4535-ACBC-CCA69563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Practice: Value and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3FBDC-6314-48CA-81A4-B0C4343F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계산 결과와 실행 횟수는 다른 값이다. 먼저 세는 단위를 고정한다.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6F09A-2747-4C27-AFA4-20FFF0C0E0EC}"/>
              </a:ext>
            </a:extLst>
          </p:cNvPr>
          <p:cNvGraphicFramePr/>
          <p:nvPr/>
        </p:nvGraphicFramePr>
        <p:xfrm>
          <a:off xmlns:a="http://schemas.openxmlformats.org/drawingml/2006/main" x="533400" y="2057400"/>
          <a:ext xmlns:a="http://schemas.openxmlformats.org/drawingml/2006/main" cx="111252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2781300"/>
                <a:gridCol w="2781300"/>
                <a:gridCol w="2781300"/>
              </a:tblGrid>
              <a:tr h="520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Stage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Body runs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Result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Cost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j=1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sum=1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j=2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sum=3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j=3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sum=6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6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Array loop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A=[0,1,2]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Total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9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sum=6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15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2988F-5825-48E6-8BCB-E0AF75C6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n=3, s₀=0에서 삼각 반복은 sum=6을 만들지만 연산 비용은 15다.</a:t>
            </a:r>
          </a:p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뒤의 배열 반복은 중첩 반복과 곱하지 않고 더한다.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09E92-8BC3-4DDD-B02E-8C51153E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144740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86735-6802-401D-8BC3-397AF8C3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Asymptotic Bounds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7B612-F4B9-45E0-9DDC-810B56E7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Worst case와 Big-O는 같은 축이 아니다. Θ는 상한과 하한을 함께 맞춘다.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338CE-E07D-43DF-A33D-EA7D5CB3D2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2916f5dc44ca3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8774B-CF50-49B7-8D43-1AAEE9FB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정확한 횟수, 입력 case, 점근 bound를 분리한다.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증명에는 상수 c와 시작점 n₀가 필요하다.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E86E6-9F97-4DD0-9A83-CCFEA325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2, p. 27: O, Ω, Θ와 tight bound의 차이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0B78C-241A-4DE9-A795-653D19FC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420162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4CFF3-5413-4E62-82CA-D8D58C07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Recurrence by Substitution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C79FD-D5EE-41BF-813A-5D421734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재귀 호출 수와 현재 호출이 수행하는 일을 분리해야 점화식이 맞는다.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EB083-2A3A-4A85-A583-8E3A4C8320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d857d7b564393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D4BA0-389D-4EA5-AC81-C7C22F61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T(n)=T(n−1)+n은 n+(n−1)+⋯+1로 펼쳐진다.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반복 대입으로 형태를 찾고, 귀납으로 bound를 확인한다.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02793-4AA1-45EE-9963-02DE508F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3, p. 15: iterative substitution의 시작 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D4CED-8A43-4B2D-B27C-DF7D1A0C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913107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7290B-6E78-47F6-9586-C33F192C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Master Theorem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87503-EF35-41E0-BE00-AD8ABD3A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f(n)을 임계 함수 n^(log_b a)와 비교하고 다항식 차이까지 확인한다.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41B23-8726-4758-BA4A-B744532FBA70}"/>
              </a:ext>
            </a:extLst>
          </p:cNvPr>
          <p:cNvGraphicFramePr/>
          <p:nvPr/>
        </p:nvGraphicFramePr>
        <p:xfrm>
          <a:off xmlns:a="http://schemas.openxmlformats.org/drawingml/2006/main" x="533400" y="2057400"/>
          <a:ext xmlns:a="http://schemas.openxmlformats.org/drawingml/2006/main" cx="111252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2781300"/>
                <a:gridCol w="2781300"/>
                <a:gridCol w="278130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Case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Comparison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Result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Assignment 1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f polynomially smaller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Θ(n^log_b a)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(c)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same order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Θ(n^log_b a log n)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(d)(e)(f)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f polynomially larger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Θ(f)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(a)(b)(g)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38B85-CA9A-4955-A8D5-E5A13DDC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Case 3은 a·f(n/b)≤c·f(n), c&lt;1인 정규성 조건도 필요하다.</a:t>
            </a:r>
          </a:p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Assignment 1의 7문제는 세 case로 묶어 복습한다.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8CCE2-6AF7-480B-B19F-F4D613A4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830992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1E1BF-AA2A-4FE9-8280-093F943D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Sorting Comparison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18E3F-ABE7-4478-8F81-1302A1F8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같은 Θ(n²) 정렬도 입력 순서, 안정성, 이동 방식이 다르다.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8855B-36FB-459E-9F4B-6FCA89855DFB}"/>
              </a:ext>
            </a:extLst>
          </p:cNvPr>
          <p:cNvGraphicFramePr/>
          <p:nvPr/>
        </p:nvGraphicFramePr>
        <p:xfrm>
          <a:off xmlns:a="http://schemas.openxmlformats.org/drawingml/2006/main" x="533400" y="2057400"/>
          <a:ext xmlns:a="http://schemas.openxmlformats.org/drawingml/2006/main" cx="111252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2781300"/>
                <a:gridCol w="2781300"/>
                <a:gridCol w="278130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Algorithm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Best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Worst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Stable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Bubble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Θ(n)*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Θ(n²)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Yes*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Selection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Θ(n²)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Θ(n²)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No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Insertion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Θ(n)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Θ(n²)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Yes*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Merge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Θ(n log n)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Θ(n log n)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Yes*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A1C97-51AD-4DE2-926A-33123029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비교 횟수와 이동 횟수를 따로 본다.</a:t>
            </a:r>
          </a:p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Stable은 동점 순서, in-place는 보조 공간에 관한 성질이다.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609F3-1E73-4215-B727-ACABD46A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61493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23BFE-D490-4B9F-8E6A-489BF857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Sorting Comparison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01C81-4784-40DB-8C69-DB7305E7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시간복잡도만 외우면 적용 조건과 메모리 비용을 놓친다.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4D609-46C1-4CAF-BD0A-15482EBB5428}"/>
              </a:ext>
            </a:extLst>
          </p:cNvPr>
          <p:cNvGraphicFramePr/>
          <p:nvPr/>
        </p:nvGraphicFramePr>
        <p:xfrm>
          <a:off xmlns:a="http://schemas.openxmlformats.org/drawingml/2006/main" x="533400" y="2057400"/>
          <a:ext xmlns:a="http://schemas.openxmlformats.org/drawingml/2006/main" cx="111252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2781300"/>
                <a:gridCol w="2781300"/>
                <a:gridCol w="278130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Algorithm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Time (Θ)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Space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Key condition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Quick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E n log n / W n²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stack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balanced pivot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Heap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W n log n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Θ(1)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heap invariant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Counting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n+r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Θ(n+r)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bounded keys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LSD Radix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k(n+r)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digit sort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stable digit sort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202F0-FE8B-4202-871B-7D9F456A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E는 기대, W는 최악 시간이다. Quick은 pivot 품질, Heap은 heap 불변식이 핵심이다.</a:t>
            </a:r>
          </a:p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Counting과 Radix는 키 범위 r과 자릿수 k를 비용에 포함한다.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83E1C-D3B3-41AE-A4A2-C505A970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116484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6C974-7B6F-49B4-8C47-B693F77F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Bubble Sort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61C69-93F2-4BF5-9208-A4EC29FE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한 pass가 끝날 때마다 미정렬 구간의 최댓값 하나가 오른쪽에 확정된다.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375CA-25CD-408E-BEB1-7E1EB275BE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942f8c6f2410c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69EC8-99F9-469B-AEC3-A38F2BC9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현재 배열과 확정 suffix를 함께 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조기 종료가 없으면 이미 정렬된 입력도 Θ(n²)다.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B2CE6-0EC9-4D4C-B689-5850B6C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4, p. 19: pass마다 늘어나는 확정 suffix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9E045-B01E-4104-9B11-5E456D16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300655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873B7-8437-49DE-87DC-477A58AC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Merge Sort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11539-0E70-472D-A0B6-7803DDB7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정렬된 두 하위 구간을 합칠 때만 상위 구간 전체가 정렬된다.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4DB6D-1E9B-44B1-B7B2-360B8E1808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08ad91399428a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AF2DA-9EBB-45D2-80BD-2FBD1D34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각 merge는 구간 길이에 선형이다.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log n개 레벨마다 총 n개 원소를 처리해 Θ(n log n)이 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55627-2E42-4B18-9B45-0046E909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5, p. 12: 분할한 두 배열의 정렬과 merge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92FF9-316D-49F2-B959-7B1CC4B5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633410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2D6E1-1150-4189-A27E-84FB1B2E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Quick Sort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6C42D-7939-4E57-ABB7-1542B075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Partition 직후 확정되는 것은 pivot 위치 하나다.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8D731-D0E8-41C8-B5F0-30BBEAA2B3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fb639fca64f5f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D2D11-64DA-4AB5-8C8B-A9024079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왼쪽과 오른쪽 구간의 내부 순서는 아직 정렬되지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불균형 pivot이 반복되면 T(n)=T(n−1)+Θ(n)이 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9F8E9-5BEB-456C-BEB4-AC14FB8C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5, p. 20: pivot 6의 partition과 두 재귀 구간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53686-8334-42F7-83EB-F20213C3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637769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6D66B-8C04-47F9-9DDD-AB9FF2A7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Build-Heap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B98F6-4B6A-4976-8996-664F3CC7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마지막 내부 노드부터 sift-down하면 자식 subtree가 이미 heap이라는 조건을 쓸 수 있다.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6C644-E3EC-4D4E-A2C6-320977B0AF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367b492944ef3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771D1-53F8-44E4-B335-1ED65205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각 노드 비용은 높이에 비례하지만 높은 노드는 적다.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따라서 bottom-up build-heap은 Θ(n)이다.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D92E3-FE78-4F91-A7ED-7E8EEA15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6, p. 13: 마지막 내부 노드에서 시작하는 build-heap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54157-10DB-4239-8567-FFF986ED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266628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DADA2-9B3C-489C-9264-4B806683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Counting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95F0F-2486-44D5-B377-D36CF7C1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누적 개수는 각 키가 출력에서 끝나는 다음 위치를 알려 준다.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012DD-789E-47AC-8205-596DA08CA1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6ed33c91b4948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E14C6-EFBE-4F53-A773-943EC996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입력을 뒤에서 읽으면 같은 키의 상대 순서가 보존된다.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키는 0≤key&lt;r 범위여야 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A85CC-935A-49CF-80F1-6AACD79A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7, p. 12: count, cumulative count, stable placement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B3A1C-4F2E-49CC-B4B4-B4B5AEF7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05696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A0025-5462-48EF-AA7D-4E2F1F5A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LSD Radix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D00EB-5B9B-4E1D-BD68-6101C0B5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낮은 자리부터 정렬할 때 이전 자리의 순서를 보존해야 한다.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DEB16-43DB-4BFF-A2D0-E5311353A9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f2346a9aa4eb3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FD397-8FF8-4425-916C-D0AA19DE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각 digit sort가 stable이면 높은 자리가 같을 때 낮은 자리 순서가 유지된다.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비용은 k개 자리마다 Θ(n+r)다.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1A029-2BDA-451C-ADE1-2CB8FFBB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7, p. 21: 첫 번째 LSD 자리 선택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F7DE6-13D9-402C-8CA8-B3933A8F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783888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383AD-A6E5-400F-A352-7AC26FAE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Quickselect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1B9D3-459F-480B-90C9-3E2DBD19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Pivot의 rank와 목표 rank를 비교해 필요한 한쪽만 계속 탐색한다.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6A837-E70E-4513-85F1-34534D9491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e7197d11b43f3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3FC20-131B-45E9-8B79-4AAD90FF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전체 정렬이 필요 없어 기대 시간은 Θ(n)이다.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극단 pivot이 반복되는 경로의 최악 시간은 Θ(n²)다.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C7444-F46D-49CE-A860-EC643DF5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8, p. 13: 목표 rank를 포함한 구간만 남기는 과정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22859-8798-4202-89AE-6A81580B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978033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3A90E-12F3-4552-AAD5-B5DEA38B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Median of Medians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49B9F-5240-4637-BB4A-D3A796BA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5개 그룹의 중앙값을 다시 선택하면 극단적으로 나쁜 pivot을 막을 수 있다.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98BA4-1D67-4B69-92B6-28C5171F96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2f07cb00b4211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AE833-2090-487B-9240-78C5824C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각 방향에 약 3n/10개 원소가 보장된다.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T(n)≤T(n/5)+T(7n/10)+O(n)이므로 최악 O(n)이다.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C7A81-3412-4CED-9A0E-A78BCC46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8, p. 26: pivot 15 양쪽에 보장되는 원소 집합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6371C-F623-4B59-8D22-2748C90A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469523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5CA66-B728-4DCE-8793-904903C1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DP State 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16693-4F1C-46F1-9A58-09C88E6E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점화식은 외우는 식이 아니라 가능한 마지막 선택을 빠짐없이 나눈 결과다.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3FEC8-324F-4B0C-B454-E78BCCDD5AAF}"/>
              </a:ext>
            </a:extLst>
          </p:cNvPr>
          <p:cNvGraphicFramePr/>
          <p:nvPr/>
        </p:nvGraphicFramePr>
        <p:xfrm>
          <a:off xmlns:a="http://schemas.openxmlformats.org/drawingml/2006/main" x="533400" y="2057400"/>
          <a:ext xmlns:a="http://schemas.openxmlformats.org/drawingml/2006/main" cx="111252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08400"/>
                <a:gridCol w="3708400"/>
                <a:gridCol w="370840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Stage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Question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Failure signal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State + Choice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무엇과 어떤 선택인가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정보 부족·중복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Recurrence + Base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작은 상태와 빈 문제는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누락·잘못된 연산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Order + Answer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참조가 먼저 계산됐나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미계산 참조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Sentinel + Restore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불가능·경로를 어떻게 표시하나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0과 미계산 혼동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4D59E-377D-4464-8951-38339768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상태가 다음 결정을 내리기에 충분한 정보를 담아야 한다.</a:t>
            </a:r>
          </a:p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값과 실제 선택을 복원하는 정보는 따로 저장할 수 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9EF8D-7448-45F9-A7A0-8929B65D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559743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F5693-F207-49E0-BA91-3263529C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Matrix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9780E-CF32-49C7-BBF5-A92E4B41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현재 칸의 마지막 이동은 위 또는 왼쪽뿐이므로 두 이전 상태 중 큰 값을 고른다.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710AB-A056-41E7-8583-15F9DE1BDC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fb23815264a39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4305C-31EC-46C5-92D7-12E8879D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P[i,j]=M[i,j]+max(P[i−1,j],P[i,j−1]).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강조 경로 합은 66이지만 전체 행렬의 최적값은 68이다.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51BE4-5E97-4F57-9D04-021290B8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9, p. 19: bottom-up 순서와 강조 경로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3B272-F221-4C2D-B5BF-8774125E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061872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B6739-C10D-46F3-9DDA-A49198EF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Matrix-Chain 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0D716-9190-4F56-8C45-CB77EEB4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행렬 순서는 유지하고 괄호 위치만 바꿔 스칼라 곱셈 수를 최소화한다.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781F8-6A8E-4EBD-A71E-2571B0988B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cf0755cbf4f4f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2B0D9-758E-4BFB-9317-06F11070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상태 C[s,e]는 반열린 구간 [s,e)의 최소 비용이다.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모든 분할점 k를 비교하고 최솟값과 k를 함께 저장한다.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B17A1-EB6F-4B8E-BBCB-A8FE7908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9, p. 24: 구간을 두 부분으로 나누는 점화식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3E033-EA1C-485E-B7BF-D1114899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313730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18E44-7385-43F0-900C-7C4EA802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Longest Common Subsequence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07EC0-FA52-4FF8-949C-6260DC5D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마지막 문자가 같으면 함께 쓰고, 다르면 한쪽 마지막 문자를 버리는 두 경우를 비교한다.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40C55-3051-4196-A7D8-5B75055D9E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d8154dc1b4990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DDAD6-4C8C-4764-8894-00C9F01D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빈 접두사 행과 열은 0으로 시작한다.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길이 표를 역추적하면 실제 LCS를 복원할 수 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789CC-4D2D-4557-8535-D4A065DB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10, p. 10: 마지막 문자 일치 여부에 따른 두 recurrence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2DD2E-6E17-44D7-9D98-CE88742B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41708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1E5CE-6F6D-4AA1-8C22-FDCDCB17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Making It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9CCB0-936C-4123-849F-274A8BAE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최솟값 테이블과 이전 상태 테이블을 함께 저장해야 연산 수와 경로를 모두 얻는다.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1AA53-91A7-4CBC-88E8-C974C2A814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452d4b3e1477e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56003-B128-4262-B514-373245E9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D[i]는 i에서 1까지의 최소 연산 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10에서 나눗셈 우선 그리디는 4회지만 DP 최적 경로는 3회다.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7EF4C-54EA-44D5-B065-AB6807B8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10, p. 27: 최소 횟수와 경로 저장 테이블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9DD86-3ECA-460A-84EA-083EA246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2581660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6D83D-117F-4A4F-A84B-AAA0C083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Assignment 2: DP in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63495-0219-4CE9-8191-BD3C1619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Assignment 2는 상태 정의와 계산 순서를 구현 선택으로 연결한다.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894FF-C5E9-435C-90E9-F31D7023E68C}"/>
              </a:ext>
            </a:extLst>
          </p:cNvPr>
          <p:cNvGraphicFramePr/>
          <p:nvPr/>
        </p:nvGraphicFramePr>
        <p:xfrm>
          <a:off xmlns:a="http://schemas.openxmlformats.org/drawingml/2006/main" x="533400" y="2057400"/>
          <a:ext xmlns:a="http://schemas.openxmlformats.org/drawingml/2006/main" cx="111252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2781300"/>
                <a:gridCol w="2781300"/>
                <a:gridCol w="278130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Problem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State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Order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Answer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Theater Seating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W(k)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k increasing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segment product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Unbounded Knapsack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dp[c]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 increasing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dp[C]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Sorting traces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current array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after required event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printed states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5C539-DD1F-4701-9EEE-CF2168C9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Theater Seating은 VIP가 만든 독립 구간의 경우의 수를 곱한다.</a:t>
            </a:r>
          </a:p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Unbounded Knapsack은 같은 물건 재사용을 위해 용량을 증가 순서로 계산한다.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FF801-DA04-46DB-944A-A43E2946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942282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50FF9-A69C-463F-B92C-9D1FC2E0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Greedy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733C9-AE06-40D3-B222-FB02F033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가장 큰 동전을 먼저 쓰는 규칙은 동전 체계의 구조가 뒷받침해야 한다.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52E35-B876-47F2-A7F2-BAE3BCE438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b9a214c444ee7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F39AC-0699-438F-BDBF-36E6DA76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배수 사슬에서는 작은 동전 묶음을 큰 동전 하나로 교환할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{4,3,1}의 금액 6은 그리디 반례다.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48999-6608-4DD1-A019-BA4145D6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11, p. 18: 배수 조건과 조건이 깨지는 동전 체계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296E5-BA52-470E-9227-8253AB8A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439659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5802A-4AEC-4460-8187-3715CD96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Meeting Room Allocation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7C672-DA13-48A0-8D89-04515F28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가장 빨리 끝나는 회의를 고르면 남은 회의가 사용할 시간을 가장 많이 남긴다.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3572F-5BAD-4785-9D59-A911EECFE6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ec60b4d48436b"/>
          <a:stretch xmlns:a="http://schemas.openxmlformats.org/drawingml/2006/main"/>
        </p:blipFill>
        <p:spPr>
          <a:xfrm xmlns:a="http://schemas.openxmlformats.org/drawingml/2006/main">
            <a:off x="806940" y="2057400"/>
            <a:ext cx="659667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9B4F2-963D-4C54-B4CE-95D06CFC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6766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어떤 최적해의 첫 회의를 이 선택으로 바꿔도 회의 수가 줄지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이 교환 뒤 남은 compatible 집합도 같은 문제다.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0D620-508E-460C-B625-6A12DC50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526378"/>
                </a:solidFill>
                <a:latin typeface="AppleGothic"/>
                <a:ea typeface="AppleGothic"/>
                <a:cs typeface="AppleGothic"/>
              </a:rPr>
              <a:t>Lecture 11, p. 25: earliest-finish 선택의 교환 논증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9E9AD-118C-4907-81F0-CC08E90D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8049168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167EC-855E-47F2-AD51-E0DE6226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Final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AB2D8-4B98-4ADD-A407-99279C07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164CB"/>
                </a:solidFill>
                <a:latin typeface="AppleGothic"/>
                <a:ea typeface="AppleGothic"/>
                <a:cs typeface="AppleGothic"/>
              </a:rPr>
              <a:t>정답보다 먼저 가정, 상태, 확정 범위, 실패 조건을 말할 수 있어야 한다.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F2AA0-B487-4A9C-AC06-1BD680892BD5}"/>
              </a:ext>
            </a:extLst>
          </p:cNvPr>
          <p:cNvGraphicFramePr/>
          <p:nvPr/>
        </p:nvGraphicFramePr>
        <p:xfrm>
          <a:off xmlns:a="http://schemas.openxmlformats.org/drawingml/2006/main" x="533400" y="2057400"/>
          <a:ext xmlns:a="http://schemas.openxmlformats.org/drawingml/2006/main" cx="111252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08400"/>
                <a:gridCol w="3708400"/>
                <a:gridCol w="370840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Domain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Must explain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64C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Common error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AF1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Analysis + Recurrence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cost unit and calls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value vs time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Sorting + Selection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fixed region or rank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all sides sorted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Dynamic Programming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state, base, order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formula memorization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Greedy</a:t>
                      </a:r>
                    </a:p>
                  </a:txBody>
                  <a:tcPr marL="114300" marR="114300" marT="95250" marB="95250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exchange proof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4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local rule only</a:t>
                      </a:r>
                    </a:p>
                  </a:txBody>
                  <a:tcPr marL="114300" marR="114300" marT="95250" marB="95250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AA512-C41B-4EE3-9EA2-8B1A77BA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수식은 조건과 함께, trace는 현재 상태와 함께 설명한다.</a:t>
            </a:r>
          </a:p>
          <a:p xmlns:a="http://schemas.openxmlformats.org/drawingml/2006/main">
            <a:pPr>
              <a:def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243B"/>
                </a:solidFill>
                <a:latin typeface="AppleGothic"/>
                <a:ea typeface="AppleGothic"/>
                <a:cs typeface="AppleGothic"/>
              </a:rPr>
              <a:t>Greedy 규칙에는 증명 또는 반례를 붙인다.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D8073-DE6D-4670-ABB1-4049C12D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defPPr>
            <a:lvl1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1pPr>
            <a:lvl2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2pPr>
            <a:lvl3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3pPr>
            <a:lvl4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4pPr>
            <a:lvl5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5pPr>
            <a:lvl6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6pPr>
            <a:lvl7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7pPr>
            <a:lvl8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8pPr>
            <a:lvl9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48C"/>
                </a:solidFill>
                <a:latin typeface="AppleGothic"/>
                <a:ea typeface="AppleGothic"/>
                <a:cs typeface="AppleGothi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421271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2026-10-18T10:55:21.8630000Z</dcterms:created>
  <dcterms:modified xsi:type="dcterms:W3CDTF">2026-10-18T10:55:21.8630000Z</dcterms:modified>
</coreProperties>
</file>