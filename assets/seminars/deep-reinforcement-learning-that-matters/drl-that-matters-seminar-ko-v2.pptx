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Deep Reinforcement Learning that Matters: 재현 가능한 비교
발표 대본
Henderson 등의 논문은 새 강화학습 알고리즘을 제안하는 논문이 아닙니다. 같은 알고리즘 이름과 같은 benchmark를 사용했다고 해도, 설정과 평가 방식이 다르면 성능 주장의 뜻이 달라질 수 있음을 실험으로 조사합니다. 이 자료는 2019년 arXiv v3 원문을 기준으로 합니다.
공개 출처
arxiv-v3 | p. 1, title, abstract; arXiv v3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논문의 역할: deep RL 결과를 검증하는 실험 연구
발표 대본
원문은 policy-gradient 방법과 MuJoCo continuous-control 환경에 초점을 둡니다. TRPO, DDPG, PPO, ACKTR을 대표 baseline으로 조사합니다. 따라서 이 논문을 특정 알고리즘의 성능 논문이나 일반 RL 통계 이론의 완결된 해법으로 발표하면 범위를 벗어납니다.
공개 출처
arxiv-v3 | pp. 1-2, abstract and Technical Background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한 개의 learning curve만으로는 비교 조건이 부족하다
발표 대본
이 도식은 원문의 문제의식을 교육적으로 재구성한 것입니다. 논문은 random seed, environment property 같은 intrinsic source와 hyperparameter, codebase 같은 extrinsic source가 재현성에 영향을 준다고 설명합니다. 화살표는 학습과 평가의 의존관계이며, 실제 물리적 시스템 흐름이 아닙니다.
공개 출처
arxiv-v3 | pp. 1-2, introduction and Experimental Analysis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variance의 두 출처
발표 대본
원문 결론은 random seed와 environment property를 intrinsic, hyperparameter와 codebase를 extrinsic non-determinism의 예로 듭니다. 이 분류는 원문 예시를 정리한 것이며, 모든 가능한 variance 원인을 완전 분류한다는 뜻은 아닙니다.
공개 출처
arxiv-v3 | pp. 1, 7, introduction and Discussion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주요 실험의 공통 프로토콜
발표 대본
코드베이스 비교를 제외하면 저자들은 대체로 OpenAI Baselines를 사용하고, 각 evaluation에서 서로 다른 preset random seed 다섯 개로 trial을 실행했다고 적습니다. 모든 그래프와 결과는 특별한 언급이 없으면 seed 평균과 standard error입니다. Tables 1과 2는 2M training samples 이후 마지막 100 trajectories의 final average를 보고합니다.
공개 출처
arxiv-v3 | pp. 2, 4, experiment setup; Tables 1-2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network 구조와 activation은 baseline 성능의 일부다
발표 대본
원문은 세 가지 MLP 구조와 세 activation을 조사합니다. Figure 2와 Tables 1-2는 효과가 알고리즘과 환경 전반에서 일관되지 않음을 보여 줍니다. 저자들은 큰 PPO network가 다른 hyperparameter, 예를 들어 clipping이나 learning rate의 조정을 필요로 할 수 있다고 설명합니다. 따라서 이 실험은 독립 변수 하나의 보편적 인과 효과를 주장하지 않습니다.
공개 출처
arxiv-v3 | pp. 2-4, Fig. 2; Tables 1-2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reward scale은 학습 신호의 크기를 바꾼다
발표 대본
원문은 DDPG의 reward rescaling을 r-hat equals r times sigma-hat로 적습니다. Figure 3은 HalfCheetah-v1에서 layer normalization 유무와 여러 scale을 비교하며, 0.01보다 작은 illustrated setting에서 학습 실패를 관찰합니다. 저자들은 결과가 environment와 scaling value에서 일관되지 않았다고도 말합니다. 따라서 특정 scale을 보편적 권고로 제시하지 않습니다. 도식의 분기는 reward가 network 조건을 생성한다는 인과관계가 아니라, 하나의 DDPG 실험에서 독립적으로 지정하는 두 설정 축입니다.
공개 출처
arxiv-v3 | p. 3, Fig. 3, reward-scale section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seed만 바꾼 10개 run도 다른 평균 curve를 만들 수 있다
발표 대본
저자들은 같은 hyperparameter configuration에서 seed만 바꾸어 10 trial을 수행한 후, 이를 다섯 개씩 두 group으로 나누고 평균을 냈습니다. Figure 5의 TRPO HalfCheetah 실험은 이 두 average curve가 크게 달라질 수 있음을 보입니다. 원문은 전체 training distribution에서 t=-9.0916, p=0.0016을 보고합니다. 이 비교를 TRPO와 다른 방법의 승패로 설명하면 안 됩니다.
공개 출처
arxiv-v3 | p. 5, Fig. 5 and Random Seeds and Trials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구성 예시: top run 선택이 평균을 어떻게 바꾸는가
발표 대본
이 표는 교육용으로 새로 만든 계산입니다. 다섯 returns의 합은 450이고 평균은 90입니다. 동일한 다섯 값 중 상위 둘만 쓰면 평균은 105가 되어 16.7퍼센트 높아집니다. 이 수치는 p-value나 confidence interval을 추정하지 않습니다. 원문은 여러 trial 중 top-N을 선택하거나 N이 작은 경우가 잠재적으로 misleading할 수 있다고 지적합니다.
공개 출처
arxiv-v3 | p. 5, Random Seeds and Trials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benchmark environment가 바꾸는 algorithm 순위
발표 대본
Table 3은 10,000 bootstrap iterations와 pivotal method를 사용한 bootstrap mean 및 95퍼센트 bounds입니다. HalfCheetah에서 DDPG가 높고 Hopper에서는 TRPO가 높은 수치를 보입니다. 원문은 Hopper에서 survival bonus가 최대 trajectory length 생존이라는 local optimum을 만들 수 있고, Swimmer에서는 flailing이 약 130 return의 local optimum일 수 있다고 설명합니다. return만으로 원하는 행동을 달성했다고 판단하지 말라는 경고입니다.
공개 출처
arxiv-v3 | pp. 4-5, Table 3 and environment section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같은 algorithm, 다른 codebase의 비교 조건
발표 대본
원문은 TRPO의 original code, OpenAI Baselines, rllab TensorFlow 구현과 DDPG의 rllab Theano, rllabplusplus, Baselines 구현을 비교합니다. Figure 6과 Tables 1-2는 논문에 자주 드러나지 않는 implementation difference가 성능에 큰 영향을 줄 수 있음을 보이는 근거입니다. 저자들은 implementation detail을 열거하고 codebase를 publication과 함께 제공하며, 새 baseline 결과가 original publication code 결과와 맞아야 한다고 권고합니다.
공개 출처
arxiv-v3 | pp. 5-6, Fig. 6; Tables 1-2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return을 보고하기 전, 평가 관점을 정해야 한다
발표 대본
원문은 online view에서 탐색과 활용을 포함한 전체 learning process의 return을 볼 수 있다고 설명합니다. policy-optimization view에서는 target policy 하나로 task trajectory 전체를 평가해 average return을 정해야 한다고 설명하며, 이 논문은 이 offline evaluation에 초점을 둡니다. 두 branch는 동시에 시행하는 절차가 아니라 해석상 다른 평가 관점입니다.
공개 출처
arxiv-v3 | p. 6, Online View vs. Policy Optimization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원문이 탐색한 uncertainty 분석 절차
발표 대본
bootstrap은 관측 sample에서 replacement를 허용해 여러 번 resampling하여 mean과 confidence bound를 얻는 방법으로 소개됩니다. power analysis에서는 sample을 일률적으로 1.25배로 올리는 예를 사용해 significant simulation의 비율을 봅니다. 저자들은 t-test, KS test, bootstrap percent difference도 탐색하지만, corrected ML test의 data assumption이 RL에 적용되지 않을 수 있다고 명시합니다.
공개 출처
arxiv-v3 | pp. 6-7, bootstrap, power, significance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source example: 작은 평균 차이의 해석
발표 대본
이 표는 원문이 Walker2d-v1에서 ACKTR과 DDPG를 비교하며 든 예시를 그대로 요약합니다. 저자들은 ACKTR이 약간 더 잘 수행하지만 confidence interval이 겹치므로 해당 차이가 significant하지 않다고 설명합니다. 이 한 예시가 모든 RL 비교에서 사용할 유일한 검정을 정하는 것은 아닙니다. 여기서 non-significant는 두 방법이 동등하다는 증명이 아니라, 이 표본·검정에서 차이를 뒷받침할 근거가 충분하지 않았다는 뜻입니다. 개별 confidence interval의 겹침 자체를 일반적인 차이 검정으로 사용해서도 안 됩니다.
공개 출처
arxiv-v3 | p. 7, significance example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재현 가능한 비교의 기록
발표 대본
원문 권고는 baseline의 original reported performance와 맞는 working hyperparameter set을 찾고, 새 baseline implementation이 original codebase result와 맞는지 확인하는 것에서 시작합니다. 또한 multiple seed trials, appropriate significance analysis, all hyperparameters, implementation details, setup, evaluation method, implementation release를 강조합니다. 도식의 순서는 논문의 권고 항목을 기록 흐름으로 교육적으로 배열한 것입니다.
공개 출처
arxiv-v3 | p. 7, Discussion and Conclusion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논문 결과의 적용 범위
발표 대본
원문은 policy-gradient continuous-control 실험에 초점을 둡니다. random seed 실험에 대해 특정 trial 수를 권고할 수 없다고 하며, RL에 적합한 corrected significance test를 조사하려면 추가 작업이 필요하다고 합니다. benchmark environment는 real-world application의 proxy이므로, 실제 적용 분야를 함께 보여야 할 수 있다는 점도 결론에서 논의합니다.
공개 출처
arxiv-v3 | pp. 5-7, seed, significance, conclusion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결론: 성능 주장은 조건과 불확실성을 포함해야 한다
발표 대본
발표를 마무리하며 이 논문의 핵심을 다시 정리합니다. 저자들이 강조하는 것은 하나의 최고 return이나 하나의 curve보다, baseline이 어떤 codebase와 hyperparameter에서 어떤 seed와 환경으로 평가되었는지, 그 결과가 얼마나 흔들리는지를 기록하는 일입니다. 이를 통해 새로운 방법의 향상이 실제 기여인지 더 엄밀하게 판단할 수 있습니다.
공개 출처
arxiv-v3 | pp. 1, 7, abstract and conclusion
arXiv:1709.06560v3 — Deep Reinforcement Learning that Matters
https://arxiv.org/abs/1709.06560v3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Deep Reinforcement Learning that Matters: 재현 가능한 비교</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that Matters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Peter Henderson, Riashat Islam, Philip Bachman, Joelle Pineau, Doina Precup, David Meger (2018)</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deep RL의 성능 비교를 재현성·불확실성 관점에서 점검한 실험 연구</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1, title, abstract; arXiv v3</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역할: deep RL 결과를 검증하는 실험 연구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핵심 대상은 continuous-control policy-gradient baseline의 비교와 보고 방식이다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강의에서 지킬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보고된 성능 향상이 의미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control algorithm 설명으로 확장하지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알고리즘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TRPO, DDPG, PPO, ACKTR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넷의 모든 성질을 일반화하지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MuJoCo continuous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field deployment 결과로 해석하지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variance와 reporting 절차 조사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보편적 통계 검정을 증명하지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산출물은 더 신뢰할 수 있는 비교를 위한 증거와 권고안이다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1-2, abstract and Technical Background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개의 learning curve만으로는 비교 조건이 부족하다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알고리즘 이름 외의 선택이 run과 최종 성능 주장을 함께 바꾼다</a:t>
            </a:r>
            <a:endParaRPr lang="en-US" sz="1900" dirty="0"/>
          </a:p>
        </p:txBody>
      </p:sp>
      <p:sp>
        <p:nvSpPr>
          <p:cNvPr id="4" name="mechanism-lane-claim"/>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result production</a:t>
            </a:r>
            <a:endParaRPr lang="en-US" sz="1250" dirty="0"/>
          </a:p>
        </p:txBody>
      </p:sp>
      <p:sp>
        <p:nvSpPr>
          <p:cNvPr id="5" name="mechanism-edge-m-c-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c-r-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e-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o-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method"/>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method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TRPO·DDPG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PPO·ACKTR</a:t>
            </a:r>
            <a:endParaRPr lang="en-US" sz="1150" dirty="0"/>
          </a:p>
        </p:txBody>
      </p:sp>
      <p:sp>
        <p:nvSpPr>
          <p:cNvPr id="10" name="mechanism-node-conditions"/>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conditions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network·scale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seed·code·env</a:t>
            </a:r>
            <a:endParaRPr lang="en-US" sz="1150" dirty="0"/>
          </a:p>
        </p:txBody>
      </p:sp>
      <p:sp>
        <p:nvSpPr>
          <p:cNvPr id="11" name="mechanism-node-runs"/>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multiple runs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return curve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seed별 차이</a:t>
            </a:r>
            <a:endParaRPr lang="en-US" sz="1150" dirty="0"/>
          </a:p>
        </p:txBody>
      </p:sp>
      <p:sp>
        <p:nvSpPr>
          <p:cNvPr id="12" name="mechanism-node-evaluation"/>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evaluation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mean·CI·test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metric 선택</a:t>
            </a:r>
            <a:endParaRPr lang="en-US" sz="1150" dirty="0"/>
          </a:p>
        </p:txBody>
      </p:sp>
      <p:sp>
        <p:nvSpPr>
          <p:cNvPr id="13" name="mechanism-node-claimou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claim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조건 아래의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성능 주장</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성능은 algorithm 하나의 속성보다, 명시된 실험 조건 아래의 관측값으로 읽어야 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1-2, introduction and Experimental Analysis</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variance의 두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내부 randomness와 외부 실험 선택을 함께 점검한다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baseline 비교</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알고리즘과 task를 정함</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intrinsic</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seed·environment randomness</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extrinsic</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hyperparameter·codebase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observed return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평균·곡선·순위가 달라질 수 있음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비교의 해석</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조건·분산·평가를 함께 보고</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 7, introduction and Discussion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주요 실험의 공통 프로토콜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조건을 읽지 않으면 표와 curve의 숫자를 공정하게 비교할 수 없다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TRPO·DDPG·PPO·ACKTR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구현을 쓰는 policy-gradient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Hopper-v1·HalfCheetah-v1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불안정성과 dynamics가 다른 MuJoCo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평가마다 preset seed 5개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seed set으로 평균과 standard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 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2M samples 뒤 마지막 100 trajectories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average return의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 숫자는 ‘5 seed, 특정 환경·구현·학습량’이라는 조건을 떼어낼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 4, experiment setup; Tables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network 구조와 activation은 baseline 성능의 일부다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policy/value MLP의 구조와 activation을 하나씩 바꾸어 영향을 측정했다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4022344"/>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바꾼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후보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결과를 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MLP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(64,64), (100,50,25), (400,300)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알고리즘·환경마다 효과가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tanh, ReLU, Leaky ReLU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activation의 보편적 우위로 말할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policy와 value 또는 Q를 각각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변수 사이 상호작용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trials, 2M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1-2의 final return ± 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baseline 설정을 생략하면, method 차이와 configuration 차이를 분리하기 어렵다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2-4, Fig. 2; Tables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reward scale은 학습 신호의 크기를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DDPG에서는 환경 reward에 scalar를 곱한 값을 학습에 사용할 수 있다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DDPG 실험 조건</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환경에서 설정을 비교</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reward scale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r-hat = r × sigma-hat</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layer norm</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적용 또는 미적용</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조건별 DDPG 학습</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설정 조합마다 학습</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관측된 return</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조건별 성능을 대조</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3, Fig. 3, reward-scale section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seed만 바꾼 10개 run도 다른 평균 curve를 만들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5는 동일 TRPO 설정을 두 개의 다섯-seed 평균으로 나눈 실험이다</a:t>
            </a:r>
            <a:endParaRPr lang="en-US" sz="1900" dirty="0"/>
          </a:p>
        </p:txBody>
      </p:sp>
      <p:sp>
        <p:nvSpPr>
          <p:cNvPr id="4" name="mechanism-lane-see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same setup</a:t>
            </a:r>
            <a:endParaRPr lang="en-US" sz="1250" dirty="0"/>
          </a:p>
        </p:txBody>
      </p:sp>
      <p:sp>
        <p:nvSpPr>
          <p:cNvPr id="5" name="mechanism-edge-f-t-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t-s-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a-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a-c-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fixed"/>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고정 조건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TRPO·HC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같은 설정</a:t>
            </a:r>
            <a:endParaRPr lang="en-US" sz="1150" dirty="0"/>
          </a:p>
        </p:txBody>
      </p:sp>
      <p:sp>
        <p:nvSpPr>
          <p:cNvPr id="10" name="mechanism-node-ten"/>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10 trials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seed만 다르게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run을 학습</a:t>
            </a:r>
            <a:endParaRPr lang="en-US" sz="1150" dirty="0"/>
          </a:p>
        </p:txBody>
      </p:sp>
      <p:sp>
        <p:nvSpPr>
          <p:cNvPr id="11" name="mechanism-node-spli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두 group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5개씩 분할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group 구성</a:t>
            </a:r>
            <a:endParaRPr lang="en-US" sz="1150" dirty="0"/>
          </a:p>
        </p:txBody>
      </p:sp>
      <p:sp>
        <p:nvSpPr>
          <p:cNvPr id="12" name="mechanism-node-averag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group average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group의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curve 평균</a:t>
            </a:r>
            <a:endParaRPr lang="en-US" sz="1150" dirty="0"/>
          </a:p>
        </p:txBody>
      </p:sp>
      <p:sp>
        <p:nvSpPr>
          <p:cNvPr id="13" name="mechanism-node-compar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차이 관측</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같은 method도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평균은 달라짐</a:t>
            </a:r>
            <a:endParaRPr lang="en-US" sz="1150" dirty="0"/>
          </a:p>
        </p:txBody>
      </p:sp>
      <p:sp>
        <p:nvSpPr>
          <p:cNvPr id="14"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5" name="mechanism-axis-tick-1"/>
          <p:cNvSpPr txBox="1"/>
          <p:nvPr/>
        </p:nvSpPr>
        <p:spPr>
          <a:xfrm>
            <a:off x="216408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6" name="mechanism-axis-tick-2"/>
          <p:cNvSpPr txBox="1"/>
          <p:nvPr/>
        </p:nvSpPr>
        <p:spPr>
          <a:xfrm>
            <a:off x="420624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7" name="mechanism-axis-tick-3"/>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8" name="mechanism-axis-tick-4"/>
          <p:cNvSpPr txBox="1"/>
          <p:nvPr/>
        </p:nvSpPr>
        <p:spPr>
          <a:xfrm>
            <a:off x="829056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t+3</a:t>
            </a:r>
            <a:endParaRPr lang="en-US" sz="950" dirty="0"/>
          </a:p>
        </p:txBody>
      </p:sp>
      <p:sp>
        <p:nvSpPr>
          <p:cNvPr id="19" name="mechanism-axis-tick-5"/>
          <p:cNvSpPr txBox="1"/>
          <p:nvPr/>
        </p:nvSpPr>
        <p:spPr>
          <a:xfrm>
            <a:off x="1033272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group은 경쟁 algorithm이 아니라, 동일 configuration의 seed grouping이다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Fig. 5 and Random Seeds and Trials</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top run 선택이 평균을 어떻게 바꾸는가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숫자는 원문 데이터가 아닌, selective reporting을 설명하기 위한 산술 예시다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696208"/>
                <a:gridCol w="2391664"/>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사용한 constructed returns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표시값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5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70, 80, 90, 100, 110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450 ÷ 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상위 2 runs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210 ÷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105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5개 run에서 선택만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(105 - 90) ÷ 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16.7%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 평균 상승은 method 향상의 증거보다, 보고 규칙 변화의 신호일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5, Random Seeds and Trials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benchmark environment가 바꾸는 algorithm 순위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3은 각 환경에서의 bootstrap mean과 95% bound를 따로 보고한다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609088"/>
                <a:gridCol w="2609088"/>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환경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DDPG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TRPO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때의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HalfCheetah-v1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5037 (3664, 6574)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1254.5 (999, 1464)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표의 seed·구현·평가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Hopper-v1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1632 (607, 2370)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2965 (2854, 3076)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dynamics에서 결과가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Swimmer-v1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 (21, 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214 (141, 287)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return이 행동 품질을 완전히 뜻하지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환경에서의 우세를 모든 benchmark 또는 실제 응용의 우세로 확대할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4-5, Table 3 and environment section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algorithm, 다른 codebase의 비교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TRPO와 DDPG의 여러 널리 쓰인 implementation을 같은 설정으로 대조했다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algorithm label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TRPO 또는 DDPG</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implementation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original·Baselines·rllab 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숨은 선택</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optimizer·baseline·network</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observed return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설정에서도 차이 발생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code와 구현 detail 공개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baseline 재현은 algorithm name 매칭보다 implementation 조건의 공개를 요구한다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5-6, Fig. 6; Tables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return을 보고하기 전, 평가 관점을 정해야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원문은 online-learning return과 target-policy offline evaluation을 구분한다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학습한 policy</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어떤 return을 성능으로 볼지 결정</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online view</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탐색·활용 중 얻은 return</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policy optimization</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target policy의 평가 return</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reporting metric</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평가 관점과 metric을 명시</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해석 가능한 결과</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측정 대상을 독자에게 전달</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6, Online View vs. Policy Optimization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원문이 탐색한 uncertainty 분석 절차</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여러 seed run의 return을 요약한 뒤, bootstrap과 검정을 보조 근거로 사용한다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run-level returns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seed별 평가 return을 보존</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bootstrap</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복원 추출 → mean·95% bound</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power check</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1.25배 예시의 유의한 비율</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tests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t·KS·percent difference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qualified report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평균과 uncertainty 제시</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원문은 이 도구들을 제안적 출발점으로 다루며, RL의 보편 정답으로 확정하지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6-7, bootstrap, power, significance</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source example: 작은 평균 차이의 해석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Walker2d-v1에서 ACKTR과 DDPG를 비교한 원문의 수치다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80492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분석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수치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two-sample 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1.03, p = 0.334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ACKTR의 작은 우세는 significant하지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KS = 0.40, p = 0.697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 차이의 근거가 약함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difference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44.47% (-80.62%, 111.72%)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 interval이 0을 가로지름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평균이 조금 높다는 관측과, 더 나은 method라는 결론은 다른 주장이다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7, significance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재현 가능한 비교의 기록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독자가 같은 조건을 재구성하고 결과의 범위를 판단할 수 있어야 한다</a:t>
            </a:r>
            <a:endParaRPr lang="en-US" sz="1900" dirty="0"/>
          </a:p>
        </p:txBody>
      </p:sp>
      <p:sp>
        <p:nvSpPr>
          <p:cNvPr id="4" name="mechanism-lane-record"/>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publication record</a:t>
            </a:r>
            <a:endParaRPr lang="en-US" sz="1250" dirty="0"/>
          </a:p>
        </p:txBody>
      </p:sp>
      <p:sp>
        <p:nvSpPr>
          <p:cNvPr id="5" name="mechanism-edge-b-c-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c-s-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e-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r-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baseline"/>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baseline check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원 결과를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재현 가능한가</a:t>
            </a:r>
            <a:endParaRPr lang="en-US" sz="1150" dirty="0"/>
          </a:p>
        </p:txBody>
      </p:sp>
      <p:sp>
        <p:nvSpPr>
          <p:cNvPr id="10" name="mechanism-node-config"/>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configuration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HP setting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implementation</a:t>
            </a:r>
            <a:endParaRPr lang="en-US" sz="1150" dirty="0"/>
          </a:p>
        </p:txBody>
      </p:sp>
      <p:sp>
        <p:nvSpPr>
          <p:cNvPr id="11" name="mechanism-node-setup"/>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setup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env·seed·trial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metric</a:t>
            </a:r>
            <a:endParaRPr lang="en-US" sz="1150" dirty="0"/>
          </a:p>
        </p:txBody>
      </p:sp>
      <p:sp>
        <p:nvSpPr>
          <p:cNvPr id="12" name="mechanism-node-evidenc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uncertainty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mean과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range·CI</a:t>
            </a:r>
            <a:endParaRPr lang="en-US" sz="1150" dirty="0"/>
          </a:p>
        </p:txBody>
      </p:sp>
      <p:sp>
        <p:nvSpPr>
          <p:cNvPr id="13" name="mechanism-node-releas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code release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code와 detail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공개</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재현성은 code 공개 하나가 아니라, 비교를 규정한 조건과 불확실성을 함께 남기는 일이다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 7, Discussion and Conclusion</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 결과의 적용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권고안은 중요한 출발점이지만, source가 주장하지 않은 보편 법칙으로 넓히면 안 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policy-gradient와 MuJoCo continuous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RL family의 실증 증명은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trial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평가 5 trials, seed 실험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보편적으로 충분한 N을 제시하지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test와 bootstrap을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RL에 맞는 최선의 test는 추가 연구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현실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benchmark는 real-world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deployment robustness를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좋은 보고는 더 강한 결론을 꾸미는 일이 아니라, 결론이 성립하는 조건을 남기는 일이다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5-7, seed, significance, conclusion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결론: 성능 주장은 조건과 불확실성을 포함해야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논문은 ‘어떤 algorithm이 이겼는가’보다 ‘그 비교를 믿을 근거가 충분한가’를 묻는다</a:t>
            </a:r>
            <a:endParaRPr lang="en-US" sz="1900" dirty="0"/>
          </a:p>
        </p:txBody>
      </p:sp>
      <p:sp>
        <p:nvSpPr>
          <p:cNvPr id="4" name="Text 2"/>
          <p:cNvSpPr txBox="1"/>
          <p:nvPr/>
        </p:nvSpPr>
        <p:spPr>
          <a:xfrm>
            <a:off x="838200" y="21717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seed·environment의 intrinsic variance와 hyperparameter·codebase의 extrinsic 선택을 구분한다</a:t>
            </a:r>
            <a:endParaRPr lang="en-US" sz="2000" dirty="0"/>
          </a:p>
        </p:txBody>
      </p:sp>
      <p:sp>
        <p:nvSpPr>
          <p:cNvPr id="5" name="Shape 3"/>
          <p:cNvSpPr/>
          <p:nvPr/>
        </p:nvSpPr>
        <p:spPr>
          <a:xfrm>
            <a:off x="838200" y="31242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31623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환경별 결과, implementation, 평균 밖의 uncertainty를 함께 제시해야 비교의 뜻이 분명해진다</a:t>
            </a:r>
            <a:endParaRPr lang="en-US" sz="2000" dirty="0"/>
          </a:p>
        </p:txBody>
      </p:sp>
      <p:sp>
        <p:nvSpPr>
          <p:cNvPr id="7" name="Shape 5"/>
          <p:cNvSpPr/>
          <p:nvPr/>
        </p:nvSpPr>
        <p:spPr>
          <a:xfrm>
            <a:off x="838200" y="41148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41529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bootstrap·power·검정은 유용한 출발점이지만 RL에 맞는 보편 해법으로 단정하지 않는다</a:t>
            </a:r>
            <a:endParaRPr lang="en-US" sz="2000" dirty="0"/>
          </a:p>
        </p:txBody>
      </p:sp>
      <p:sp>
        <p:nvSpPr>
          <p:cNvPr id="9" name="Shape 7"/>
          <p:cNvSpPr/>
          <p:nvPr/>
        </p:nvSpPr>
        <p:spPr>
          <a:xfrm>
            <a:off x="838200" y="51054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5143500"/>
            <a:ext cx="10693400" cy="9017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재현 가능한 baseline과 공개된 설정·코드·평가 절차가 누적 가능한 연구의 기반이 된다</a:t>
            </a:r>
            <a:endParaRPr lang="en-US" sz="2000" dirty="0"/>
          </a:p>
        </p:txBody>
      </p:sp>
      <p:sp>
        <p:nvSpPr>
          <p:cNvPr id="11" name="Shape 9"/>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arxiv-v3 pp. 1, 7, abstract and conclusion</a:t>
            </a:r>
            <a:endParaRPr lang="en-US" sz="1050" dirty="0"/>
          </a:p>
        </p:txBody>
      </p:sp>
      <p:sp>
        <p:nvSpPr>
          <p:cNvPr id="13" name="Text 11"/>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Reinforcement Learning that Matters: 재현 가능한 비교</dc:title>
  <dc:subject>Deep Reinforcement Learning that Matters</dc:subject>
  <dc:creator>Research Seminars</dc:creator>
  <cp:lastModifiedBy>Research Seminars</cp:lastModifiedBy>
  <cp:revision>1</cp:revision>
  <dcterms:created xsi:type="dcterms:W3CDTF">2026-09-12T06:39:29Z</dcterms:created>
  <dcterms:modified xsi:type="dcterms:W3CDTF">2026-09-12T06:39:29Z</dcterms:modified>
</cp:coreProperties>
</file>