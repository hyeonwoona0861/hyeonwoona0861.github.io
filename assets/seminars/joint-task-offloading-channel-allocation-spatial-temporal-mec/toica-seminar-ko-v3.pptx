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853E81F5-DF6F-449A-B640-C2C9CF1FA75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TOICA: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작업의 실행 위치와 채널 수를 함께 정하기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Tianyi Shi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외 연구진의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arXiv2505.04272v1, 2025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공개본을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IEEE Transactions on Industrial Informatics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서식을 사용하지만 이 버전에는 최종 권호가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출판 여부를 서식만으로 판단하지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작업을 어디로 보낼지와 그 서버의 통신 자원을 얼마나 줄지를 연결하는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TOICA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1–11; arXiv2505.04272v1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F49E050-DA73-4A82-B807-3E5138D0B54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서버가 빠르다고 오프로딩도 빠른 것은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단말마다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작업을 가진 다중 서버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채널이 나쁘면 서버 계산이 빨라도 전송이 오래 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셀에서 같은 채널을 쓰거나 같은 서버에서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실행되는 경우도 비용이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요인을 완벽하게 최적화했다는 뜻이 아니라 이 결합을 모델에 넣었다는 문제의식입니다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1–4, §§I–II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494EF2A-154F-4978-B344-09F1322D4E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구분할 네 가지 이름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Dynamic Programming,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동적 계획법입니다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D3QN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합친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TOICA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offloading integrated multi-cell channel allocation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방식으로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DTO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행동은 위치 선택이며 특정 채널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채널 개수를 신경망이 직접 출력하는 방식이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1, 5–7, Algorithms 1–2,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10C3D2-3955-4C7B-94C3-74A38BDB6E8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의존 관계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화살표는 선행 작업 완료를 요구한다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도식은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fork/join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의존성을 네 작업으로 줄인 설명용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필요하고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모두 기다립니다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행에 놓인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단말에서 반드시 동시에 실행된다는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DTO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단말당 슬롯마다 현재 작업 하나를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다음 슬라이드 우선순위 계산에 쓰는 양의 추정 비용으로 실제 실행시간이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3–5, Fig. 2, Eqs. 1–3, 12–13;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01028A6-E2B0-47F9-9B07-AF932DDC28F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우선순위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 남은 큰 비용을 역방향으로 누적한다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대응하는 추정 비용입니다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종료 노드부터 계산하므로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아직 남아 있는 더 비싼 경로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양의 노드 비용이면 모든 선행 노드의 우선순위가 후속보다 커서 내림차순이 위상 순서를 지킵니다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 동률은 의존성을 지키는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tie-break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본문에서 평균이라고 부르지만 인쇄식은 실행 모드별 추정 비용의 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평균으로 나누는 항을 조용히 추가하지 않고 추정 비용이라고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추정 단계는 다른 단말의 접속과 셀간 간섭을 잠시 제외합니다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4–5, Eqs. 12–13;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4738EF9-1C3D-4DB7-BFDB-A9508F64CF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슬롯 길이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단말들의 처리시간 중 최댓값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설명용 두 슬롯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슬롯이 사전에 고정된 길이가 아니라 해당 슬롯에서 가장 오래 걸린 작업 시간으로 정의됩니다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T=max_n I_n,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단말당 슬롯마다 현재 작업 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선행 작업 완료 후 준비라는 단순화된 모델을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준비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완료시점 식과 슬롯별 최대 지연 합은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지연 목표가 개별 처리시간의 단순 합이 아니라는 점을 계산으로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3, 5–7, Eqs. 1–3, 14a;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85325A-56EE-4FD3-A3D9-C558D924D3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종류의 간섭은 서로 다른 단계에 작용한다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virtual machine,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가상머신입니다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SINR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원하는 신호 전력과 간섭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잡음 전력의 비율입니다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배정 채널의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Bk log2(1+SINR)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더해 전송률을 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셀에서 채널별 단말을 하나로 제한해도 다른 셀의 재사용 간섭은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서버에 접속한 단말 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기준 계산시간에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(1+ζ)^(Nm−1)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모든 시스템의 물리 법칙이 아니라 채택한 모델입니다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4–5, Eqs. 6–8, 14e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F66E502-4C10-406E-BD0B-EF7E05B4043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 혼잡은 무선이 같아도 비용을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식을 설명하는 가상 예이며 실험 측정값이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송신 전력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1W,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단말 정적 전력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0.3W, ζ=.2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 기준 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Nm=3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.01×1.2²=.0144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에너지는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송신 전력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×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전송시간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단말 정적 전력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×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 계산시간입니다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서버가 쓰는 에너지는 이 단말 에너지에 포함되지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반환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반환 에너지와 다른 대기시간은 이 예에서 제외합니다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Eqs. 7–10;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E2459CF-A632-44F5-B811-AD309ADFA52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지연과 단말 에너지의 가중 비용을 줄인다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줄이므로 숫자의 단위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스케일을 바꾸면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ω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의미도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인쇄된 식에 별도의 단위 정규화가 있다고 가정하지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지연항은 슬롯 최대값의 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알고리즘의 개별 보상이 그 전역 목표와 수학적으로 동치라는 증명은 별도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마감시간 위반을 직접 제한하는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 deadline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제약으로 읽지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4–6, Eqs. 11, 14, 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678351C-F222-4569-B525-AED6F069F2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TOICA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슬롯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 선택 뒤 채널 배분이 이어진다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단말이 자신의 현재 상태로 위치를 선택한 뒤 같은 서버를 고른 단말들을 모읍니다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서버에서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실행하고 실제 채널 배정과 환경 상태로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에너지 및 보상을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시 이 전이를 경험 저장소에 넣어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DTO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별도로 미래 보상을 학습하는 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온라인 의사결정에서도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6–7, Algorithms 1–2,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C7E7FEF-155B-438E-9AC9-05642068117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DCA: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단말에 줄 채널 개수를 후보로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그룹 배낭 문제에서 단말 하나가 그룹이고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해당 단말의 채널 개수 후보가 항목입니다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용량은 총 채널 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항목의 무게는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최소화하는 값은 통신 비용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배낭처럼 아무 항목도 고르지 않아도 되는 문제가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식에서는 모든 오프로딩 단말에 최소 한 채널을 주고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모두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Nm≤K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활성 서버를 전제로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5–6, Eq. 15,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2E21F2B-20AD-45F1-BDA6-F71CA2B4F7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배분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채널을 두 단말에 모두 나눈다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측정값이 아닌 설명용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v[n,z]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 자체를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입력으로 고정합니다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비용이 더 크고 추가 채널의 이득도 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비용이 언제나 정확히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1/z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줄어든다고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 폭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송신 전력 분배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 이득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셀 간섭이 실제 전송률에 영향을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단말에 한 채널 이상을 줘야 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4+0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후보가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5–6, Eq. 15;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CEF68D2-F0C5-4BD6-9E9B-706F8CEA467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가능한 배분을 계산하면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작은 예는 세 조합을 전부 계산할 수 있지만 단말과 채널 수가 커지면 조합을 직접 나열하기 어렵습니다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부분 문제를 반복 계산하지 않도록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표에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얻은 최적성은 고정된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채널 개수 문제에 대한 것이며 서버 선택까지 포함한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TOICA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전역 최적성은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5–6, Eq. 15;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364ECE4-B435-4482-AA5C-5BEE0BFDAED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동적 계획법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단말들의 최솟값을 재사용한다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점화식은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dp[n,j]=min_z(dp[n−1,j−z]+v[n,z])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z≤j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후보만 검사합니다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해당 서버의 단말 순서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이미 배분할 총 채널 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채널만 가능하므로 다른 상태는 무한대입니다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dp[Nm,K]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값을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역추적합니다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감소시키며 순회하지만 참조는 앞 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n−1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핵심은 단말당 한 후보만 고르는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6, Algorithm 1;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6B9FBBE-C407-4D11-B2E7-CCF7847E0A4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개와 채널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 1·2·4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다른 정보다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§III-A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역추적 후 개수 요건에 맞춰 서로 다른 채널을 무작위 할당한다고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A={1,2,4}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설명용으로 선택한 한 배정이며 원문 결과가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채널 이득이나 셀간 간섭이 다르면 같은 개수라도 실제 비용이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 세계 채널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간섭을 동시에 정확하게 최적화하는 알고리즘으로 소개하면 과장입니다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4, 6, Eq. 6, Algorithm 1 and following paragraph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8EFDE52-FF72-49C0-AD25-3D98CB9E6A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채널보다 단말이 많으면 제약부터 충돌한다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Nm&gt;K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양의 채널 수를 하나씩 주는 것부터 불가능합니다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경우를 해결하는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masking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admission control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DTO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의사코드에 완비되어 있다고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기본 실험은 전체 단말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개와 서버당 채널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개여서 이 제약을 만족하기 쉽지만 규모 확대 시 서버별 쏠림을 따로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빈 서버에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Eq.14f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채널 사용을 문자 그대로 적용하면 모순이므로 활성 서버 조건 또는 예외 처리가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수식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구현의 확인 항목이지 실제 코드 오류를 관측했다는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5–6, Eqs. 14f–g, 15; feasibility consequence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CFC4E0F-FD62-423A-BBC1-90D82F224FF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지금 행동의 장기 보상을 예측한다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해당 상태에서 행동을 선택한 후 얻을 할인된 누적 보상의 기대값입니다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Deep Q-Network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학습된 신경망의 값은 정확한 미래를 아는 값이 아니라 경험으로 추정한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행동 선택과 학습에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다음 상태를 평가하는 목표를 안정화하는 데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 중에는 경험을 더 모으기 위해 확률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탐험합니다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TOICA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보상은 비용 개선량을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바꾼 값이므로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직접적인 지연이나 에너지의 단위가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6–7, §III-B, Eqs. 18–22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D114C27-CE7C-4335-9C0C-7287EA3E46D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DTO: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작업의 상태로 로컬 또는 서버를 고른다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개일 때 각 단말의 후보는 로컬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서버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1,2,3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네 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신경망은 각 후보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평가하고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ε-greedy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행동을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다른 단말들의 행동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서버 부하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실시간 전체 채널 상태를 완전하게 관측하는 벡터가 명시되어 있지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전역 상태를 모두 아는 완전 관측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채널 배정 행렬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원문에서 같은 문자를 써도 서로 다른 대상입니다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6, Eqs. 16–17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525DCF-61C7-4F6F-905D-7533F1F0EC3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Dueling: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 공통값과 행동별 차이를 나눈다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Eq.22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공통 표현 뒤에서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나뉘고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행동 평균을 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경쟁하는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부르지만 일반적인 용어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α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각각 어느 갈래인지 이 논문의 표기를 따르며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Dueling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기호와 자동 대응시키지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개이며 위치 선택에 사용됩니다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Eq. 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E28E23E-57D9-4269-B6B8-2CCB53BD4C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Double DQN: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고르는 망과 평가하는 망을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설명용 비종료 전이입니다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Double 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높은 행동을 찾고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행동을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다시 최대 행동을 고르지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장기 목표는 보상에 할인된 다음 가치를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원문 설정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γ=.99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산술을 쉽게 하려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 값이 항상 참값보다 작거나 과대평가가 완전히 사라진다고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종료 전이의 부트스트랩 처리는 원문 의사코드에 구체적으로 적혀 있지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Eq. 21;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5EF6432-3096-4157-BA78-51C7633ACD6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로컬 실행보다 얼마나 비용을 줄였는가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가상 수치이며 특정 실험값은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로컬을 선택하면 같은 기준 비용과 비교하므로 보상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tanh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하나의 차이에 대해서 단조 증가하지만 여러 작업의 보상을 합한 목표가 전체 비용 합이나 슬롯 최댓값 합과 같다는 보장은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비용에 다른 단말의 선택과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배분이 영향을 주므로 환경을 통해 공동 행동의 영향이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 벡터에 그 영향이 완전하게 드러나는지는 별도입니다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6, Eq. 18;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6F6CF32-9152-4559-8E7C-4B20E18D31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배분까지 끝난 전이를 경험으로 저장한다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결과로 보상을 받은 뒤 다음 상태를 저장하고 경험이 충분하면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mini-batch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매 행동마다 같은 값으로 바꾸지 않고 정해진 주기마다 복사합니다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의사코드에는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증가 문장이 생략되어 있으므로 실행 가능한 완전 코드로 그대로 복사하지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구현과 학습 안정성 검증은 별도입니다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Algorithm 2; p. 8,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9AF8CB0-A23A-47CC-8403-9930F3D4D07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학습과 실제 의사결정에서 필요한 계산을 나눈다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온라인 단계에서 신경망 추론만 남는다고 말하면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비용을 빠뜨립니다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단말은 정책을 사용하고 서버는 접속 단말의 채널 배분을 수행하는 구성이 설명되어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시뮬레이션으로 평가했으므로 실제 단말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기지국의 제어 인터페이스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 지연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배터리 전력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 간 협력 비용은 별도 확인이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§III-B, Fig. 4; p. 8, §IV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08293A6-9A6A-4959-AAA6-649013F6D10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최적화의 범위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DCA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TOICA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풀어 주는 것은 고정된 오프로딩 집합과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v[n,z]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주어진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개별 통신 비용 합을 최소화하는 것은 시스템 지연 최대값을 직접 최소화하는 것과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tanh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단조성도 합산 목표의 동치성을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두 작업의 개선량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(2,0)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(1,.9)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합은 각각 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.964,1.478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순서가 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전체 목표에는 에너지와 슬롯 최댓값도 있으므로 보상과 목적식의 관계를 더욱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5–7, Eqs. 14–18; mathematical consequence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7B4E651-8369-4793-99D1-B5DD05582B6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무엇을 바꾸었는지 알아야 결과를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추가 비교군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HRROGA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유전 알고리즘 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multi-DAG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response-ratio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우선순위를 사용하는 기존 연구입니다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본문에서는 참고문헌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[6]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그림 범례 번호는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[8]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표시되는 등 참조 불일치가 있어 이름과 본문 설명을 기준으로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본문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[8]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그림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[9]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논문의 새 결과를 독립 재현한 것이 아니라 이 논문이 설정한 비교입니다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의존성 처리 세부를 원문 설명 이상으로 추측하지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8–9, comparison descriptions, Figs. 5–7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5F1A630-6A79-4BCF-96B4-AB2D4CD4DBD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환경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단말과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서버의 시뮬레이션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§IV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1–1.2GHz,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송신 전력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1–1.5W,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정적 전력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300mW,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서버 간섭 계수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단말이나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시스템에 직접 배포한 측정값이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환경은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Intel i5-10210U, Python3.8, torch1.8.0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.0003, γ=.99, replay100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batch128, 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갱신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계수와 실험 범위를 함께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8, §IV,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182B1EC-B3BE-4DC7-A408-BF7FDEE212D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자원 배분을 결합한 쪽의 비용이 낮았다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그림을 직접 대조한 정성 요약입니다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결정 단계의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TOICA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대략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5, DTO 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대략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부근으로 보이지만 원문에 표로 주어진 정확값이 아니므로 슬라이드에서 정밀 절감률로 만들지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Fig.6–7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 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본문에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스케일링한 비용입니다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축의 차이를 곧바로 에너지 절감률이나 초 단위 감소로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 수 증가 효과는 저자도 더 세밀한 배분 때문일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8–9, Figs. 5–7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39BFDF-197C-42B7-8765-4FA5D2FEEAE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가중치와 규모를 바꾸면 성능과 학습도 바뀐다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지연과 에너지를 서로 다른 축으로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지연은 전체 경향상 줄지만 작은 증가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평탄 구간도 보여 모든 점에서 감소한다고 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서버 수에 따라 행동 수와 망 구조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학습률을 바꾸었다고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.0003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서버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.00025,9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.0002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미지 규모에 제로샷 일반화했다는 증거가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인셋의 단말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5–25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비교는 서버가 늘면 부하를 줄이는 경향을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9–10, Figs. 8–9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B953D93-5810-48AC-A24A-E6FD9E72E57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36.8ms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무엇을 나누어 얻은 시간인가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단말의 애플리케이션 완료로 정의하고 평균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노드 조건에서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36.8ms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 산술은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551.5/(1000×15)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 숫자를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단말 작업을 분모에 넣은 평균이나 신경망의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 pass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측정으로 바꾸지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시뮬레이션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온라인 구간의 분리된 타이밍 표가 없으므로 하드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충족의 근거가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평균이 짧아도 최악 지연이나 실제 장치의 처리량은 별도로 측정해야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8, paragraph following Fig. 5; recomputed arithmetic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D15641-B68A-4571-93EB-72963AD652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수식의 빈틈은 성과와 구분해서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NP-hard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보이려면 알려진 어려운 문제의 적절한 인스턴스를 이 문제로 환원하는 논증이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§III-A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문제를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GKP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매핑할 수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NP-hard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적어 방향이 충분하지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이것이 전체 문제가 쉽다는 증명은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계산량을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O(Nm K(K−Nm))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단순화하면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Nm=K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경계에서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보이므로 원래의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 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O(Nm K²)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상계를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학습 비용에는 신경망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forward/backward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루프만으로 전 비용을 확정하지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Eqs.4–5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작업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슬롯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합은 미실행 슬롯의 활성 표시가 명료하지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처리되지 않는 슬롯마다 로컬 비용을 더하는 것으로 가르치지 말고 한 작업의 실제 실행 슬롯을 기준으로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4–7, Eqs. 4–5, 12, 14–15, Algorithm 1, complexity paragraph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97467A5-29B1-465A-950E-98520153BB5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정리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위치와 자원 배분을 함께 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질문으로 돌아옵니다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빠른 서버를 고르는 것만으로 충분하지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서버에 모이는 단말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배정받는 통신 자원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 의존성과 이동이 결과를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TOICA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특징은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포함한 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DTO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학습하는 연결 구조입니다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배포를 판단하려면 단말별 상태 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Nm≤K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자원 가능성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간섭 반영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정확한 비용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단위와 전체 제어 지연을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논문은 그 모든 장치에서의 구현 완성을 증명하지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1–10, §§II–V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 Task Offloading and Channel Allocation in Spatial-Temporal Dynamic for MEC Networks (arXiv v1)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https://arxiv.org/abs/2505.04272v1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9284C08-D18D-436C-8714-CE8E0D29881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TOICA: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작업의 실행 위치와 채널 수를 함께 정하기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Task Offloading and Channel Allocation in Spatial-Temporal Dynamic for MEC Networks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Tianyi Shi, Tiankui Zhang, Jonathan Loo, Rong Huang, Yapeng Wang (2025)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이동하는 단말의 의존 작업을 강화학습과 동적 계획법으로 연결한다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1–11; arXiv2505.04272v1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서버가 빠르다고 오프로딩도 빠른 것은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순서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무선 전송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내부 간섭이 함께 완료 시간을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무엇이 달라지나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판단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의존성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앞 작업의 결과가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가능한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거리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 이득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어느 서버에 보낼지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공유 통신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주파수의 간섭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채널을 얼마나 줄지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병렬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I/O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서버에 몰릴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오프로딩 위치만 고르고 통신 자원을 무작위로 주면 좋은 선택도 비싸질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1–4, §§I–II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구분할 네 가지 이름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선택과 채널 배분은 같은 행동 변수가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논문의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MT / 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 단말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엣지 서버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주체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자원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DTO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D3QN-based Task Offloading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로컬 또는 서버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DCA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DP-based Channel Allocation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서버별 채널 수 배분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TOICA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DTO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DCA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배분 결과까지 보상에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DTO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서버를 고르면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서버에 모인 단말들을 대상으로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DCA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작동한다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1, 5–7, Algorithms 1–2,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의존 관계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화살표는 선행 작업 완료를 요구한다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설명용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DAG: 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B·C,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둘 다 끝난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실행 가능하다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mechanism-lane-upper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mechanism-lane-middle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분기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결합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mechanism-lane-lower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mechanism-edge-e0-segment-1"/>
          <p:cNvSpPr/>
          <p:nvPr/>
        </p:nvSpPr>
        <p:spPr>
          <a:xfrm>
            <a:off x="4660560" y="356868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mechanism-edge-e0-segment-2"/>
          <p:cNvSpPr/>
          <p:nvPr/>
        </p:nvSpPr>
        <p:spPr>
          <a:xfrm flipV="1">
            <a:off x="4821480" y="273024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mechanism-edge-e0-segment-3"/>
          <p:cNvSpPr/>
          <p:nvPr/>
        </p:nvSpPr>
        <p:spPr>
          <a:xfrm>
            <a:off x="4821480" y="273024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mechanism-edge-e1-segment-1"/>
          <p:cNvSpPr/>
          <p:nvPr/>
        </p:nvSpPr>
        <p:spPr>
          <a:xfrm>
            <a:off x="4660560" y="397476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mechanism-edge-e1-segment-2"/>
          <p:cNvSpPr/>
          <p:nvPr/>
        </p:nvSpPr>
        <p:spPr>
          <a:xfrm>
            <a:off x="4982400" y="397476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mechanism-edge-e1-segment-3"/>
          <p:cNvSpPr/>
          <p:nvPr/>
        </p:nvSpPr>
        <p:spPr>
          <a:xfrm>
            <a:off x="4982400" y="481320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mechanism-edge-e2-segment-1"/>
          <p:cNvSpPr/>
          <p:nvPr/>
        </p:nvSpPr>
        <p:spPr>
          <a:xfrm>
            <a:off x="8064360" y="273024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mechanism-edge-e2-segment-2"/>
          <p:cNvSpPr/>
          <p:nvPr/>
        </p:nvSpPr>
        <p:spPr>
          <a:xfrm>
            <a:off x="8225280" y="273024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mechanism-edge-e2-segment-3"/>
          <p:cNvSpPr/>
          <p:nvPr/>
        </p:nvSpPr>
        <p:spPr>
          <a:xfrm>
            <a:off x="8225280" y="356868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mechanism-edge-e3-segment-1"/>
          <p:cNvSpPr/>
          <p:nvPr/>
        </p:nvSpPr>
        <p:spPr>
          <a:xfrm>
            <a:off x="8064360" y="481320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mechanism-edge-e3-segment-2"/>
          <p:cNvSpPr/>
          <p:nvPr/>
        </p:nvSpPr>
        <p:spPr>
          <a:xfrm flipV="1">
            <a:off x="8386200" y="397476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mechanism-edge-e3-segment-3"/>
          <p:cNvSpPr/>
          <p:nvPr/>
        </p:nvSpPr>
        <p:spPr>
          <a:xfrm>
            <a:off x="8386200" y="3974760"/>
            <a:ext cx="1605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mechanism-node-a"/>
          <p:cNvSpPr/>
          <p:nvPr/>
        </p:nvSpPr>
        <p:spPr>
          <a:xfrm>
            <a:off x="173988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 비용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=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mechanism-node-b"/>
          <p:cNvSpPr/>
          <p:nvPr/>
        </p:nvSpPr>
        <p:spPr>
          <a:xfrm>
            <a:off x="5143680" y="240048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 비용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= 6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echanism-node-c"/>
          <p:cNvSpPr/>
          <p:nvPr/>
        </p:nvSpPr>
        <p:spPr>
          <a:xfrm>
            <a:off x="5143680" y="448308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 비용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= 3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mechanism-node-d"/>
          <p:cNvSpPr/>
          <p:nvPr/>
        </p:nvSpPr>
        <p:spPr>
          <a:xfrm>
            <a:off x="8547120" y="3441600"/>
            <a:ext cx="292068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추정 비용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=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준비 시점은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완료 시점 중 더 늦은 시점이다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3–5, Fig. 2, Eqs. 1–3, 12–13;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우선순위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 남은 큰 비용을 역방향으로 누적한다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종료 작업은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P=q,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나머지는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P=q+max(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후속 작업의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우선순위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qD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 / 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6+1 / 3+1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 /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2+max(7,4)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내림차순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→ B → C →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의존성을 지키는 한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우선순위는 작업 순서를 정하는 규칙이며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위치를 고르는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DTO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역할이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4–5, Eqs. 12–13;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슬롯 길이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단말들의 처리시간 중 최댓값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단말별 현재 작업 하나를 한 슬롯 안에 끝내는 모델을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슬롯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단말의 처리시간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슬롯 길이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D[t]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0.05s / 0.08s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0.08s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0.02s / 0.04s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0.04s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작업시간 합은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0.19s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슬롯 길이 합은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0.12s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단말의 시간을 줄이는 것과 시스템의 가장 긴 시간을 줄이는 것은 다를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3, 5–7, Eqs. 1–3, 14a;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종류의 간섭은 서로 다른 단계에 작용한다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셀에서는 채널을 나누고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이웃 셀은 같은 채널을 재사용할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발생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처리시간에 미치는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셀 간 무선 간섭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셀의 동일 채널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SINR·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전송률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셀의 채널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채널에 최대 한 단말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셀 안의 중복 배정 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I/O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간섭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단말의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계산시간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페이딩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거리와 무선 상태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배분도 성능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DCA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채널 수를 배분하지만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사실만으로 셀 간 간섭을 제거하지는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4–5, Eqs. 6–8, 14e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 혼잡은 무선이 같아도 비용을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설명용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2Mbit, 20Mbit/s, 50Mcycles,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5GHz;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송신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1W·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0.3W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6746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처리시간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에너지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VM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0.10+0.010 = 0.110s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0.10+0.003 = 0.103J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VM 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0.10+0.0144 = 0.1144s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0.10+0.00432 = 0.10432J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계산시간 배율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(1+0.2)² = 1.44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전력은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엣지 실행 에너지는 단말의 송신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대기 에너지이며 시스템 전체 에너지가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Eqs. 7–10;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지연과 단말 에너지의 가중 비용을 줄인다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ω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지연에 줄 가중치이고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1−ω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에너지에 줄 가중치다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 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단일 작업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ωd + (1−ω)e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선택한 모드의 시간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시스템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ωΣD[t] + (1−ω)Σe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슬롯 최대 지연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에너지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지연에 더 큰 비중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에너지가 늘 수도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전체를 한 위치에서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반환 통신은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ω=0.5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선택한 수치 단위에서의 가중치이지 물리적으로 같은 비중의 보장이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4–6, Eqs. 11, 14, 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TOICA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슬롯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 선택 뒤 채널 배분이 이어진다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DTO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행동을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DCA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평가한 결과가 다시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DTO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학습의 보상이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단말 위치와 현재 작업의 크기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위치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DTO: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로컬 또는 한 서버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자원 배분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DCA: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서버별 채널 수와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비용 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후 보상과 다음 상태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학습과 최적화가 결합된 방식이며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결정을 하나의 신경망이 출력하지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6–7, Algorithms 1–2,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DCA: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단말에 줄 채널 개수를 후보로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접속한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단말과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채널을 놓고 배분한다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단말에 줄 채널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K−Nm+1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v[n,z]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개를 줄 때 추정 통신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후보별 주어진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y[n,z]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후보를 선택했는가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단말마다 정확히 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오프로딩 단말 집합을 고정한 뒤 그 집합 안에서 채널 수를 최적화한다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5–6, Eq. 15,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배분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4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채널을 두 단말에 모두 나눈다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설명용 비용표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숫자는 작은 것이 좋고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가능한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z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1·2·3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 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비용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비용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단말에게 같은 수를 주는 것이 최소 비용 배분은 아닐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5–6, Eq. 15;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가능한 배분을 계산하면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K=4, Nm=2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모든 유효한 채널 개수 조합을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/ B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 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합산 비용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/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24+2 = 26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/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12+3 = 15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/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8+6 = 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표의 최솟값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/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채널이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 위반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한 채널을 더 주는 이득이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한 채널을 줄이는 손실보다 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5–6, Eq. 15;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동적 계획법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 단말들의 최솟값을 재사용한다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dp[n,j]: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앞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단말에 정확히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채널을 쓴 최소 비용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또는 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dp[0,0]=0,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나머지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불가는 ∞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dp[1,1..3]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 / 12 /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A·B,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min(24+2,12+3,8+6)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dp[2,4]=14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역추적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채널을 임의로 조금씩 주는 것이 아니라 모든 유효한 후보의 최솟값을 누적한다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6, Algorithm 1;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개와 채널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 1·2·4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다른 정보다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DCA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개수를 구하고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구체적 채널은 그 개수에 맞춰 무작위로 붙인다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개수 최적화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A=3, B=1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비용표 기준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배정 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A={1,2,4}, B={3}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가능한 한 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겹치는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셀 안 충돌 방지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재사용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셀 간 간섭은 남음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배분 개수의 최적성과 특정 주파수 조합의 최적성을 구분한다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4, 6, Eq. 6, Algorithm 1 and following paragraph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채널보다 단말이 많으면 제약부터 충돌한다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단말 최소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개와 총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사용을 동시에 만족하려면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Nm≤K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K=4, Nm=2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K=4, Nm=4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단말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배분 자유도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K=4, Nm=5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제약에서는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접속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오프로딩 결정 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오프로딩 단말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활성 배분 대상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빈 서버 처리 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서버를 선택하는 것과 자원 제약 아래 그 선택을 실행하는 것은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5–6, Eqs. 14f–g, 15; feasibility consequence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지금 행동의 장기 보상을 예측한다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행동별 기대 보상을 표 대신 신경망으로 추정하는 방식이다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23972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TOICA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결정에 쓰는 정보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작업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지금 선택할 실행 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로컬 또는 서버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결과의 개선 신호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로컬 대비 비용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Q(s,a)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보상까지 고려한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간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값이 큰 행동을 고르는 것이 목표이며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 자체가 초나 줄은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6–7, §III-B, Eqs. 18–22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DTO: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작업의 상태로 로컬 또는 서버를 고른다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단말은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s={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위치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크기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계산량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}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관측한다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 명시된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Xn[t]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단말의 현재 공간 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시간에 따라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 / 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비트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CPU cycles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작업의 요구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a=0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단말에서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 배분 불필요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a=m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DCA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접속 집합에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D3QN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 개수는 단말당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M+1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조합을 직접 출력하지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6, Eqs. 16–17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 공통값과 행동별 차이를 나눈다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D3QN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망 안에서는 두 출력 갈래가 다시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벡터로 합쳐진다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표현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상태의 특징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갈래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상태에 공통인 값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갈래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점수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평균 제거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합산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= V + A − mean(A)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벡터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로컬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Eq. 22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고르는 망과 평가하는 망을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설명용 다음 상태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Main Q=[2,3], Target Q=[4,1],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0.2, γ=0.9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2397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번째 행동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Q=3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argmax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행동만 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행동의 값은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0.2+0.9×1 = 1.1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번째 행동 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DQN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이라면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D3QN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Dueling 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망을 사용하면서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Double DQN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방식으로 목표를 만든다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Eq. 21;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로컬 실행보다 얼마나 비용을 줄였는가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r=tanh(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로컬 비용−선택한 실행 비용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), DCA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결과가 선택 비용에 들어간다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설명용 비용 차이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+0.4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+0.380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로컬보다 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로컬과 같음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−0.3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−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0.291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로컬보다 나쁨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tanh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차이를 압축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보상은 학습을 위한 개선 신호이며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전역 최적해의 증명은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6, Eq. 18;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배분까지 끝난 전이를 경험으로 저장한다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DCA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제외하고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DTO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학습하면 평가하는 환경 자체가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행동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배분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ε-greedy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DCA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경험 저장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행동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상태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표본 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batch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뽑아 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복사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정해진 주기에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Main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복사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과거 경험의 재사용과 느리게 바꾸는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학습을 안정화하려는 장치다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Algorithm 2; p. 8,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학습과 실제 의사결정에서 필요한 계산을 나눈다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오프라인 학습과 온라인 의사결정의 두 단계를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온라인 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DTO 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DCA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 환경 상호작용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접속 집합에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망 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경험으로 수행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추론만 할 때는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 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환경의 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수집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제어 연동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오프라인으로 정책을 학습해도 온라인에서 상태 수집과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DCA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실행은 사라지지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§III-B, Fig. 4; p. 8, §IV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최적화의 범위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DCA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전체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TOICA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고정된 비용표의 최적 배분은 전체 시스템의 전역 최적성보다 좁은 주장이다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다루는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자동으로 보장하지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우선순위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추정 비용의 후속 경로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 작업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DCA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채널 개수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간섭의 전역 최적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DTO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로컬 대비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tanh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전역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makespan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공동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배분을 매번 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조건의 성능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논문의 기여는 결합 설계와 조건부 실험 성과로 읽는다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5–7, Eqs. 14–18; mathematical consequence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무엇을 바꾸었는지 알아야 결과를 읽는다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DCA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쓰는 비교와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DCA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제거한 비교는 다른 질문에 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바꾼 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점검하는 효과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DTO 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채널을 무작위로 배분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DCA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TOICA-RA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무작위 작업 우선순위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의존 작업 순서 규칙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SEG+DCA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DTO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ON+DCA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가까운 서버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거리만 쓰는 선택과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방법 이름만 비교하지 않고 작업 순서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 결정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 배분의 변경점을 나눈다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8–9, comparison descriptions, Figs. 5–7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환경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5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단말과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서버의 시뮬레이션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기본값과 규모 확대 실험을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50MHz / 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채널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서버별 배분 자원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 반경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500m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노드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150–400kB, 30–80Mcycles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가중치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5GHz / ω=0.5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비교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하드웨어와 통신 수치는 평가 모델의 입력이며 실물 장치에서의 성능 보증이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8, §IV,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 배분을 결합한 쪽의 비용이 낮았다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Fig.5–7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제시된 시뮬레이션 설정 안에서의 비교다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바뀐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DTO only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TOICA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더 높게 안정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대역폭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30–70MHz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대역폭 증가 시 비용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계산력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3–7GHz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계산력 증가 시 비용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채널 수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대역폭의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K=8 / 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K=16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비용이 더 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그래프의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 Valuation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원시 에너지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지연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아닌 변환된 비용이다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8–9, Figs. 5–7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가중치와 규모를 바꾸면 성능과 학습도 바뀐다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규모 확대 그래프는 하나의 망을 아무 수정 없이 적용한 결과가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ω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대체로 지연↓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개별 점은 엄격 단조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 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 / 15 / 21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많을수록 비용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입력 난도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/ 6 / 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재학습 보상 곡선 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크기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학습률 변경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단말 수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 경쟁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비용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무제한 확장성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확장 실험은 적응 가능성의 근거지만 동일 모델의 무수정 배포 보장과는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9–10, Figs. 8–9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36.8ms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무엇을 나누어 얻은 시간인가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1,000 episode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시뮬레이션에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551.5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초를 보고한다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423972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총 시뮬레이션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551.5s / 1,000 episode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0.5515s/episode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작업으로 나눔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0.5515/15 ≈ 0.0368s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36.8ms/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시뮬레이션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순수 추론 지연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실시간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실장치 수집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·DCA·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시뮬레이션 시간을 실제 장치의 추론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마감시간 보장으로 옮기지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8, paragraph following Fig. 5; recomputed arithmetic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수식의 빈틈은 성과와 구분해서 읽는다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설명을 그대로 인용하는 것과 증명을 확인하는 것은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91356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인쇄된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안전한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평균이라 부르지만 합 표기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추정 비용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설명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NP-hard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GKP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매핑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방향만으로 증명 안 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DCA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연산 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Nm(K−Nm+1)(K+1)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Nm=K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에서도 양수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슬롯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합산식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빈 서버 예외 생략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 시 조건 명시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비판은 제시된 증명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표기의 범위에 한정하며 전체 실험이 무효라고 단정하지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4–7, Eqs. 4–5, 12, 14–15, Algorithm 1, complexity paragraph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정리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위치와 자원 배분을 함께 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TOICA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작업 순서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선택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채널 배분을 연결하는 설계다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DAG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후속 비용으로 우선순위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D3QN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로컬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4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채널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DCA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수량 최적화 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검증 범위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조건부 시뮬레이션과 한계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4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5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DCA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부분 문제 최적성과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TOICA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전체의 조건부 성과를 함께 구분해 이해한다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1–10, §§II–V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2026-09-12T09:26:14Z</dcterms:created>
  <dc:creator>Research Seminars</dc:creator>
  <dc:description/>
  <dc:language>ko-KR</dc:language>
  <cp:lastModifiedBy>Research Seminars</cp:lastModifiedBy>
  <dcterms:modified xsi:type="dcterms:W3CDTF">2026-09-12T09:26:14Z</dcterms:modified>
  <cp:revision>1</cp:revision>
  <dc:subject>Joint Task Offloading and Channel Allocation in Spatial-Temporal Dynamic for MEC Networks</dc:subject>
  <dc:title>TOICA: 작업의 실행 위치와 채널 수를 함께 정하기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31</vt:r8>
  </property>
  <property fmtid="{D5CDD505-2E9C-101B-9397-08002B2CF9AE}" pid="3" name="PresentationFormat">
    <vt:lpwstr>On-screen Show (16:9)</vt:lpwstr>
  </property>
  <property fmtid="{D5CDD505-2E9C-101B-9397-08002B2CF9AE}" pid="4" name="Slides">
    <vt:r8>31</vt:r8>
  </property>
</Properties>
</file>