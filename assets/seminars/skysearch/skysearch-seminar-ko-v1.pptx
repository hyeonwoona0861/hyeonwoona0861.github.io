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SkySearch: 대규모 위성 비디오 검색
발표 대본
SkySearch는 텍스트나 사건 라벨이 없는 위성 관측 기록에서 질의 비디오와 시공간적으로 유사한 과거 비디오를 찾는 시스템입니다. 자료는 2025년 KDD 논문의 Corrected Version of Record V1.1을 기준으로 구성했습니다.
공개 출처
paper | title page, abstract
SkySearch: Satellite Video Search at Scale, KDD 2025
https://doi.org/10.1145/3711896.3737263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논문과 공개 구현의 위치
발표 대본
논문의 기여 범위를 알고 읽어야 합니다. 새로운 임베딩 학습과 시간 인덱스뿐 아니라 예측, 후보 검색, 재정렬, 사용자 인터페이스, 운영 데이터까지 하나의 파이프라인으로 묶습니다.
공개 출처
paper | title page; pp. 1–2
SkySearch: Satellite Video Search at Scale, KDD 2025
https://doi.org/10.1145/3711896.3737263
code | README
Official SkySearch repository and online appendix
https://github.com/geon0325/skysearch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출발점: 지금과 비슷했던 과거를 찾고 싶다
발표 대본
논문은 라벨이나 텍스트 설명 없이 비디오 자체를 질의로 사용합니다. 이는 정해진 사건 분류기를 만드는 문제와 다릅니다. 검색 결과의 활용은 사례 비교이며, 논문이 예보 정확도 향상을 직접 검증한 것은 아닙니다.
공개 출처
paper | pp. 1–2, §1–2
SkySearch: Satellite Video Search at Scale, KDD 2025
https://doi.org/10.1145/3711896.3737263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검색 문제를 정확히 정의하면
발표 대본
원문 정의에서 데이터베이스 D는 timestamp가 붙은 이미지 집합입니다. 연속 12장을 1시간 간격으로 묶어 후보 비디오를 만들고, 데이터베이스 밖에서 주어진 같은 형식의 질의와 비교해 순위를 반환합니다.
공개 출처
paper | p. 2, §2.1
SkySearch: Satellite Video Search at Scale, KDD 2025
https://doi.org/10.1145/3711896.3737263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원본 그대로 비교하기 어려운 규모
발표 대본
데이터 통계는 2010년 9월부터 2021년 6월까지의 COMS와 GK2A 기록입니다. 논문은 이를 약 12년 데이터라고 부릅니다. 비디오 수는 결측이 없는 12프레임 구간을 구성한 결과입니다.
공개 출처
paper | pp. 3, 5, §3.1, Table 1
SkySearch: Satellite Video Search at Scale, KDD 2025
https://doi.org/10.1145/3711896.3737263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다섯 모듈이 하나의 질의를 처리한다
발표 대본
원문 Fig. 1의 전체 구조를 편집 가능한 흐름으로 다시 그렸습니다. 압축 모델과 인덱스 구축은 오프라인 준비에 해당하고, 질의 시에는 query embedding을 만들고 필요한 시간 그래프를 탐색한 뒤 최종 순위를 보여 줍니다.
공개 출처
paper | p. 2, Fig. 1 and §3.1
SkySearch: Satellite Video Search at Scale, KDD 2025
https://doi.org/10.1145/3711896.3737263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압축은 검색용 표현을 만든다
발표 대본
논문은 32-bit float 256개로 1KB embedding을 구성합니다. 5,260배는 5.14MB 입력과 비교한 표현 크기 비율입니다. 검색 결과의 시각화와 선택적 재정렬에는 원본 프레임이 다시 필요할 수 있습니다.
공개 출처
paper | p. 3, §3.2
SkySearch: Satellite Video Search at Scale, KDD 2025
https://doi.org/10.1145/3711896.3737263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시간 간격이 학습 신호가 된다
발표 대본
원문 Eq. 1은 positive·negative 시간 구간 집합을 정의하고, Eq. 2는 anchor-positive 거리가 anchor-negative 거리보다 margin만큼 작아지게 하는 loss를 정의합니다. positive와 negative는 같은 수로 sampling합니다. Fig. 8(a)의 100개 질의 ablation에서 delta 8시간이 모든 변형에서 가장 낮은 LPIPS를 보여 기본값으로 선택되었습니다.
공개 출처
paper | p. 3, Eqs. 1–2; p. 8, Fig. 8a
SkySearch: Satellite Video Search at Scale, KDD 2025
https://doi.org/10.1145/3711896.3737263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공간을 먼저 배우고 시간 변화를 이어서 배운다
발표 대본
spatial encoder는 두 convolution layer, max pooling, fully connected layer로 구성됩니다. 이후 spatial encoder를 고정하고 ConvRNN 기반 sequential encoder를 학습합니다. 이 설명은 구조의 역할을 교육용으로 요약한 것입니다.
공개 출처
paper | p. 3, §3.2
SkySearch: Satellite Video Search at Scale, KDD 2025
https://doi.org/10.1145/3711896.3737263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장기 검색에서는 질의의 미래를 선택적으로 덧붙인다
발표 대본
논문은 query가 current conditions를 나타낼 때 video prediction을 켤 수 있다고 설명합니다. 예측한 future frames를 관측 query 뒤에 붙여 장기 검색에 사용합니다. 생성 영상의 불확실성을 확률적으로 보정하는 기능은 현재 모델에 없습니다.
공개 출처
paper | p. 3, §3.3
SkySearch: Satellite Video Search at Scale, KDD 2025
https://doi.org/10.1145/3711896.3737263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예측 모델은 세 학습 목적을 번갈아 사용한다
발표 대본
원문 §3.3은 MSE, generator adversarial loss, discriminator adversarial loss를 제시합니다. 각 step에서는 footnote 2의 절차에 따라 세 목적 중 하나를 lambda에 비례한 확률로 선택합니다. 기본 lambda 값은 0.3, 0.6, 0.1입니다.
공개 출처
paper | p. 3, §3.3 and footnote 2
SkySearch: Satellite Video Search at Scale, KDD 2025
https://doi.org/10.1145/3711896.3737263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검색 공간을 kNN graph로 바꾼다
발표 대본
논문은 NNDescent로 kNN graph를 만들고 triangle relation을 이용해 간선을 pruning합니다. 정확한 pruning 조건은 u-w와 w-v가 존재하고 논문이 제시한 similarity ordering을 만족할 때 u-v를 제거하는 것입니다. 이 슬라이드는 이를 중복 경로 제거라는 역할 수준으로 표현합니다.
공개 출처
paper | p. 4, §3.4
SkySearch: Satellite Video Search at Scale, KDD 2025
https://doi.org/10.1145/3711896.3737263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후보 검색은 가장 유망한 정점부터 graph를 넓힌다
발표 대본
논문 본문의 후보 검색 절차는 candidate에서 query와 가장 유사한 정점을 선택해 visited로 옮깁니다. 충분한 visited가 있고 선택 정점의 similarity가 C번째 visited 기준과 epsilon을 더한 threshold보다 크면 그 정점의 neighbor expansion을 건너뜁니다. candidate가 비면 방문 결과의 상위 C개를 반환합니다.
공개 출처
paper | p. 4, §3.4 Candidate Search
SkySearch: Satellite Video Search at Scale, KDD 2025
https://doi.org/10.1145/3711896.3737263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강의용 추적: candidate와 visited가 어떻게 바뀌는가
발표 대본
예시 graph는 A-B, A-C, B-D 간선을 가집니다. 각 단계의 선택과 threshold 판정은 §3.4 본문에 정의된 후보 검색 절차를 따릅니다. 이 추적은 control flow를 확인하기 위한 것이며, 모든 graph에서 exact top-k를 찾는다는 보증이나 방문 정점 수의 일반화를 제공하지 않습니다.
공개 출처
paper | p. 4, §3.4 Candidate Search
SkySearch: Satellite Video Search at Scale, KDD 2025
https://doi.org/10.1145/3711896.3737263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시간 구간 조건을 언제 적용할 것인가
발표 대본
논문은 먼저 전체 graph에서 TkNN을 찾고 시간으로 거르는 naive 방식이 좁은 interval에서 느리다고 설명합니다. MBI는 질의 interval과 겹치는 block의 graph만 선택합니다. 두 branch는 동일한 시간 제한 질의가 서로 다른 실행 경로를 거쳐 비교 가능한 temporal result로 이어지는 구조입니다.
공개 출처
paper | p. 4, §3.4 Time-Restricted k-NN
SkySearch: Satellite Video Search at Scale, KDD 2025
https://doi.org/10.1145/3711896.3737263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MBI는 시간을 계층 block으로 묶는다
발표 대본
§3.4의 data accumulation 절차는 새 embedding을 마지막 미완성 lowest-level block에 추가합니다. block이 아직 차지 않으면 graph 없이 brute-force가 가능합니다. block이 완성되면 그 graph를 만들고, 인접 block이 모두 완성된 경우 필요한 상위 block과 graph를 구성합니다.
공개 출처
paper | p. 4, §3.4 Data Accumulation
SkySearch: Satellite Video Search at Scale, KDD 2025
https://doi.org/10.1145/3711896.3737263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최종 순위는 속도와 정밀도를 선택한다
발표 대본
원문 Appendix Table 3의 1,000 query 평균입니다. overhead는 embedding-distance ranking의 시간과 비교한 비율입니다. 논문은 실시간성이 우선이면 embedding distance를, 정밀도가 중요하면 perceptual metric을 선택하는 운영 trade-off를 제시합니다.
공개 출처
paper | p. 4, §3.5; p. 11, Table 3
SkySearch: Satellite Video Search at Scale, KDD 2025
https://doi.org/10.1145/3711896.3737263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운영 화면까지 이어지는 질의 경로
발표 대본
원문 Fig. 2는 satellite, channel, query initial timestamp, time period를 선택하는 입력 화면과 ranked video의 date, latent distance, LPIPS 및 frames를 보여주는 결과 화면을 제시합니다. UI가 판단을 자동화한다고 주장하지 않고 비교 가능한 사례를 제공합니다.
공개 출처
paper | p. 4, Fig. 2 and §3.6
SkySearch: Satellite Video Search at Scale, KDD 2025
https://doi.org/10.1145/3711896.3737263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배포와 평가의 시스템 조건
발표 대본
§4.1의 deployment setting입니다. GPU는 compression과 video prediction에 사용되고 CPU와 대용량 RAM은 검색 시스템을 지원합니다. 논문이 보고한 배포는 이 서버 조건이며 on-device 실행을 평가하지 않았습니다.
공개 출처
paper | p. 5, §4.1
SkySearch: Satellite Video Search at Scale, KDD 2025
https://doi.org/10.1145/3711896.3737263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검색 품질 실험의 조건
발표 대본
논문은 COMS IR 2014–2018을 encoder training과 database로 사용하고 2019–2020의 2,000 videos를 query로 sampling합니다. long-term 비교에서는 prediction이 없는 방법도 검색된 12시간 뒤의 실제 12시간을 이어 24시간 metric을 계산합니다.
공개 출처
paper | pp. 5–6, §4.2
SkySearch: Satellite Video Search at Scale, KDD 2025
https://doi.org/10.1145/3711896.3737263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단기와 장기에서 유리한 변형이 다르다
발표 대본
표의 standard deviation은 화면 밀도를 줄이기 위해 생략했으며 원문 Table 2에 있습니다. short-term에서는 prediction 없는 SkySearch가, long-term에서는 prediction이 있는 SkySearch가 가장 좋습니다. 차이는 조건부 실험 결과이지 모든 위성·channel에 대한 보장이 아닙니다.
공개 출처
paper | p. 6, Table 2
SkySearch: Satellite Video Search at Scale, KDD 2025
https://doi.org/10.1145/3711896.3737263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후보 검색 속도는 recall 조건과 함께 보고된다
발표 대본
§4.3은 query interval length를 전체 기간의 1%에서 100%까지 바꾸며 QPS를 측정합니다. 공정한 비교를 위해 recall 99% 이상을 달성하는 hyperparameter만 결과에 포함합니다. 따라서 표의 최대 배수를 workload-independent 성능으로 일반화하면 안 됩니다.
공개 출처
paper | pp. 6–7, §4.3, Figs. 5–6
SkySearch: Satellite Video Search at Scale, KDD 2025
https://doi.org/10.1145/3711896.3737263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빠른 graph search에는 index memory 비용이 따른다
발표 대본
Deep1B 실험은 10 million 96-dimensional vectors에 random timestamps를 붙입니다. 논문은 original dataset 3.92GB에 대해 SkySearch index가 18.24GB라고 명시합니다. KMA deployment의 1TB RAM은 p. 5에 별도로 보고된 hardware이며, 논문은 Deep1B 실험이 그 동일 장비에서 실행됐다고 명시하지 않습니다.
공개 출처
paper | p. 7, §4.3 and Fig. 6
SkySearch: Satellite Video Search at Scale, KDD 2025
https://doi.org/10.1145/3711896.3737263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예측 모듈은 평균과 실패 사례를 함께 봐야 한다
발표 대본
원문 §4.3은 prediction module의 평균 LPIPS를 SimVP와 비교합니다. Fig. 8은 delta와 frame order ablation을, Fig. 10은 scattered clouds 실패 사례를 보여 줍니다. 논문은 향후 confidence score로 예측 frame을 filter 또는 reweight하는 방향을 제시합니다.
공개 출처
paper | pp. 6, 8, 11; §4.3; Figs. 4, 8, 10
SkySearch: Satellite Video Search at Scale, KDD 2025
https://doi.org/10.1145/3711896.3737263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논문이 보여 준 것과 아직 보여 주지 않은 것
발표 대본
논문은 public meteorological similarity metric이 없다고 설명하고 KMA forecasters와의 논의를 통해 LPIPS를 주 metric으로 선택합니다. Appendix는 metric-supervised training이 큰 계산비에 비해 marginal improvement만 보였다고 보고합니다. joint multichannel과 prediction confidence는 future work입니다.
공개 출처
paper | pp. 6, 9–11; §4.2, §6; Appendices B–D
SkySearch: Satellite Video Search at Scale, KDD 2025
https://doi.org/10.1145/3711896.3737263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SkySearch를 한 문장씩 다시 연결하면
발표 대본
정리하면 SkySearch는 12시간 비디오를 embedding으로 압축하고, 선택적으로 미래를 예측하며, MBI의 시간 block graph를 best-first로 탐색하고, 후보를 순위화해 운영 화면에 제공합니다. 성능 수치는 recall filter와 server 조건을 포함해 읽어야 합니다.
공개 출처
paper | pp. 2–10, Fig. 1; §3–6
SkySearch: Satellite Video Search at Scale, KDD 2025
https://doi.org/10.1145/3711896.3737263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SkySearch: 대규모 위성 비디오 검색</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SkySearch: Satellite Video Search at Scale</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Minyoung Choe, Geon Lee, Changhun Han, Suji Kim, Woong Hu, Hyebeen Hwang, Geunseok Park, Byeongyeon Kim, Hyesook Lee, Ha-Myung Park, Kijung Shin (2025)</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라벨 없는 시계열을 압축하고, 시간 구간과 그래프를 함께 탐색하는 검색 시스템</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title page, abstract</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논문과 공개 구현의 위치</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검색·머신러닝·기상 위성 운영이 만나는 응용 연구</a:t>
            </a:r>
            <a:endParaRPr lang="en-US" sz="1900" dirty="0"/>
          </a:p>
        </p:txBody>
      </p:sp>
      <p:sp>
        <p:nvSpPr>
          <p:cNvPr id="4" name="Text 2"/>
          <p:cNvSpPr txBox="1"/>
          <p:nvPr/>
        </p:nvSpPr>
        <p:spPr>
          <a:xfrm>
            <a:off x="838200" y="21717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KDD 2025 Applied Data Science Track의 12쪽 논문이다</a:t>
            </a:r>
            <a:endParaRPr lang="en-US" sz="2000" dirty="0"/>
          </a:p>
        </p:txBody>
      </p:sp>
      <p:sp>
        <p:nvSpPr>
          <p:cNvPr id="5" name="Shape 3"/>
          <p:cNvSpPr/>
          <p:nvPr/>
        </p:nvSpPr>
        <p:spPr>
          <a:xfrm>
            <a:off x="838200" y="2908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9464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Corrected Version of Record V1.1은 2025년 8월 15일 공개되었다</a:t>
            </a:r>
            <a:endParaRPr lang="en-US" sz="2000" dirty="0"/>
          </a:p>
        </p:txBody>
      </p:sp>
      <p:sp>
        <p:nvSpPr>
          <p:cNvPr id="7" name="Shape 5"/>
          <p:cNvSpPr/>
          <p:nvPr/>
        </p:nvSpPr>
        <p:spPr>
          <a:xfrm>
            <a:off x="838200" y="3683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7211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한국 기상청 운영 환경에 배포한 시스템과 실험을 함께 보고한다</a:t>
            </a:r>
            <a:endParaRPr lang="en-US" sz="2000" dirty="0"/>
          </a:p>
        </p:txBody>
      </p:sp>
      <p:sp>
        <p:nvSpPr>
          <p:cNvPr id="9" name="Shape 7"/>
          <p:cNvSpPr/>
          <p:nvPr/>
        </p:nvSpPr>
        <p:spPr>
          <a:xfrm>
            <a:off x="838200" y="4457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4958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공식 저장소는 압축·예측 코드와 온라인 부록을 공개한다</a:t>
            </a:r>
            <a:endParaRPr lang="en-US" sz="2000" dirty="0"/>
          </a:p>
        </p:txBody>
      </p:sp>
      <p:sp>
        <p:nvSpPr>
          <p:cNvPr id="11" name="Shape 9"/>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2" name="Text 10"/>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논문은 검색 알고리즘 하나가 아니라 학습·인덱스·질의·UI를 잇는 시스템을 평가한다</a:t>
            </a:r>
            <a:endParaRPr lang="en-US" sz="1750" dirty="0"/>
          </a:p>
        </p:txBody>
      </p:sp>
      <p:sp>
        <p:nvSpPr>
          <p:cNvPr id="13" name="Shape 1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title page; pp. 1–2; code README</a:t>
            </a:r>
            <a:endParaRPr lang="en-US" sz="1050" dirty="0"/>
          </a:p>
        </p:txBody>
      </p:sp>
      <p:sp>
        <p:nvSpPr>
          <p:cNvPr id="15" name="Text 1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출발점: 지금과 비슷했던 과거를 찾고 싶다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분류 이름보다 구름의 모양과 시간에 따른 변화 자체가 중요한 검색 문제</a:t>
            </a:r>
            <a:endParaRPr lang="en-US" sz="1900" dirty="0"/>
          </a:p>
        </p:txBody>
      </p:sp>
      <p:sp>
        <p:nvSpPr>
          <p:cNvPr id="4" name="Text 2"/>
          <p:cNvSpPr txBox="1"/>
          <p:nvPr/>
        </p:nvSpPr>
        <p:spPr>
          <a:xfrm>
            <a:off x="838200" y="21717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질의는 한 장의 사진이 아니라 연속된 위성 영상이다</a:t>
            </a:r>
            <a:endParaRPr lang="en-US" sz="2000" dirty="0"/>
          </a:p>
        </p:txBody>
      </p:sp>
      <p:sp>
        <p:nvSpPr>
          <p:cNvPr id="5" name="Shape 3"/>
          <p:cNvSpPr/>
          <p:nvPr/>
        </p:nvSpPr>
        <p:spPr>
          <a:xfrm>
            <a:off x="838200" y="2908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9464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과거 기록에서 공간 형태와 시간 변화가 모두 비슷한 구간을 찾는다</a:t>
            </a:r>
            <a:endParaRPr lang="en-US" sz="2000" dirty="0"/>
          </a:p>
        </p:txBody>
      </p:sp>
      <p:sp>
        <p:nvSpPr>
          <p:cNvPr id="7" name="Shape 5"/>
          <p:cNvSpPr/>
          <p:nvPr/>
        </p:nvSpPr>
        <p:spPr>
          <a:xfrm>
            <a:off x="838200" y="3683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7211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각 비디오에 태풍·전선 같은 정답 라벨이 있다고 가정하지 않는다</a:t>
            </a:r>
            <a:endParaRPr lang="en-US" sz="2000" dirty="0"/>
          </a:p>
        </p:txBody>
      </p:sp>
      <p:sp>
        <p:nvSpPr>
          <p:cNvPr id="9" name="Shape 7"/>
          <p:cNvSpPr/>
          <p:nvPr/>
        </p:nvSpPr>
        <p:spPr>
          <a:xfrm>
            <a:off x="838200" y="4457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4958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운영자는 검색된 과거 사례를 비교해 현재 상황을 해석할 수 있다</a:t>
            </a:r>
            <a:endParaRPr lang="en-US" sz="2000" dirty="0"/>
          </a:p>
        </p:txBody>
      </p:sp>
      <p:sp>
        <p:nvSpPr>
          <p:cNvPr id="11" name="Shape 9"/>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2" name="Text 10"/>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SkySearch의 목표는 사건을 분류하는 것이 아니라 유사한 과거 전개를 검색하는 것이다</a:t>
            </a:r>
            <a:endParaRPr lang="en-US" sz="1750" dirty="0"/>
          </a:p>
        </p:txBody>
      </p:sp>
      <p:sp>
        <p:nvSpPr>
          <p:cNvPr id="13" name="Shape 1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1–2, §1–2</a:t>
            </a:r>
            <a:endParaRPr lang="en-US" sz="1050" dirty="0"/>
          </a:p>
        </p:txBody>
      </p:sp>
      <p:sp>
        <p:nvSpPr>
          <p:cNvPr id="15" name="Text 1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검색 문제를 정확히 정의하면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시간표가 있는 이미지 데이터베이스에서 길이 L의 연속 구간을 후보로 만든다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이미지 기록 D</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위성 이미지에 관측 시각이 있음</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후보 비디오</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1시간 간격 L장 sliding window</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외부 질의 Q</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후보와 같은 형식의 L장 비디오</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유사도 검색</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공간 형태와 시간 변화를 비교</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순위 목록 C</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가장 유사한 후보 비디오를 반환</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기본 설정에서 L=12이므로 한 후보는 12시간의 변화를 담는다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2, §2.1</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원본 그대로 비교하기 어려운 규모</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비디오 한 개의 픽셀과 전체 후보 수가 동시에 커진다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3804920"/>
                <a:gridCol w="467461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대상</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 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규모가 만드는 문제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비디오 1개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600×748×12 = 5,385,600 pixels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후보와 원본 픽셀 비교가 무거움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837,525 images, 295,713 videos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10년 기록에서 후보가 계속 누적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GK2A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292,506 images, 209,373 videos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추가 위성도 같은 검색 체계가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1,130,031 images, 505,086 videos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압축·인덱스·후보 제한이 모두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SkySearch는 계산량을 한 번에 줄이지 않고 표현 크기·후보 수·시간 범위를 차례로 줄인다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3, 5, §3.1, Table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다섯 모듈이 하나의 질의를 처리한다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학습된 표현과 검색 인덱스는 사전에 준비하고, 질의 때 후보를 좁혀 순위를 만든다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압축</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비디오를 256차원 embedding으로 변환</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선택적 예측</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현재 질의 뒤의 미래 frame을 생성</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후보 검색</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시간 block과 kNN graph를 탐색</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순위화</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거리 또는 perceptual metric으로 정렬</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시각화</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관측 시각과 유사 영상을 UI에 표시</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예측은 선택 사항이지만 압축·후보 검색·순위화는 기본 검색 경로다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2, Fig. 1 and §3.1</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압축은 검색용 표현을 만든다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원본 비디오와 검색용 embedding은 서로 다른 역할을 가진다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3043936"/>
                <a:gridCol w="521817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표현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크기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검색에서의 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원본 비디오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5.14 MB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세부 픽셀과 사람이 볼 영상을 보존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256-d embedding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 KB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후보 간 거리를 빠르게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보고된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5,260×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인덱싱과 대규모 비교를 현실화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embedding은 원본 저장의 대체물이 아니라 검색 후보를 빠르게 비교하기 위한 요약이다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3, §3.2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시간 간격이 학습 신호가 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사건 라벨 대신 촬영 시각의 가까움과 멂으로 positive·negative를 만든다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Anchor 비디오</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기준이 되는 12시간 구간</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Positive</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delta 시간 이내의 구간</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Negative</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delta 시간보다 먼 구간</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거리 margin 학습</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가까운 쌍을 더 가깝게 배치</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검색 embedding</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시간 변화를 반영한 256차원 표현</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3, Eqs. 1–2; p. 8, Fig. 8a</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공간을 먼저 배우고 시간 변화를 이어서 배운다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두 단계 학습으로 프레임 표현과 비디오 표현을 분리한다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단일 이미지</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위성 frame 한 장을 입력</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Spatial encoder</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합성곱·pooling으로 image embedding 학습</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공간부 고정</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학습한 spatial encoder의 parameter를 freeze</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ConvRNN</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연속 image embedding의 시간 관계를 학습</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Video embedding</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12시간 구간을 256차원으로 요약</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검색 표현은 한 프레임의 모양과 프레임 사이의 변화 정보를 함께 담도록 설계된다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3, §3.2</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장기 검색에서는 질의의 미래를 선택적으로 덧붙인다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현재까지의 12시간만 있을 때 다음 12시간을 예측해 24시간 검색 질의를 만든다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관측 12 frames</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현재 시점까지 확보한 query video</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SimVP 기반 예측</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다음 12 frames를 생성</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Query 결합</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관측 12 + 예측 12 = 24시간</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장기 후보 검색</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24시간 변화가 유사한 과거를 검색</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예측은 현재 조건을 질의할 때 쓰는 선택 경로이며 단기 검색의 필수 단계가 아니다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3, §3.3</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예측 모델은 세 학습 목적을 번갈아 사용한다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각 학습 step에서 하나의 목적을 확률적으로 선택하는 방식</a:t>
            </a:r>
            <a:endParaRPr lang="en-US" sz="1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5326888"/>
                <a:gridCol w="27178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선택 목적</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 설정 확률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예측 frame과 실제 frame의 pixel 차이를 줄임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Generator adversarial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판별기를 속일 수 있는 미래 frame을 생성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Discriminator adversarial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실제와 생성 frame을 구분하도록 판별기 학습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세 손실을 한 식으로 단순 합산한다고 설명하면 논문의 학습 절차와 다르다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3, §3.3 and footnote 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검색 공간을 kNN graph로 바꾼다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모든 후보와 비교하는 대신 가까운 embedding을 간선으로 연결해 탐색한다</a:t>
            </a:r>
            <a:endParaRPr lang="en-US" sz="1900" dirty="0"/>
          </a:p>
        </p:txBody>
      </p:sp>
      <p:sp>
        <p:nvSpPr>
          <p:cNvPr id="4" name="mechanism-lane-index"/>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Graph index</a:t>
            </a:r>
            <a:endParaRPr lang="en-US" sz="1250" dirty="0"/>
          </a:p>
        </p:txBody>
      </p:sp>
      <p:sp>
        <p:nvSpPr>
          <p:cNvPr id="5" name="mechanism-edge-e1-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e2-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e3-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node-emb"/>
          <p:cNvSpPr/>
          <p:nvPr/>
        </p:nvSpPr>
        <p:spPr>
          <a:xfrm>
            <a:off x="17399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Video embeddings</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각 후보의 256차원</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검색 표현</a:t>
            </a:r>
            <a:endParaRPr lang="en-US" sz="1150" dirty="0"/>
          </a:p>
        </p:txBody>
      </p:sp>
      <p:sp>
        <p:nvSpPr>
          <p:cNvPr id="9" name="mechanism-node-nnd"/>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NNDescent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근사 k-nearest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neighbor graph 구축</a:t>
            </a:r>
            <a:endParaRPr lang="en-US" sz="1150" dirty="0"/>
          </a:p>
        </p:txBody>
      </p:sp>
      <p:sp>
        <p:nvSpPr>
          <p:cNvPr id="10" name="mechanism-node-prune"/>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Triangle pruning</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2-hop으로 우회 가능한</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중복 edge 제거</a:t>
            </a:r>
            <a:endParaRPr lang="en-US" sz="1150" dirty="0"/>
          </a:p>
        </p:txBody>
      </p:sp>
      <p:sp>
        <p:nvSpPr>
          <p:cNvPr id="11" name="mechanism-node-graph"/>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Search graph</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질의 때 neighbor를</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따라 후보를 확장</a:t>
            </a:r>
            <a:endParaRPr lang="en-US" sz="1150" dirty="0"/>
          </a:p>
        </p:txBody>
      </p:sp>
      <p:sp>
        <p:nvSpPr>
          <p:cNvPr id="12" name="Shape 1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3" name="Text 1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k가 크면 연결성과 search accuracy에 유리하지만 index memory와 탐색량도 늘어난다</a:t>
            </a:r>
            <a:endParaRPr lang="en-US" sz="1750" dirty="0"/>
          </a:p>
        </p:txBody>
      </p:sp>
      <p:sp>
        <p:nvSpPr>
          <p:cNvPr id="14" name="Shape 1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5" name="Text 1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4, §3.4</a:t>
            </a:r>
            <a:endParaRPr lang="en-US" sz="1050" dirty="0"/>
          </a:p>
        </p:txBody>
      </p:sp>
      <p:sp>
        <p:nvSpPr>
          <p:cNvPr id="16" name="Text 1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후보 검색은 가장 유망한 정점부터 graph를 넓힌다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본문 후보 검색 절차는 candidate set과 visited set을 분리해 관리한다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무작위 시작</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전체 DB에서 C개 embedding을 candidate로 선택</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Best-first 방문</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query similarity가 가장 큰 candidate를 꺼냄</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동적 문턱</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현재 C번째 visited similarity + epsilon</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Neighbor 확장</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문턱을 넘지 않으면 미방문 이웃을 추가</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Top C 반환</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방문한 정점 중 가장 유사한 C개</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동적 문턱은 이웃 확장을 멈추는 기준이며 결과의 exactness를 보장하는 식이 아니다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4, §3.4 Candidate Search</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강의용 추적: candidate와 visited가 어떻게 바뀌는가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구성 예시: C=2, epsilon=.05; similarity A=.92, B=.88, C=.61, D=.79</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521968"/>
                <a:gridCol w="1956816"/>
                <a:gridCol w="4783328"/>
                <a:gridCol w="26090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순서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꺼낸 정점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판정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다음 candidate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초기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A와 C를 무작위 시작점으로 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 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visited&lt;2이므로 이웃 B 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 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.88+.05=.93; .88≤.93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 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.79≤.93; 새 이웃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후보 소진; visited의 상위 2개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결과 A, 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숫자와 graph는 교육용 구성 예시이며 논문 실험의 한 query를 복제한 것이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4, §3.4 Candidate Search</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시간 구간 조건을 언제 적용할 것인가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넓은 전체 graph를 먼저 찾고 나중에 거르면 좁은 시간 query에서 낭비가 커진다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시간 제한 query</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특정 기간 안의 유사 비디오 요청</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Filter after search</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전체 graph 탐색 뒤 시간 밖 후보 제거</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MBI search</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겹치는 시간 block graph만 탐색</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후보 비교</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허용 시간 안의 visited 후보를 모음</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Temporal top C</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시간·유사도를 만족한 순위 결과</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4, §3.4 Time-Restricted k-NN</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MBI는 시간을 계층 block으로 묶는다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작은 인접 block을 상위 block으로 묶고, 각 완성 block에 검색 graph를 둔다</a:t>
            </a:r>
            <a:endParaRPr lang="en-US" sz="1900" dirty="0"/>
          </a:p>
        </p:txBody>
      </p:sp>
      <p:sp>
        <p:nvSpPr>
          <p:cNvPr id="4" name="mechanism-lane-mbi"/>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시간 index</a:t>
            </a:r>
            <a:endParaRPr lang="en-US" sz="1250" dirty="0"/>
          </a:p>
        </p:txBody>
      </p:sp>
      <p:sp>
        <p:nvSpPr>
          <p:cNvPr id="5" name="mechanism-edge-m1-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m2-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m3-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node-stream"/>
          <p:cNvSpPr txBox="1"/>
          <p:nvPr/>
        </p:nvSpPr>
        <p:spPr>
          <a:xfrm>
            <a:off x="1739900" y="3263900"/>
            <a:ext cx="20701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새 embeddings</a:t>
            </a:r>
            <a:endParaRPr lang="en-US" sz="1150" dirty="0"/>
          </a:p>
        </p:txBody>
      </p:sp>
      <p:sp>
        <p:nvSpPr>
          <p:cNvPr id="9" name="mechanism-node-stream-queue-1"/>
          <p:cNvSpPr/>
          <p:nvPr/>
        </p:nvSpPr>
        <p:spPr>
          <a:xfrm>
            <a:off x="1739900" y="35179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t1</a:t>
            </a:r>
            <a:endParaRPr lang="en-US" sz="950" dirty="0"/>
          </a:p>
        </p:txBody>
      </p:sp>
      <p:sp>
        <p:nvSpPr>
          <p:cNvPr id="10" name="mechanism-node-stream-queue-2"/>
          <p:cNvSpPr/>
          <p:nvPr/>
        </p:nvSpPr>
        <p:spPr>
          <a:xfrm>
            <a:off x="1739900" y="37084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t2</a:t>
            </a:r>
            <a:endParaRPr lang="en-US" sz="950" dirty="0"/>
          </a:p>
        </p:txBody>
      </p:sp>
      <p:sp>
        <p:nvSpPr>
          <p:cNvPr id="11" name="mechanism-node-stream-queue-3"/>
          <p:cNvSpPr/>
          <p:nvPr/>
        </p:nvSpPr>
        <p:spPr>
          <a:xfrm>
            <a:off x="1739900" y="38989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t3</a:t>
            </a:r>
            <a:endParaRPr lang="en-US" sz="950" dirty="0"/>
          </a:p>
        </p:txBody>
      </p:sp>
      <p:sp>
        <p:nvSpPr>
          <p:cNvPr id="12" name="mechanism-node-stream-queue-4"/>
          <p:cNvSpPr/>
          <p:nvPr/>
        </p:nvSpPr>
        <p:spPr>
          <a:xfrm>
            <a:off x="1739900" y="40894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t4</a:t>
            </a:r>
            <a:endParaRPr lang="en-US" sz="950" dirty="0"/>
          </a:p>
        </p:txBody>
      </p:sp>
      <p:sp>
        <p:nvSpPr>
          <p:cNvPr id="13" name="mechanism-node-leaf"/>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Leaf block</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마지막 미완성 block에</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시간순으로 누적</a:t>
            </a:r>
            <a:endParaRPr lang="en-US" sz="1150" dirty="0"/>
          </a:p>
        </p:txBody>
      </p:sp>
      <p:sp>
        <p:nvSpPr>
          <p:cNvPr id="14" name="mechanism-node-parent"/>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Parent block</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인접 block이 차면</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상위 구간을 구성</a:t>
            </a:r>
            <a:endParaRPr lang="en-US" sz="1150" dirty="0"/>
          </a:p>
        </p:txBody>
      </p:sp>
      <p:sp>
        <p:nvSpPr>
          <p:cNvPr id="15" name="mechanism-node-graphs"/>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Block graphs</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완성된 구간마다</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kNN graph를 유지</a:t>
            </a:r>
            <a:endParaRPr lang="en-US" sz="1150" dirty="0"/>
          </a:p>
        </p:txBody>
      </p:sp>
      <p:sp>
        <p:nvSpPr>
          <p:cNvPr id="16" name="Shape 14"/>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7" name="Text 15"/>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미완성 leaf는 전수 비교하고 완성된 block graph는 lazy하게 만든다</a:t>
            </a:r>
            <a:endParaRPr lang="en-US" sz="1750" dirty="0"/>
          </a:p>
        </p:txBody>
      </p:sp>
      <p:sp>
        <p:nvSpPr>
          <p:cNvPr id="18" name="Shape 1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9" name="Text 1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4, §3.4 Data Accumulation</a:t>
            </a:r>
            <a:endParaRPr lang="en-US" sz="1050" dirty="0"/>
          </a:p>
        </p:txBody>
      </p:sp>
      <p:sp>
        <p:nvSpPr>
          <p:cNvPr id="20" name="Text 1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최종 순위는 속도와 정밀도를 선택한다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candidate search 뒤의 작은 후보 집합에 더 비싼 metric을 선택적으로 적용할 수 있다</a:t>
            </a:r>
            <a:endParaRPr lang="en-US" sz="1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2609088"/>
                <a:gridCol w="2826512"/>
                <a:gridCol w="326136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순위 방식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입력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장점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비용·주의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Embedding distance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256-d vectors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기본값, 가장 빠름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perceptual 세부 비교는 제한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LPIPS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원본 frames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deep feature 기반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기본 대비 4.29×10^3 overhead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FSIM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원본 frames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feature similarity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기본 대비 4.16×10^5 overhead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SSIM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원본 frames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구조적 유사도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기본 대비 7.19×10^3 overhead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Lite variants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50% downsample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75% runtime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성능 저하 최대 0.21%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비싼 metric은 검색 전체가 아니라 정확도가 중요한 경우의 refinement 단계다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4, §3.5; p. 11, Table 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운영 화면까지 이어지는 질의 경로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위성·channel·시작 시각을 고르고, 결과의 시각과 거리를 함께 확인한다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Query 선택</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satellite, channel, initial timestamp</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조건 적용</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검색할 time period를 선택</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검색 실행</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query embedding과 block graph를 탐색</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결과 표시</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rank, 날짜, 거리와 frames를 함께 제시</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논문의 UI는 알고리즘 결과를 기상 실무자가 사례 단위로 검토하게 한다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4, Fig. 2 and §3.6</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배포와 평가의 시스템 조건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속도 수치는 데이터·hardware·index 설정과 함께 읽어야 한다</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348480"/>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CPU server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AMD EPYC 7742, 64 cores, 256 threads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candidate search와 시스템 처리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Memory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 TB RAM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대규모 graph index를 메모리에 유지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GPU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NVIDIA A100 40 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compression·prediction 학습과 추론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Input channels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IR, SWIR, WV</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개별 적용; joint input은 미래 과제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Image preprocessing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1300×1500 → 600×748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mean pooling과 crop 후 실험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논문의 초 단위 응답을 임의의 edge device나 작은 memory 환경으로 그대로 옮길 수는 없다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5, §4.1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검색 품질 실험의 조건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질의 기간과 prediction 유무에 따라 비교 대상의 길이가 달라진다</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4239768"/>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주의점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학습·DB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COMS IR, 2014–2018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과거 기간을 database로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Query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2019–2020에서 무작위 2,000개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시간적으로 뒤의 기간에서 sampling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Short-term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12시간 query와 12시간 result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prediction 없는 변형이 직접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Long-term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관측 12 + 예측 12시간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비교 방식은 이후 12시간까지 평가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Metrics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LPIPS↓, FSIM↑, SSIM↑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기상학적 정답 metric은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성능표는 동일한 query 길이와 평가 구간을 확인한 뒤 읽어야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5–6, §4.2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단기와 장기에서 유리한 변형이 다르다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Table 2의 best 값은 task horizon별로 읽는다</a:t>
            </a:r>
            <a:endParaRPr lang="en-US" sz="1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1521968"/>
                <a:gridCol w="1521968"/>
                <a:gridCol w="1521968"/>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LPIPS↓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FSIM↑</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SSIM↑</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Short: w/o prediction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.1943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.3502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.2784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12시간 세 metric 모두 best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Short: w/ prediction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.1960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.3495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.2775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단기에는 소폭 낮음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Long: w/o prediction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.1974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.3490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.2751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후반 frame에서 품질 저하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Long: w/ prediction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.1965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.3494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.2766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24시간 세 metric 모두 best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prediction은 장기 변화 검색을 돕지만 단기 결과까지 항상 개선하지는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6, Table 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후보 검색 속도는 recall 조건과 함께 보고된다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query interval length가 넓은지 좁은지에 따라 비교 baseline의 병목도 달라진다</a:t>
            </a:r>
            <a:endParaRPr lang="en-US" sz="1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4131056"/>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평가 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보고된 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결과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C=50, 500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retrieval 규모를 평가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시간 범위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 기간의 1%–100%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좁고 넓은 interval을 모두 포함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정확도 filter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recall ≥99%인 설정만 보고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99%가 이론적 보장은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 BSBF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최대 112.50× 빠름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넓은 interval에서 전체 비교 비용 회피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 PyNNDescent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최대 943.87× 빠름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좁은 interval에서 시간 block 활용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최대 speedup은 특정 interval·C·dataset 설정의 관측값이다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6–7, §4.3, Figs. 5–6</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빠른 graph search에는 index memory 비용이 따른다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Deep1B subset은 위성 자료 밖의 고차원 vector에서도 scalability를 확인한다</a:t>
            </a:r>
            <a:endParaRPr lang="en-US" sz="1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3370072"/>
                <a:gridCol w="478332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대상</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크기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원본 vectors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10M × 96-d, 3.92 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임의 timestamp를 붙인 Deep1B subset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SkySearch index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18.24 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원본의 약 5배 memory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평가 결론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QPS·recall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큰 vector DB에도 query는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남는 비용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graph와 block 중복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memory가 충분한 server 조건이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SkySearch는 원본보다 작은 index를 보장하지 않으며 속도를 위해 추가 memory를 사용한다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7, §4.3 and Fig. 6</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예측 모듈은 평균과 실패 사례를 함께 봐야 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장기 평균은 개선되지만 구름 형태에 따라 예측 난도가 달라진다</a:t>
            </a:r>
            <a:endParaRPr lang="en-US" sz="1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131056"/>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근거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Prediction LPIPS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SkySearch .2170, SimVP .3907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제안 학습이 평균 예측 품질 개선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delta ablation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8시간에서 모든 변형 best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default positive 범위의 실험 근거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24-frame curve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prediction 변형이 후반부에 안정적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장기 검색 품질 유지에 기여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Scattered clouds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불만족스러운 예측 사례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복잡한 구름은 여전히 어려움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Ground truth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마지막 20–24h는 실제 미래가 소폭 우세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예측이 관측과 같지는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평균 향상은 개별 query의 미래 예측 신뢰도를 제공하지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6, 8, 11; §4.3; Figs. 4, 8, 10</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논문이 보여 준 것과 아직 보여 주지 않은 것</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시스템 성과와 해석 경계를 함께 기억한다</a:t>
            </a:r>
            <a:endParaRPr lang="en-US" sz="1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478784"/>
                <a:gridCol w="3261360"/>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보여 준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아직 남은 질문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초 단위 대규모 검색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서버·RAM·평가 dataset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더 작은 hardware에서의 성능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라벨 없는 표현 학습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시간 근접성으로 학습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기상 현상 의미와의 완전한 일치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장기 검색 평균 개선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예측을 붙인 COMS IR 평가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query별 prediction confidence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IR·SWIR·WV 적용 사례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channel별 입력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joint multichannel representation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metric 기반 유사도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LPIPS·FSIM·SSIM proxy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표준 기상학적 similarity 기준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실용적 검색 기반이지만 similarity와 uncertainty 문제는 남는다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6, 9–11; §4.2, §6; Appendices B–D</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SkySearch를 한 문장씩 다시 연결하면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각 구성요소는 서로 다른 병목을 해결한다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Learn</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시간 근접성으로 검색 embedding을 학습</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Index</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embedding을 kNN graph와 시간 block으로 구성</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Search</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유망한 neighbor와 겹치는 block만 방문</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Rank</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거리 또는 선택적 perceptual metric으로 정렬</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Inspect</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과거 사례의 시각·시각값·거리로 비교</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표현·시간·graph·UI를 잇는 검색 설계가 핵심이다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2–10, Fig. 1; §3–6</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SkySearch: 대규모 위성 비디오 검색</dc:title>
  <dc:subject>SkySearch: Satellite Video Search at Scale</dc:subject>
  <dc:creator>Research Seminars</dc:creator>
  <cp:lastModifiedBy>Research Seminars</cp:lastModifiedBy>
  <cp:revision>1</cp:revision>
  <dcterms:created xsi:type="dcterms:W3CDTF">2026-09-12T07:33:13Z</dcterms:created>
  <dcterms:modified xsi:type="dcterms:W3CDTF">2026-09-12T07:33:13Z</dcterms:modified>
</cp:coreProperties>
</file>