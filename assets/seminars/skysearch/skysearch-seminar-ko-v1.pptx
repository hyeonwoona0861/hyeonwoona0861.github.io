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F3852A10-6362-4380-89AC-51E9AC5772C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SkySearch: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대규모 위성 비디오 검색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텍스트나 사건 라벨이 없는 위성 관측 기록에서 질의 비디오와 시공간적으로 유사한 과거 비디오를 찾는 시스템입니다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Corrected Version of Record V1.1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 구성했습니다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 page,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2C087D-FEEC-441D-806A-A5C994E4E8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논문과 공개 구현의 위치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기여 범위를 알고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새로운 임베딩 학습과 시간 인덱스뿐 아니라 예측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검색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재정렬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인터페이스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운영 데이터까지 하나의 파이프라인으로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 page; pp.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README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Official SkySearch repository and online appendix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https://github.com/geon0325/skysearch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A60866-303E-4BB9-8777-B8F5A34C66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출발점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지금과 비슷했던 과거를 찾고 싶다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라벨이나 텍스트 설명 없이 비디오 자체를 질의로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정해진 사건 분류기를 만드는 문제와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 결과의 활용은 사례 비교이며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예보 정확도 향상을 직접 검증한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1–2, §1–2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AA3464-7691-40E2-B616-D5FEB1D660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 문제를 정확히 정의하면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정의에서 데이터베이스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붙은 이미지 집합입니다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간격으로 묶어 후보 비디오를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데이터베이스 밖에서 주어진 같은 형식의 질의와 비교해 순위를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2, §2.1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FB697E-3007-4942-8925-E53DDC09DE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원본 그대로 비교하기 어려운 규모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통계는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월까지의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GK2A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데이터라고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비디오 수는 결측이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프레임 구간을 구성한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3, 5, §3.1,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55AE73D-A46B-4B17-A8DC-4F91A8A240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모듈이 하나의 질의를 처리한다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구조를 편집 가능한 흐름으로 다시 그렸습니다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 모델과 인덱스 구축은 오프라인 준비에 해당하고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 시에는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 필요한 시간 그래프를 탐색한 뒤 최종 순위를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2, Fig. 1 and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4DF3BC-1DD8-4015-B751-03D4F8D544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압축은 검색용 표현을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32-bit float 256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1KB 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5,260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5.14MB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입력과 비교한 표현 크기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 결과의 시각화와 선택적 재정렬에는 원본 프레임이 다시 필요할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2A0AF6-1DAD-432B-95D8-C9CF700609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간격이 학습 신호가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positive·negative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구간 집합을 정의하고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anchor-positive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거리가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anchor-negative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거리보다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margin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작아지게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positive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8(a)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모든 변형에서 가장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LPIPS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기본값으로 선택되었습니다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Eqs. 1–2; p. 8, Fig. 8a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749065-2BC1-4266-8F65-17F2871C53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공간을 먼저 배우고 시간 변화를 이어서 배운다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 layer, max pooling, fully connected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ConvRNN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설명은 구조의 역할을 교육용으로 요약한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18E179B-F8F4-4419-AACE-0A5EA93838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장기 검색에서는 질의의 미래를 선택적으로 덧붙인다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나타낼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켤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예측한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frames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붙여 장기 검색에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 영상의 불확실성을 확률적으로 보정하는 기능은 현재 모델에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229AD0-4D7E-4330-A43F-B9E21D446F4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예측 모델은 세 학습 목적을 번갈아 사용한다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MSE, generator adversarial loss, discriminator adversarial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footnote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절차에 따라 세 목적 중 하나를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비례한 확률로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0.3, 0.6, 0.1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§3.3 and footnote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EE370A-0A1A-4E52-B413-80ECB1CFA8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 공간을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NNDescent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이용해 간선을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u-w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존재하고 논문이 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similarity ordering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만족할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u-v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이를 중복 경로 제거라는 역할 수준으로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6B28690-D90C-4CB2-B56E-414F8D537E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검색은 가장 유망한 정점부터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넓힌다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본문의 후보 검색 절차는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가장 유사한 정점을 선택해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옮깁니다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 선택 정점의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visited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크면 그 정점의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neighbor expansion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건너뜁니다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비면 방문 결과의 상위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§3.4 Candidate 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6C314E-BB6B-4E05-BD5F-FDBEE50760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추적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어떻게 바뀌는가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A-B, A-C, B-D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간선을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단계의 선택과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§3.4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본문에 정의된 후보 검색 절차를 따릅니다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추적은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확인하기 위한 것이며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top-k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찾는다는 보증이나 방문 정점 수의 일반화를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§3.4 Candidate 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BA5303-3EA8-48DD-ADA9-ABF0EBB9E8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구간 조건을 언제 적용할 것인가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먼저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찾고 시간으로 거르는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방식이 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느리다고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겹치는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동일한 시간 제한 질의가 서로 다른 실행 경로를 거쳐 비교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이어지는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§3.4 Time-Restricted k-NN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40FF93-B1A4-4089-9CCA-F684B3CAFB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시간을 계층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묶는다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accumulation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마지막 미완성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lowest-level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아직 차지 않으면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brute-force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완성되면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모두 완성된 경우 필요한 상위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§3.4 Data Accumulation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A48D00-1DA7-4607-B0FB-5332A682B23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순위는 속도와 정밀도를 선택한다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1,000 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embedding-distance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시간과 비교한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실시간성이 우선이면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정밀도가 중요하면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perceptual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선택하는 운영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§3.5; p. 11, Table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7AD3B8-F37B-4E65-8D1D-64DC084AD92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운영 화면까지 이어지는 질의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satellite, channel, query initial timestamp, time period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선택하는 입력 화면과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ranked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date, latent distance, LPIPS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보여주는 결과 화면을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판단을 자동화한다고 주장하지 않고 비교 가능한 사례를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Fig. 2 and §3.6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B48E75-9BAA-4B1D-B67D-0677FAA6FD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배포와 평가의 시스템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대용량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검색 시스템을 지원합니다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보고한 배포는 이 서버 조건이며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on-device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실행을 평가하지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§4.1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BA8540-26DD-43BB-9302-E3B6F83BA9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 품질 실험의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COMS IR 2014–2018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2019–2020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2,000 videos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long-term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없는 방법도 검색된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뒤의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시간을 이어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B3231B-F48B-456C-9F4D-0A0104195F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단기와 장기에서 유리한 변형이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화면 밀도를 줄이기 위해 생략했으며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short-term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long-term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조건부 실험 결과이지 모든 위성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32F8BE-7393-4CF6-A719-5ABEB55D6E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검색 속도는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조건과 함께 보고된다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interval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전체 기간의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바꾸며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공정한 비교를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 99%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이상을 달성하는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결과에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표의 최대 배수를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workload-independent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성능으로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§4.3, Figs. 5–6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FF250F-0D62-4166-BED3-3072CCAAAF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memory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따른다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Deep1B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million 96-dimensional vectors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timestamps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dataset 3.92GB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18.24GB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KMA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1TB 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별도로 보고된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Deep1B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실험이 그 동일 장비에서 실행됐다고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§4.3 and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4F17FC-54A8-4A26-B342-FC9B4B4A71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예측 모듈은 평균과 실패 사례를 함께 봐야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 module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LPIPS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SimVP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order 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scattered clouds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실패 사례를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향후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예측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방향을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6, 8, 11; §4.3; Figs. 4, 8,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41F136-4F89-4492-A899-0866254695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보여 준 것과 아직 보여 주지 않은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meteorological similarity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없다고 설명하고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KMA forecasters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와의 논의를 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LPIPS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metric-supervised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큰 계산비에 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marginal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보였다고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joint multichannel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 confidence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6, 9–11; §4.2, §6; Appendices B–D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C7F2CC-815E-4E36-AFDC-1D0B833A61B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SkySearch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문장씩 다시 연결하면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비디오를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압축하고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선택적으로 미래를 예측하며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best-first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탐색하고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순위화해 운영 화면에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recall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포함해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2–10, Fig. 1; §3–6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SkySearch: Satellite Video Search at Scale, KDD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https://doi.org/10.1145/3711896.3737263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BFCF29-DE0A-4007-AB6E-2EA706C9C0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SkySearch: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대규모 위성 비디오 검색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SkySearch: Satellite Video Search at Scale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Minyoung Choe, Geon Lee, Changhun Han, Suji Kim, Woong Hu, Hyebeen Hwang, Geunseok Park, Byeongyeon Kim, Hyesook Lee, Ha-Myung Park, Kijung Shin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라벨 없는 시계열을 압축하고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구간과 그래프를 함께 탐색하는 검색 시스템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 page,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논문과 공개 구현의 위치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머신러닝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기상 위성 운영이 만나는 응용 연구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KDD 2025 Applied Data Science Track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쪽 논문이다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Corrected Version of Record V1.1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2025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 공개되었다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한국 기상청 운영 환경에 배포한 시스템과 실험을 함께 보고한다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공식 저장소는 압축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 코드와 온라인 부록을 공개한다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검색 알고리즘 하나가 아니라 학습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인덱스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·UI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잇는 시스템을 평가한다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 page; pp. 1–2; code README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출발점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지금과 비슷했던 과거를 찾고 싶다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분류 이름보다 구름의 모양과 시간에 따른 변화 자체가 중요한 검색 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질의는 한 장의 사진이 아니라 연속된 위성 영상이다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기록에서 공간 형태와 시간 변화가 모두 비슷한 구간을 찾는다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비디오에 태풍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전선 같은 정답 라벨이 있다고 가정하지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운영자는 검색된 과거 사례를 비교해 현재 상황을 해석할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SkySearch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목표는 사건을 분류하는 것이 아니라 유사한 과거 전개를 검색하는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1–2, §1–2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문제를 정확히 정의하면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시간표가 있는 이미지 데이터베이스에서 길이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연속 구간을 후보로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이미지 기록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위성 이미지에 관측 시각이 있음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비디오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간격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sliding window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외부 질의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후보와 같은 형식의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 비디오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유사도 검색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 형태와 시간 변화를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순위 목록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유사한 후보 비디오를 반환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기본 설정에서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L=12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한 후보는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시간의 변화를 담는다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2, §2.1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원본 그대로 비교하기 어려운 규모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비디오 한 개의 픽셀과 전체 후보 수가 동시에 커진다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80484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규모가 만드는 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비디오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600×748×12 = 5,385,600 pixels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후보와 원본 픽셀 비교가 무거움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837,525 images, 295,713 videos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년 기록에서 후보가 계속 누적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GK2A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292,506 images, 209,373 videos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위성도 같은 검색 체계가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1,130,031 images, 505,086 videos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인덱스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제한이 모두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SkySearch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계산량을 한 번에 줄이지 않고 표현 크기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범위를 차례로 줄인다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3, 5, §3.1,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다섯 모듈이 하나의 질의를 처리한다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학습된 표현과 검색 인덱스는 사전에 준비하고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때 후보를 좁혀 순위를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비디오를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변환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선택적 예측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질의 뒤의 미래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검색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kNN 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탐색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순위화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 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perceptual metric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정렬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시각화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시각과 유사 영상을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표시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예측은 선택 사항이지만 압축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검색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순위화는 기본 검색 경로다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2, Fig. 1 and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압축은 검색용 표현을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비디오와 검색용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서로 다른 역할을 가진다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043800"/>
                <a:gridCol w="5217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검색에서의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비디오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5.14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세부 픽셀과 사람이 볼 영상을 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256-d embedding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KB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간 거리를 빠르게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5,260×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인덱싱과 대규모 비교를 현실화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원본 저장의 대체물이 아니라 검색 후보를 빠르게 비교하기 위한 요약이다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간격이 학습 신호가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사건 라벨 대신 촬영 시각의 가까움과 멂으로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positive·negative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Anchor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비디오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기준이 되는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구간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Positive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이내의 구간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Negative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시간보다 먼 구간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거리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margin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가까운 쌍을 더 가깝게 배치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검색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변화를 반영한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 표현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Eqs. 1–2; p. 8, Fig. 8a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공간을 먼저 배우고 시간 변화를 이어서 배운다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단계 학습으로 프레임 표현과 비디오 표현을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단일 이미지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위성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장을 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Spatial encoder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합성곱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·pooling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image embedding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공간부 고정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spatial encoder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freeze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ConvRNN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image embedding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시간 관계를 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 embedding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구간을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차원으로 요약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표현은 한 프레임의 모양과 프레임 사이의 변화 정보를 함께 담도록 설계된다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장기 검색에서는 질의의 미래를 선택적으로 덧붙인다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현재까지의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시간만 있을 때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시간을 예측해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검색 질의를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 frames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시점까지 확보한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video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SimVP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기반 예측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 frames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 +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 = 24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장기 후보 검색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변화가 유사한 과거를 검색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예측은 현재 조건을 질의할 때 쓰는 선택 경로이며 단기 검색의 필수 단계가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 모델은 세 학습 목적을 번갈아 사용한다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학습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step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하나의 목적을 확률적으로 선택하는 방식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532656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목적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 확률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pixel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차이를 줄임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Generator adversarial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판별기를 속일 수 있는 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Discriminator adversarial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실제와 생성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구분하도록 판별기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손실을 한 식으로 단순 합산한다고 설명하면 논문의 학습 절차와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§3.3 and footnote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공간을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kNN 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후보와 비교하는 대신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간선으로 연결해 탐색한다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mechanism-lane-index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index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mechanism-node-emb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 embeddings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후보의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표현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mechanism-node-nnd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NNDescent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k-nearest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 graph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mechanism-node-prune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 pruning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2-hop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우회 가능한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mechanism-node-graph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Search graph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 후보를 확장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크면 연결성과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accuracy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유리하지만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탐색량도 늘어난다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검색은 가장 유망한 정점부터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넓힌다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본문 후보 검색 절차는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visited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분리해 관리한다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무작위 시작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Best-first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similarity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꺼냄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동적 문턱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visited similarity + epsilon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Neighbor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문턱을 넘지 않으면 미방문 이웃을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Top C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방문한 정점 중 가장 유사한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동적 문턱은 이웃 확장을 멈추는 기준이며 결과의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exactness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보장하는 식이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§3.4 Candidate Search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추적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candidate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visited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어떻게 바뀌는가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C=2, epsilon=.05; similarity A=.92, B=.88, C=.61, D=.79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1956600"/>
                <a:gridCol w="47833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꺼낸 정점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무작위 시작점으로 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visited&lt;2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이므로 이웃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B,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.88+.05=.93; .88≤.93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C,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.79≤.93;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이웃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소진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visited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숫자와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교육용 구성 예시이며 논문 실험의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복제한 것이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§3.4 Candidate Search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구간 조건을 언제 적용할 것인가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넓은 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먼저 찾고 나중에 거르면 좁은 시간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낭비가 커진다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제한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특정 기간 안의 유사 비디오 요청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 after search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 뒤 시간 밖 후보 제거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MBI search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겹치는 시간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graph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탐색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비교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허용 시간 안의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visited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후보를 모음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Temporal top 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유사도를 만족한 순위 결과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§3.4 Time-Restricted k-NN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시간을 계층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묶는다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인접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상위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묶고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완성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검색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mechanism-lane-mbi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mechanism-edge-m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mechanism-edge-m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mechanism-edge-m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mechanism-node-stream"/>
          <p:cNvSpPr/>
          <p:nvPr/>
        </p:nvSpPr>
        <p:spPr>
          <a:xfrm>
            <a:off x="1739880" y="32637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mechanism-node-stream-queue-1"/>
          <p:cNvSpPr/>
          <p:nvPr/>
        </p:nvSpPr>
        <p:spPr>
          <a:xfrm>
            <a:off x="1739880" y="35179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mechanism-node-stream-queue-2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mechanism-node-stream-queue-3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mechanism-node-stream-queue-4"/>
          <p:cNvSpPr/>
          <p:nvPr/>
        </p:nvSpPr>
        <p:spPr>
          <a:xfrm>
            <a:off x="1739880" y="40892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t4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mechanism-node-leaf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 block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 미완성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시간순으로 누적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mechanism-node-parent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 block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인접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차면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상위 구간을 구성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mechanism-node-graphs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graphs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완성된 구간마다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kNN graph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미완성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전수 비교하고 완성된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lazy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하게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§3.4 Data Accumulation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순위는 속도와 정밀도를 선택한다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search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뒤의 작은 후보 집합에 더 비싼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선택적으로 적용할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608920"/>
                <a:gridCol w="282636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순위 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Embedding distance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256-d vectors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perceptual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세부 비교는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LPIPS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deep feature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대비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4.29×10^3 overhead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FSIM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similarity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대비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4.16×10^5 overhead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SSIM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구조적 유사도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대비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7.19×10^3 overhead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Lite variants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50% downsample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75% runtime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저하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검색 전체가 아니라 정확도가 중요한 경우의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refinement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§3.5; p. 11, Table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운영 화면까지 이어지는 질의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위성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·channel·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 시각을 고르고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결과의 시각과 거리를 함께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satellite, channel, initial timestamp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 적용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period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검색 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embedding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탐색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표시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날짜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제시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알고리즘 결과를 기상 실무자가 사례 단위로 검토하게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Fig. 2 and §3.6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배포와 평가의 시스템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속도 수치는 데이터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·hardware·index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설정과 함께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AMD EPYC 7742, 64 cores, 256 threads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search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시스템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TB RAM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대규모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메모리에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NVIDIA A100 40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compression·prediction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학습과 추론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channels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IR, SWIR, WV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적용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joint input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미래 과제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Image preprocessing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1300×1500 → 600×748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pooling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 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초 단위 응답을 임의의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device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환경으로 그대로 옮길 수는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§4.1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검색 품질 실험의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기간과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prediction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유무에 따라 비교 대상의 길이가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2397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·DB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 IR, 2014–2018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과거 기간을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database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2019–2020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무작위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2,000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시간적으로 뒤의 기간에서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Short-term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없는 변형이 직접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Long-term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 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방식은 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시간까지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LPIPS↓, FSIM↑, SSIM↑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기상학적 정답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성능표는 동일한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길이와 평가 구간을 확인한 뒤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단기와 장기에서 유리한 변형이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horizon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별로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1521720"/>
                <a:gridCol w="1521720"/>
                <a:gridCol w="152172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LPIPS↓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FSIM↑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SSIM↑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Short: w/o prediction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.1943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.3502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.2784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Short: w/ prediction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.1960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.3495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.2775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단기에는 소폭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Long: w/o prediction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.1974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.3490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.2751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품질 저하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Long: w/ prediction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.1965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.3494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.2766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장기 변화 검색을 돕지만 단기 결과까지 항상 개선하지는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검색 속도는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recall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조건과 함께 보고된다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interval length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넓은지 좁은지에 따라 비교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병목도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C=50, 500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retrieval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규모를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기간의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1%–100%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좁고 넓은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모두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recall ≥99%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 설정만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99%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이론적 보장은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112.50×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넓은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전체 비교 비용 회피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PyNNDescent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943.87×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특정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interval·C·dataset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설정의 관측값이다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§4.3, Figs. 5–6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search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memory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비용이 따른다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Deep1B subset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위성 자료 밖의 고차원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36996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10M × 96-d, 3.92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timestamp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붙인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Deep1B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SkySearch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18.24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원본의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QPS·recall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DB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충분한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조건이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SkySearch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원본보다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보장하지 않으며 속도를 위해 추가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§4.3 and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 모듈은 평균과 실패 사례를 함께 봐야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장기 평균은 개선되지만 구름 형태에 따라 예측 난도가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Prediction LPIPS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SkySearch .2170, SimVP .3907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학습이 평균 예측 품질 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delta ablation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시간에서 모든 변형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default positive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범위의 실험 근거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24-frame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변형이 후반부에 안정적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검색 품질 유지에 기여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Scattered clouds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불만족스러운 예측 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복잡한 구름은 여전히 어려움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Ground truth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20–24h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실제 미래가 소폭 우세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예측이 관측과 같지는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향상은 개별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미래 예측 신뢰도를 제공하지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6, 8, 11; §4.3; Figs. 4, 8,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보여 준 것과 아직 보여 주지 않은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시스템 성과와 해석 경계를 함께 기억한다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32612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보여 준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남은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 단위 대규모 검색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·RAM·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라벨 없는 표현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근접성으로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기상 현상 의미와의 완전한 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검색 평균 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예측을 붙인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COMS IR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prediction confidence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IR·SWIR·WV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 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multichannel representation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유사도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LPIPS·FSIM·SSIM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표준 기상학적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similarity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실용적 검색 기반이지만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similarity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uncertainty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6, 9–11; §4.2, §6; Appendices B–D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SkySearch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문장씩 다시 연결하면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구성요소는 서로 다른 병목을 해결한다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근접성으로 검색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kNN 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시간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Search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유망한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겹치는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방문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 또는 선택적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perceptual metric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정렬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Inspect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사례의 시각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시각값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거리로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·graph·UI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잇는 검색 설계가 핵심이다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2–10, Fig. 1; §3–6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2026-09-12T07:33:13Z</dcterms:created>
  <dc:creator>Research Seminars</dc:creator>
  <dc:description/>
  <dc:language>ko-KR</dc:language>
  <cp:lastModifiedBy>Research Seminars</cp:lastModifiedBy>
  <dcterms:modified xsi:type="dcterms:W3CDTF">2026-09-12T07:33:13Z</dcterms:modified>
  <cp:revision>1</cp:revision>
  <dc:subject>SkySearch: Satellite Video Search at Scale</dc:subject>
  <dc:title>SkySearch: 대규모 위성 비디오 검색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