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9CF543E4-E278-45C8-8747-31A4C1F18FE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Self-Calibration: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보정 데이터를 모델에서 얻기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양자화나 프루닝 알고리즘 자체를 새로 제안하기보다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압축기가 읽는 보정 데이터의 출처를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압축하려는 모델이 스스로 만든 텍스트를 보정 입력으로 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뒤에 기존 압축 방법을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핵심 질문은 합성 텍스트가 원래 학습 분포를 얼마나 잘 근사하여 압축 후 성능을 보존하는가입니다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p. 10149,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3DED9C2-5057-4ECF-A9E4-33BCFAE19F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공개 논문인가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 Anthology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proceedings PDF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기준으로 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제목의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preprint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있어도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강의에서는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NAACL 2025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출판본의 페이지와 표 번호를 인용합니다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특정 운영 환경에서의 서비스 지연시간을 측정한 연구가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보정 데이터 선택이 압축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zero-shot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과제 성능에 미치는 영향을 비교한 연구입니다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ACL record; pp. 10149–10167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7F51F6A-D3EA-4FA0-81C4-79446480F64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보정 데이터는 압축기의 입력이다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보정 데이터는 정답 라벨을 가르치기 위한 학습 세트가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사후 학습 압축기는 소수의 레이블 없는 예시를 모델에 통과시켜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관찰합니다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어느 가중치 오차가 중요한지 또는 어느 가중치를 제거해도 되는지 판단하는 신호가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이 논문은 보정 데이터의 품질과 출처를 핵심 변수로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pp. 10149–10150, §2.2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2E4A28E-95C1-4DFB-871E-FCFD987FE77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무작위 웹 텍스트만으로는 충분하지 않을까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번째 문제는 대표성입니다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웹 코퍼스에서 무작위로 뽑아도 특정 모델의 학습 분포를 충분히 반영하지 않을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번째는 가용성입니다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일부 모델의 가중치는 공개되어도 학습 데이터는 대개 공개되지 않는다고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원본 코퍼스를 복원한다고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대안 분포의 표본보다 모델이 학습한 분포에 더 가까운 표본을 얻을 수 있다는 가설입니다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pp. 10150–10151, Table 1 and §3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CDA132E-7F40-44DF-B255-A1C6C142FE7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바뀌는 것은 압축기보다 보정 데이터의 출처다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그림의 두 입력은 대안적인 실험 경로입니다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외부 데이터와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 모델에 동시에 넣는 파이프라인이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각각의 보정 집합을 동일한 압축 방법에 제공하고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압축 뒤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zero-shot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과제의 평균 성능을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관찰된 차이는 압축 알고리즘의 발명 자체가 아니라 보정 데이터 출처의 차이와 연결됩니다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pp. 10149, 10153,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DBD312-247F-4AFC-8D61-93FDD5157AA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self-calibration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어떻게 텍스트를 만드는가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압축할 특정 모델을 생성기로도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절차의 시작은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토큰뿐이고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prefix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prompt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외부 정보와 편향을 도입할 수 있으므로 직접 조건으로 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보고된 영어 실험에서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Gemma·Mistral·Llama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generation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영어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stop-word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목록으로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외부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prompt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절차에 덧붙은 영어 비교 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EOS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최대 시퀀스 길이에서 끝납니다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너무 짧게 끝난 생성은 추가 생성과 이어 붙입니다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완성된 텍스트는 보정 예시가 되어 기존 압축기가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모으는 데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p. 10151, §3.1; p. 10152, §4.1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1C21169-F1AA-4D46-AA85-B4F8D5272F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next-token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확률의 날카로움을 조절한다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해당 시점의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tᵢ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생성 위치의 온도입니다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온도가 낮으면 상위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확률이 모이고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높으면 더 다양한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확률이 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초기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들이 내용과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coherence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큰 영향을 줄 수 있다고 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초반과 후반의 온도를 다르게 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슬라이드의 수치는 논문 결과가 아니라 이 식을 따라 직접 계산하는 강의용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pp. 10151–10152, §3.2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EFED4B-AC69-4CE4-BA20-8211C6E910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선형 온도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직접 따라가기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식을 손으로 재계산해 보는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네 위치에서는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씩 내려가고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다섯 번째부터는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temperature 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숫자들이 논문에서 선택한 최적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본문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공정 비교에서는 오히려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고정했습니다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p. 10152, §3.2; p. 10153,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0927BE0-D0BB-4869-A931-67E45F545A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무엇과 비교했는가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다섯 보정 데이터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Vocabulary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언어 모델 없이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vocabulary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무작위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뽑는 단순 합성 기준선입니다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Cosmopedia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더 큰 외부 모델인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Mixtral 8x7B Instruct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생성한 합성 데이터입니다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self-calibration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그와 달리 압축 대상 모델 자체가 생성합니다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비교는 합성 여부만이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합성 데이터의 생성 원천이 바뀔 때의 차이도 검사합니다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p. 10152, §4.1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DFB9C59-D00F-4DE4-86B7-57A245EAE1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해석하기 위한 실험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데이터 출처에서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2,048-token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예시를 무작위 표본으로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과정을 다섯 번 반복합니다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main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다섯 모델 계열과 네 압축 방법을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Gemma, Mistral, Llama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다국어 학습이 반영된 모델에서는 영어 데이터와의 비교를 위해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generation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영어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stop-word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목록으로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점은 완전히 무조건적인 생성이라는 표현을 조심해야 하는 이유입니다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pp. 10152–10153, §§4.1–4.4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79DE8F2-49DE-494A-B42C-0ACA5AB86E9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주요 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합성 기준선과의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중요한 공정성 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temperature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1.0, 1.0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맞췄다는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17/20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 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이득을 포함한 수치가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Gemma 2B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Llama 3.1 8B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SparseGPT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숫자는 논문이 직접 든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Mistral 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3.1 8B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실제 데이터보다 높은 성능을 내지 못한 조합도 있어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보편적 승리로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pp. 10153–10154, Table 2 and §5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1D9DD81-2D56-43D9-9050-3CF106EC2B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반례를 함께 읽기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OPT 6.7B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SparseGPT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 6.7B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SparseGPT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프루닝한 경우를 예외로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self-calibration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52.7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52.8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행은 단지 숫자 비교가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연구가 주장할 수 있는 범위를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표현은 여러 조건에서 경쟁력 있거나 실제 데이터보다 좋을 수 있다는 것이며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모델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출처에서 최고라는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p. 10154, §5 and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41632E2-5956-4171-8BAE-954F5C51321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프루닝 결과를 별도로 볼까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Gemma 2B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보정 데이터 출처에 따른 최고와 최저 성능의 범위를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0.6, 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SparseGPT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7.5, Wanda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근거로 저자들은 이 설정에서 프루닝이 보정 데이터의 선택으로부터 더 큰 이득을 받을 수 있다고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모델과 설정을 바꾸면 이 관계도 달라질 수 있으므로 일반 정리처럼 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p. 10154, §5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D5BF0B6-895A-4DAE-8740-2856C12251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보정 예시는 많이 필요할까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사례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작은 두 모델에만 수행되었습니다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든 사례는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Phi-2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SparseGPT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프루닝할 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C4 128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예시에서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54.3, self-calibration 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예시에서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54.5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적은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 pass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줄일 가능성이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출처 간 차이가 너무 작아 같은 결론을 내리기 어렵다고 저자들이 직접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pp. 10154–10155, Fig. 2 and §6.1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E0C648E-F92B-4504-831C-8D5FE2C762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온도 설정은 효과가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main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전제는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탐색 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0, 0.5, 1, 1.5, 2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initial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decoding,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표준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sampling,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값이 같으면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constant-temperature 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SparseGPT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Wanda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조건에서는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중간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더 좋은 값을 보일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specific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세심하게 맞추지 않아도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reasonable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가능하다고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p. 10155, Fig. 3 and §6.2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A448A28-9C05-4F27-9D39-CD0834BD4D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좋은 성능이 곧 더 다양한 텍스트라는 뜻은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생성 예시가 두 모델에서 대체로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coherent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fluent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관찰합니다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3.1 8B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WikiText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vocabulary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n-gram diversity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낮을 수 있음을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Zipf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더 높습니다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downstream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 성능이 경쟁력 있다는 결과와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텍스트 분포가 실제 코퍼스와 완전히 같다는 주장을 혼동하면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p. 10156, Tables 3–4 and §6.3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031168-25BC-47BE-8C62-1C8A41C3CF7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남는 한계와 윤리적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영어 보정 데이터와 영어 평가 과제만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다국어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language-specific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중요하다는 선행 연구를 인용하면서도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방법의 다국어 일반화는 미래 과제로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윤리 측면에서 모델이 만든 보정 텍스트는 문제적 내용을 포함할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그 내용이 원래 가중치에 이미 들어 있었을 것이라고 말하지만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안전하다는 실험적 보장이 아니라 새 안전 문제를 추가할 가능성에 대한 제한적 논증입니다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p. 10157, Limitations and Ethics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1B35831-713B-4656-AF3A-9F266C0A47D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문장으로 다시 조립하기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구조를 기억하면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문제는 외부 보정 데이터가 모델 학습 분포의 불완전한 근사라는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제안은 모델 자신이 만든 텍스트를 보정 데이터로 쓰는 것이고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뒤에는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AWQ, GPTQ, SparseGPT, Wanda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그대로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여러 실험 조건에서 이 선택이 경쟁력 있음을 보였지만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모델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언어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압축법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안전 상황을 보장하지는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acl-paper | pp. 10149, 10153–10157, abstract to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Self-calibration for Language Model Quantization and Pruning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https://aclanthology.org/2025.naacl-long.509/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C75BF82-A305-4720-B4A6-9EB517FD7A0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Self-Calibration: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보정 데이터를 모델에서 얻기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Self-calibration for Language Model Quantization and Pruning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Miles Williams, George Chrysostomou, Nikolaos Aletras (2025)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외부 코퍼스 대신 압축할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LLM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만든 텍스트로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post-training compression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보정한다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p. 10149,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공개 논문인가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NAACL 2025 Long Paper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공개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proceedings record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기준으로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저자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Miles Williams, George Chrysostomou, Nikolaos Aletras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NAACL 2025 Long Papers, pp. 10149–10167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DOI: 10.18653/v1/2025.naacl-long.509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대상은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post-training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양자화와 프루닝의 보정 입력이다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발표의 수치와 결론은 이 논문이 정한 영어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zero-shot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조건에서만 해석한다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ACL record; pp. 10149–10167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보정 데이터는 압축기의 입력이다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레이블 없는 텍스트가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만들고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 방법은 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기준으로 결정을 조정한다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사전학습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압축할 가중치가 이미 주어진다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보정 예시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레이블 없는 텍스트 묶음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forward pass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얻는다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기존 압축기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참고해 양자화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프루닝한다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 모델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다운스트림 성능을 가능한 유지한다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보정 텍스트가 바뀌면 같은 압축 방법도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보고 다른 결과를 낼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pp. 10149–10150, §2.2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무작위 웹 텍스트만으로는 충분하지 않을까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대표성과 가용성이라는 서로 다른 문제를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압축할 모델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데이터 분포는 완전히 보이지 않는다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대표성 문제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임의 표본은 학습 분포에서 멀 수 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가용성 문제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가중치는 공개돼도 학습 데이터는 없을 수 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보정 선택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외부 코퍼스는 근사일 뿐이다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연구 질문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 내부 분포에서 표본을 얻을 수 있는가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pp. 10150–10151, Table 1 and §3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바뀌는 것은 압축기보다 보정 데이터의 출처다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경로는 비교 조건이며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번의 실행에서 둘을 함께 적용한다는 뜻은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기존 경로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C4·WikiText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외부 텍스트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self-calibration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압축할 모델이 만든 합성 텍스트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동일 압축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AWQ·GPTQ·SparseGPT·Wanda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비교할 결과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 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zero-shot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성능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pp. 10149, 10153,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self-calibration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어떻게 텍스트를 만드는가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기본 절차는 외부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prompt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없이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시작한다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보고된 일부 영어 실험에는 첫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제한이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BOS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입력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 토큰 외의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prompt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넣지 않는다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실험의 첫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Gemma·Mistral·Llama: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영어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stop-word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목록으로 제한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샘플링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logits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확률분포에 온도 스케줄을 적용한다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종료 조건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EOS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최대 길이까지 생성한다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보정 묶음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짧은 생성은 이어 붙여 필요한 길이를 맞춘다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외부 보정 코퍼스가 없다는 뜻이지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 모델의 가중치나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forward pass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없다는 뜻은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p. 10151, §3.1; p. 10152, §4.1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온도는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next-token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확률의 날카로움을 조절한다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 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logits 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temperature tᵢ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나눈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softmax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적용한다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P(wᵢ | w₁:ᵢ₋₁) = exp(uᵢ/tᵢ) / Σⱼ exp(uⱼ/tᵢ)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낮은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높은 확률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더 집중한다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높은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확률질량을 더 넓게 분산한다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 token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t_initial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t_final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선형 이동한다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크면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t_final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유지한다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온도 효과는 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확인하며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결과에 자동 적용되지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pp. 10151–10152, §3.2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선형 온도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schedule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직접 따라가기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예시 조건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t_initial=2.0, t_final=1.0, n=4.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표는 논문의 성능 결과가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630504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 i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tᵢ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 + 1/4 × (1.0 − 2.0)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 + 2/4 × (1.0 − 2.0)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 + 3/4 × (1.0 − 2.0)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 + 4/4 × (1.0 − 2.0)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 &gt; 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이므로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schedule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생성 전략을 표현하지만 최적값을 보장하지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p. 10152, §3.2; p. 10153,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무엇과 비교했는가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다섯 보정 데이터 출처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real,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외부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synthetic,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모델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synthetic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같은 수량 규칙 안에서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717640"/>
                <a:gridCol w="5978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성격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필터링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중복 제거 웹 텍스트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편집된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Wikipedia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텍스트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synthetic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Vocabulary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뺀 무작위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vocabulary token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synthetic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Cosmopedia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외부 모델이 만든 합성 텍스트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synthetic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Self-calibration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압축할 모델이 생성한 텍스트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self-calibration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비교 대상은 실제 텍스트와 두 종류의 합성 텍스트를 모두 포함한다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p. 10152, §4.1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해석하기 위한 실험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성능 수치는 이 표의 모델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압축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데이터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 조건에 묶여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5" name="Table 0"/>
          <p:cNvGraphicFramePr/>
          <p:nvPr/>
        </p:nvGraphicFramePr>
        <p:xfrm>
          <a:off x="660240" y="2082960"/>
          <a:ext cx="10870920" cy="3936600"/>
        </p:xfrm>
        <a:graphic>
          <a:graphicData uri="http://schemas.openxmlformats.org/drawingml/2006/table">
            <a:tbl>
              <a:tblPr/>
              <a:tblGrid>
                <a:gridCol w="2174040"/>
                <a:gridCol w="46746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보정 수량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× 2,048 token;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출처별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표의 아래첨자는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표준편차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Gemma 2B, Phi-2, OPT, Mistral, Llama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모델 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English stop-word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prompt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AWQ·GPTQ, 4-bit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 결과가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프루닝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SparseGPT·Wanda, 2:4 semi-structured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같다고 할 수 없다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8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영어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zero-shot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과제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과제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서빙 지연시간이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6" name="Shape 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pp. 10152–10153, §§4.1–4.4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주요 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합성 기준선과의 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주 비교에서는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self-calibration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initial·final temperature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모두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1.0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고정했다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method-model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조합 중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17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개에서 다른 합성 데이터와 같거나 더 높다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Gemma 2B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압축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self 59.9, Cosmopedia 58.5, Vocabulary 57.9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 3.1 8B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SparseGPT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프루닝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self 53.8, Cosmopedia 50.9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Phi-2·Gemma·OPT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한 예외를 빼고 모든 출처 중 최고 평균을 보고한다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Mistral·Llama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 data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이기지 못한 경우도 있어 결과는 조건부다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외부 데이터 없이도 여러 조건에서 경쟁력 있는 보정을 만들 수 있다는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pp. 10153–10154, Table 2 and §5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반례를 함께 읽기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OPT 6.7B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SparseGPT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self-calibration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모든 데이터 출처보다 최고라는 주장을 막는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Table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가장 작은 차이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935080"/>
                <a:gridCol w="304380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 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보정 출처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정확도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 6.7B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SparseGPT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52.8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 6.7B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SparseGPT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Self-calibration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52.7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0.1 point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항상 최고라고 부르지 않아야 하는 직접 근거다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p. 10154, §5 and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프루닝 결과를 별도로 볼까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Gemma 2B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best-to-worst calibration-source range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양자화보다 프루닝에서 더 넓게 보고된다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717640"/>
                <a:gridCol w="1630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제시한 읽기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AWQ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4-bit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출처 선택에 상대적으로 덜 민감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4-bit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출처 선택에 상대적으로 덜 민감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SparseGPT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2:4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프루닝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보정 출처의 영향이 더 크게 보임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Wanda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2:4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프루닝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보정 출처의 영향이 더 크게 보임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Gemma 2B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논문 실험 관찰이며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압축법에 대한 일반 법칙은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p. 10154, §5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보정 예시는 많이 필요할까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수량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한 사례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제약 때문에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Gemma 2B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Phi-2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1~128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예시를 조사한다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804840"/>
                <a:gridCol w="2608920"/>
                <a:gridCol w="195660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예시 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정확도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Phi-2 + SparseGPT + C4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54.3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real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Phi-2 + SparseGPT + Self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54.5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self-calibration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수량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1, 2, 4, 8, 16, 32, 64, 128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Gemma 2B·Phi-2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self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예시도 경쟁력 있을 수 있지만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 모델의 보장값은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pp. 10154–10155, Fig. 2 and §6.1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온도 설정은 효과가 있지만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main result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전제는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Gemma 2B·Phi-2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n=10, initial·final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0~2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탐색한다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47868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initial, final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동등한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0, 0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decoding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시점 가장 높은 확률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standard sampling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Table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constant-temperature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생성 동안 온도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temperature schedule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후반 생성 특성을 다르게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standard sampling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최대값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 point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이내가 될 수 있으나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schedule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p. 10155, Fig. 3 and §6.2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성능이 곧 더 다양한 텍스트라는 뜻은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 3.1 8B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self-generated text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real 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diverse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할 수 있음을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348440"/>
                <a:gridCol w="2174040"/>
                <a:gridCol w="217404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Vocabulary coverage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N-gram diversity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Zipf coefficient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 텍스트가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coherent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해도 실제 텍스트보다 다양하다는 뜻은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p. 10156, Tables 3–4 and §6.3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남는 한계와 윤리적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자체가 영어 범위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다국어 일반화의 미검증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생성 텍스트의 유해 가능성을 명시한다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영어 모델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과제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보정 데이터에 한정된다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다국어 모델에 일반화될 것이라는 기대는 후속 연구 과제다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 텍스트는 부정확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편향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유해한 내용을 포함할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저자들은 그런 내용이 원 모델 가중치에 이미 인코딩돼야 한다고 논증한다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논증은 안전성 검증이나 유해성 제거를 의미하지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외부 데이터 의존을 줄여도 분포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언어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안전 문제가 자동 해결되지는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p. 10157, Limitations and Ethics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문장으로 다시 조립하기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데이터를 직접 얻지 못할 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모델이 만든 무라벨 텍스트를 기존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PTQ·pruning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보정 입력으로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외부 보정 표본은 대표성이 불확실하다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개입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 대상 모델이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텍스트를 생성한다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압축기가 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읽는다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근거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조건에서 합성 기준선과 경쟁력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영어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방법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조건부 실험 결과다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보정 입력의 출처를 바꾸면 기존 압축기의 품질도 달라질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acl-paper pp. 10149, 10153–10157, abstract to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2026-09-12T07:08:41Z</dcterms:created>
  <dc:creator>Research Seminars</dc:creator>
  <dc:description/>
  <dc:language>ko-KR</dc:language>
  <cp:lastModifiedBy>Research Seminars</cp:lastModifiedBy>
  <dcterms:modified xsi:type="dcterms:W3CDTF">2026-09-12T07:08:41Z</dcterms:modified>
  <cp:revision>1</cp:revision>
  <dc:subject>Self-calibration for Language Model Quantization and Pruning</dc:subject>
  <dc:title>Self-Calibration: 보정 데이터를 모델에서 얻기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18</vt:r8>
  </property>
  <property fmtid="{D5CDD505-2E9C-101B-9397-08002B2CF9AE}" pid="3" name="PresentationFormat">
    <vt:lpwstr>On-screen Show (16:9)</vt:lpwstr>
  </property>
  <property fmtid="{D5CDD505-2E9C-101B-9397-08002B2CF9AE}" pid="4" name="Slides">
    <vt:r8>18</vt:r8>
  </property>
</Properties>
</file>