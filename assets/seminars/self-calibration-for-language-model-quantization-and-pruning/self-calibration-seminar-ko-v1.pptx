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Self-Calibration: 보정 데이터를 모델에서 얻기
발표 대본
이 논문은 양자화나 프루닝 알고리즘 자체를 새로 제안하기보다, 기존 압축기가 읽는 보정 데이터의 출처를 바꿉니다. 압축하려는 모델이 스스로 만든 텍스트를 보정 입력으로 쓰고, 그 뒤에 기존 압축 방법을 적용합니다. 따라서 핵심 질문은 합성 텍스트가 원래 학습 분포를 얼마나 잘 근사하여 압축 후 성능을 보존하는가입니다.
공개 출처
acl-paper | p. 10149, title and abstract
Self-calibration for Language Model Quantization and Pruning
https://aclanthology.org/2025.naacl-long.509/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어떤 공개 논문인가
발표 대본
공개 ACL Anthology record와 proceedings PDF를 기준으로 삼습니다. 같은 제목의 arXiv preprint가 있어도, 이 강의에서는 NAACL 2025 출판본의 페이지와 표 번호를 인용합니다. 논문은 특정 운영 환경에서의 서비스 지연시간을 측정한 연구가 아니라, 보정 데이터 선택이 압축 뒤 zero-shot 과제 성능에 미치는 영향을 비교한 연구입니다.
공개 출처
acl-paper | ACL record; pp. 10149–10167
Self-calibration for Language Model Quantization and Pruning
https://aclanthology.org/2025.naacl-long.509/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보정 데이터는 압축기의 입력이다
발표 대본
보정 데이터는 정답 라벨을 가르치기 위한 학습 세트가 아닙니다. 사후 학습 압축기는 소수의 레이블 없는 예시를 모델에 통과시켜 layer activation을 관찰합니다. 이 activation이 어느 가중치 오차가 중요한지 또는 어느 가중치를 제거해도 되는지 판단하는 신호가 됩니다. 그래서 이 논문은 보정 데이터의 품질과 출처를 핵심 변수로 둡니다.
공개 출처
acl-paper | pp. 10149–10150, §2.2
Self-calibration for Language Model Quantization and Pruning
https://aclanthology.org/2025.naacl-long.509/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왜 무작위 웹 텍스트만으로는 충분하지 않을까
발표 대본
첫 번째 문제는 대표성입니다. C4 같은 웹 코퍼스에서 무작위로 뽑아도 특정 모델의 학습 분포를 충분히 반영하지 않을 수 있습니다. 두 번째는 가용성입니다. 논문 Table 1은 일부 모델의 가중치는 공개되어도 학습 데이터는 대개 공개되지 않는다고 정리합니다. 여기서 self-calibration은 원본 코퍼스를 복원한다고 주장하지 않습니다. 대안 분포의 표본보다 모델이 학습한 분포에 더 가까운 표본을 얻을 수 있다는 가설입니다.
공개 출처
acl-paper | pp. 10150–10151, Table 1 and §3
Self-calibration for Language Model Quantization and Pruning
https://aclanthology.org/2025.naacl-long.509/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바뀌는 것은 압축기보다 보정 데이터의 출처다
발표 대본
이 그림의 두 입력은 대안적인 실험 경로입니다. 외부 데이터와 self-calibration을 한 모델에 동시에 넣는 파이프라인이 아닙니다. 각각의 보정 집합을 동일한 압축 방법에 제공하고, 압축 뒤 여러 zero-shot 과제의 평균 성능을 비교합니다. 따라서 관찰된 차이는 압축 알고리즘의 발명 자체가 아니라 보정 데이터 출처의 차이와 연결됩니다.
공개 출처
acl-paper | pp. 10149, 10153, Table 2
Self-calibration for Language Model Quantization and Pruning
https://aclanthology.org/2025.naacl-long.509/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self-calibration은 어떻게 텍스트를 만드는가
발표 대본
압축할 특정 모델을 생성기로도 사용합니다. 기본 절차의 시작은 BOS 토큰뿐이고, prefix나 prompt는 외부 정보와 편향을 도입할 수 있으므로 직접 조건으로 쓰지 않습니다. 다만 보고된 영어 실험에서 Gemma·Mistral·Llama는 첫 generation step만 영어 stop-word 목록으로 제한합니다. 이는 외부 prompt가 아니라, 기본 절차에 덧붙은 영어 비교 조건입니다. 생성은 EOS 또는 최대 시퀀스 길이에서 끝납니다. 너무 짧게 끝난 생성은 추가 생성과 이어 붙입니다. 완성된 텍스트는 보정 예시가 되어 기존 압축기가 activation을 모으는 데 사용합니다.
공개 출처
acl-paper | p. 10151, §3.1; p. 10152, §4.1
Self-calibration for Language Model Quantization and Pruning
https://aclanthology.org/2025.naacl-long.509/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온도는 next-token 확률의 날카로움을 조절한다
발표 대본
표기에서 u는 해당 시점의 logits이고, tᵢ는 i번째 생성 위치의 온도입니다. 온도가 낮으면 상위 token에 확률이 모이고, 높으면 더 다양한 token에 확률이 퍼집니다. 논문은 초기 token들이 내용과 coherence에 큰 영향을 줄 수 있다고 보고, 초반과 후반의 온도를 다르게 하는 schedule을 제안합니다. 다음 슬라이드의 수치는 논문 결과가 아니라 이 식을 따라 직접 계산하는 강의용 예시입니다.
공개 출처
acl-paper | pp. 10151–10152, §3.2
Self-calibration for Language Model Quantization and Pruning
https://aclanthology.org/2025.naacl-long.509/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강의용 계산: 선형 온도 schedule을 직접 따라가기
발표 대본
이 표는 식을 손으로 재계산해 보는 예시입니다. 첫 네 위치에서는 2.0에서 1.0으로 0.25씩 내려가고, 다섯 번째부터는 final temperature 1.0을 유지합니다. 이 숫자들이 논문에서 선택한 최적 schedule이라는 뜻은 아닙니다. 논문 본문 Table 2의 공정 비교에서는 오히려 initial과 final을 모두 1.0으로 고정했습니다.
공개 출처
acl-paper | p. 10152, §3.2; p. 10153, Table 2
Self-calibration for Language Model Quantization and Pruning
https://aclanthology.org/2025.naacl-long.509/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무엇과 비교했는가: 다섯 보정 데이터 출처
발표 대본
Vocabulary는 언어 모델 없이 vocabulary에서 무작위 token을 뽑는 단순 합성 기준선입니다. Cosmopedia는 더 큰 외부 모델인 Mixtral 8x7B Instruct로 생성한 합성 데이터입니다. self-calibration은 그와 달리 압축 대상 모델 자체가 생성합니다. 따라서 이 비교는 합성 여부만이 아니라, 합성 데이터의 생성 원천이 바뀔 때의 차이도 검사합니다.
공개 출처
acl-paper | p. 10152, §4.1
Self-calibration for Language Model Quantization and Pruning
https://aclanthology.org/2025.naacl-long.509/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결과를 해석하기 위한 실험 조건
발표 대본
각 데이터 출처에서 128개의 2,048-token 예시를 무작위 표본으로 만들고, 이 과정을 다섯 번 반복합니다. main comparison은 다섯 모델 계열과 네 압축 방법을 다룹니다. Gemma, Mistral, Llama처럼 다국어 학습이 반영된 모델에서는 영어 데이터와의 비교를 위해 첫 generation step만 영어 stop-word 목록으로 제한합니다. 이 점은 완전히 무조건적인 생성이라는 표현을 조심해야 하는 이유입니다.
공개 출처
acl-paper | pp. 10152–10153, §§4.1–4.4
Self-calibration for Language Model Quantization and Pruning
https://aclanthology.org/2025.naacl-long.509/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주요 결과: 합성 기준선과의 비교
발표 대본
가장 중요한 공정성 조건은 Table 2에서 self-calibration의 temperature를 1.0, 1.0으로 맞췄다는 점입니다. 그러므로 17/20은 schedule tuning의 이득을 포함한 수치가 아닙니다. Gemma 2B와 GPTQ, Llama 3.1 8B와 SparseGPT의 두 숫자는 논문이 직접 든 예입니다. 반면 Mistral 7B와 Llama 3.1 8B에서는 실제 데이터보다 높은 성능을 내지 못한 조합도 있어, 보편적 승리로 읽으면 안 됩니다.
공개 출처
acl-paper | pp. 10153–10154, Table 2 and §5
Self-calibration for Language Model Quantization and Pruning
https://aclanthology.org/2025.naacl-long.509/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반례를 함께 읽기: OPT 6.7B의 SparseGPT
발표 대본
논문은 OPT 6.7B를 SparseGPT로 프루닝한 경우를 예외로 명시합니다. self-calibration의 평균은 52.7이고 C4는 52.8입니다. 이 한 행은 단지 숫자 비교가 아니라, 이 연구가 주장할 수 있는 범위를 보여 줍니다. 정확한 표현은 여러 조건에서 경쟁력 있거나 실제 데이터보다 좋을 수 있다는 것이며, 모든 모델·방법·출처에서 최고라는 뜻은 아닙니다.
공개 출처
acl-paper | p. 10154, §5 and Table 2
Self-calibration for Language Model Quantization and Pruning
https://aclanthology.org/2025.naacl-long.509/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왜 프루닝 결과를 별도로 볼까
발표 대본
논문은 Gemma 2B에서 보정 데이터 출처에 따른 최고와 최저 성능의 범위를 비교합니다. AWQ는 0.6, GPTQ는 2.0인 반면 SparseGPT는 7.5, Wanda는 3.2입니다. 이를 근거로 저자들은 이 설정에서 프루닝이 보정 데이터의 선택으로부터 더 큰 이득을 받을 수 있다고 해석합니다. 모델과 설정을 바꾸면 이 관계도 달라질 수 있으므로 일반 정리처럼 말하면 안 됩니다.
공개 출처
acl-paper | p. 10154, §5
Self-calibration for Language Model Quantization and Pruning
https://aclanthology.org/2025.naacl-long.509/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보정 예시는 많이 필요할까: 수량 ablation의 한 사례
발표 대본
수량 ablation은 작은 두 모델에만 수행되었습니다. 논문이 든 사례는 Phi-2를 SparseGPT로 프루닝할 때입니다. C4 128개 예시에서 54.3, self-calibration 16개 예시에서 54.5를 보고합니다. 더 적은 예시는 forward pass와 intermediate activation을 줄일 가능성이 있습니다. 그러나 GPTQ에서는 출처 간 차이가 너무 작아 같은 결론을 내리기 어렵다고 저자들이 직접 적습니다.
공개 출처
acl-paper | pp. 10154–10155, Fig. 2 and §6.1
Self-calibration for Language Model Quantization and Pruning
https://aclanthology.org/2025.naacl-long.509/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온도 설정은 효과가 있지만, main result의 전제는 아니다
발표 대본
Fig. 3의 탐색 값은 0, 0.5, 1, 1.5, 2이고 n은 10입니다. initial과 final이 모두 0이면 greedy decoding, 모두 1이면 표준 sampling, 두 값이 같으면 constant-temperature sampling과 같습니다. 일부 SparseGPT와 Wanda 조건에서는 높은 initial과 중간 final이 더 좋은 값을 보일 수 있지만, 저자들은 specific parameter를 세심하게 맞추지 않아도 reasonable performance가 가능하다고 해석합니다.
공개 출처
acl-paper | p. 10155, Fig. 3 and §6.2
Self-calibration for Language Model Quantization and Pruning
https://aclanthology.org/2025.naacl-long.509/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좋은 성능이 곧 더 다양한 텍스트라는 뜻은 아니다
발표 대본
저자들은 생성 예시가 두 모델에서 대체로 coherent하고 fluent하다고 관찰합니다. 동시에 Table 4는 Llama 3.1 8B의 self-calibration 데이터가 C4와 WikiText보다 vocabulary coverage와 n-gram diversity가 낮을 수 있음을 보입니다. Zipf coefficient는 더 높습니다. 따라서 downstream 평균 성능이 경쟁력 있다는 결과와, 텍스트 분포가 실제 코퍼스와 완전히 같다는 주장을 혼동하면 안 됩니다.
공개 출처
acl-paper | p. 10156, Tables 3–4 and §6.3
Self-calibration for Language Model Quantization and Pruning
https://aclanthology.org/2025.naacl-long.509/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남는 한계와 윤리적 경계
발표 대본
논문은 영어 보정 데이터와 영어 평가 과제만 사용했습니다. 다국어 LLM에서 language-specific calibration이 중요하다는 선행 연구를 인용하면서도, 이 방법의 다국어 일반화는 미래 과제로 남깁니다. 윤리 측면에서 모델이 만든 보정 텍스트는 문제적 내용을 포함할 수 있습니다. 저자들은 그 내용이 원래 가중치에 이미 들어 있었을 것이라고 말하지만, 이는 안전하다는 실험적 보장이 아니라 새 안전 문제를 추가할 가능성에 대한 제한적 논증입니다.
공개 출처
acl-paper | p. 10157, Limitations and Ethics
Self-calibration for Language Model Quantization and Pruning
https://aclanthology.org/2025.naacl-long.509/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한 문장으로 다시 조립하기
발표 대본
마지막으로 구조를 기억하면 됩니다. 원래 문제는 외부 보정 데이터가 모델 학습 분포의 불완전한 근사라는 것입니다. 제안은 모델 자신이 만든 텍스트를 보정 데이터로 쓰는 것이고, 그 뒤에는 기존 AWQ, GPTQ, SparseGPT, Wanda가 그대로 옵니다. 논문은 여러 실험 조건에서 이 선택이 경쟁력 있음을 보였지만, 모든 모델·언어·압축법·안전 상황을 보장하지는 않습니다.
공개 출처
acl-paper | pp. 10149, 10153–10157, abstract to conclusion
Self-calibration for Language Model Quantization and Pruning
https://aclanthology.org/2025.naacl-long.509/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Self-Calibration: 보정 데이터를 모델에서 얻기</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Self-calibration for Language Model Quantization and Pruning</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Miles Williams, George Chrysostomou, Nikolaos Aletras (2025)</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외부 코퍼스 대신 압축할 LLM이 만든 텍스트로 post-training compression을 보정한다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acl-paper p. 10149, title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어떤 공개 논문인가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NAACL 2025 Long Paper의 공개 proceedings record를 기준으로 읽는다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저자: Miles Williams, George Chrysostomou, Nikolaos Aletras</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NAACL 2025 Long Papers, pp. 10149–10167</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DOI: 10.18653/v1/2025.naacl-long.509</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핵심 대상은 post-training 양자화와 프루닝의 보정 입력이다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발표의 수치와 결론은 이 논문이 정한 영어 zero-shot 실험 조건에서만 해석한다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acl-paper ACL record; pp. 10149–10167</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보정 데이터는 압축기의 입력이다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레이블 없는 텍스트가 layer activation을 만들고, 압축 방법은 그 activation을 기준으로 결정을 조정한다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사전학습 LLM</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압축할 가중치가 이미 주어진다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보정 예시</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작은 레이블 없는 텍스트 묶음</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forward pass</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layer의 activation을 얻는다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기존 압축기</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activation을 참고해 양자화·프루닝한다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압축 모델</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다운스트림 성능을 가능한 유지한다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보정 텍스트가 바뀌면 같은 압축 방법도 다른 activation을 보고 다른 결과를 낼 수 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acl-paper pp. 10149–10150, §2.2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무작위 웹 텍스트만으로는 충분하지 않을까</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대표성과 가용성이라는 서로 다른 문제를 분리한다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압축할 모델</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학습 데이터 분포는 완전히 보이지 않는다</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대표성 문제</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임의 표본은 학습 분포에서 멀 수 있다</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가용성 문제</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가중치는 공개돼도 학습 데이터는 없을 수 있다</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보정 선택</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외부 코퍼스는 근사일 뿐이다</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연구 질문</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모델 내부 분포에서 표본을 얻을 수 있는가</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acl-paper pp. 10150–10151, Table 1 and §3</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바뀌는 것은 압축기보다 보정 데이터의 출처다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경로는 비교 조건이며, 한 번의 실행에서 둘을 함께 적용한다는 뜻은 아니다</a:t>
            </a:r>
            <a:endParaRPr lang="en-US" sz="1900" dirty="0"/>
          </a:p>
        </p:txBody>
      </p:sp>
      <p:sp>
        <p:nvSpPr>
          <p:cNvPr id="4" name="Shape 2"/>
          <p:cNvSpPr/>
          <p:nvPr/>
        </p:nvSpPr>
        <p:spPr>
          <a:xfrm>
            <a:off x="3302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8890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7" name="Shape 5"/>
          <p:cNvSpPr/>
          <p:nvPr/>
        </p:nvSpPr>
        <p:spPr>
          <a:xfrm>
            <a:off x="6731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546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9" name="Shape 7"/>
          <p:cNvSpPr/>
          <p:nvPr/>
        </p:nvSpPr>
        <p:spPr>
          <a:xfrm>
            <a:off x="673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10" name="Shape 8"/>
          <p:cNvSpPr/>
          <p:nvPr/>
        </p:nvSpPr>
        <p:spPr>
          <a:xfrm>
            <a:off x="6096000" y="4737100"/>
            <a:ext cx="0" cy="736600"/>
          </a:xfrm>
          <a:prstGeom prst="line">
            <a:avLst/>
          </a:prstGeom>
          <a:noFill/>
          <a:ln w="12700">
            <a:solidFill>
              <a:srgbClr val="0D685C"/>
            </a:solidFill>
            <a:prstDash val="solid"/>
            <a:headEnd type="none"/>
            <a:tailEnd type="triangle"/>
          </a:ln>
        </p:spPr>
        <p:txBody>
          <a:bodyPr/>
          <a:lstStyle/>
          <a:p>
            <a:endParaRPr lang="ko-KR"/>
          </a:p>
        </p:txBody>
      </p:sp>
      <p:sp>
        <p:nvSpPr>
          <p:cNvPr id="11" name="Text 9"/>
          <p:cNvSpPr txBox="1"/>
          <p:nvPr/>
        </p:nvSpPr>
        <p:spPr>
          <a:xfrm>
            <a:off x="1270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기존 경로</a:t>
            </a:r>
            <a:endParaRPr lang="en-US" sz="1750" dirty="0"/>
          </a:p>
        </p:txBody>
      </p:sp>
      <p:sp>
        <p:nvSpPr>
          <p:cNvPr id="12" name="Text 10"/>
          <p:cNvSpPr txBox="1"/>
          <p:nvPr/>
        </p:nvSpPr>
        <p:spPr>
          <a:xfrm>
            <a:off x="1270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C4·WikiText 같은 외부 텍스트</a:t>
            </a:r>
            <a:endParaRPr lang="en-US" sz="1500" dirty="0"/>
          </a:p>
        </p:txBody>
      </p:sp>
      <p:sp>
        <p:nvSpPr>
          <p:cNvPr id="13" name="Text 11"/>
          <p:cNvSpPr txBox="1"/>
          <p:nvPr/>
        </p:nvSpPr>
        <p:spPr>
          <a:xfrm>
            <a:off x="6858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self-calibration</a:t>
            </a:r>
            <a:endParaRPr lang="en-US" sz="1750" dirty="0"/>
          </a:p>
        </p:txBody>
      </p:sp>
      <p:sp>
        <p:nvSpPr>
          <p:cNvPr id="14" name="Text 12"/>
          <p:cNvSpPr txBox="1"/>
          <p:nvPr/>
        </p:nvSpPr>
        <p:spPr>
          <a:xfrm>
            <a:off x="6858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압축할 모델이 만든 합성 텍스트</a:t>
            </a:r>
            <a:endParaRPr lang="en-US" sz="1500" dirty="0"/>
          </a:p>
        </p:txBody>
      </p:sp>
      <p:sp>
        <p:nvSpPr>
          <p:cNvPr id="15" name="Text 13"/>
          <p:cNvSpPr txBox="1"/>
          <p:nvPr/>
        </p:nvSpPr>
        <p:spPr>
          <a:xfrm>
            <a:off x="4191000" y="4140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동일 압축 방법</a:t>
            </a:r>
            <a:endParaRPr lang="en-US" sz="1750" dirty="0"/>
          </a:p>
        </p:txBody>
      </p:sp>
      <p:sp>
        <p:nvSpPr>
          <p:cNvPr id="16" name="Text 14"/>
          <p:cNvSpPr txBox="1"/>
          <p:nvPr/>
        </p:nvSpPr>
        <p:spPr>
          <a:xfrm>
            <a:off x="4191000" y="4419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AWQ·GPTQ·SparseGPT·Wanda</a:t>
            </a:r>
            <a:endParaRPr lang="en-US" sz="1500" dirty="0"/>
          </a:p>
        </p:txBody>
      </p:sp>
      <p:sp>
        <p:nvSpPr>
          <p:cNvPr id="17" name="Text 15"/>
          <p:cNvSpPr txBox="1"/>
          <p:nvPr/>
        </p:nvSpPr>
        <p:spPr>
          <a:xfrm>
            <a:off x="4191000" y="54737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비교할 결과</a:t>
            </a:r>
            <a:endParaRPr lang="en-US" sz="1750" dirty="0"/>
          </a:p>
        </p:txBody>
      </p:sp>
      <p:sp>
        <p:nvSpPr>
          <p:cNvPr id="18" name="Text 16"/>
          <p:cNvSpPr txBox="1"/>
          <p:nvPr/>
        </p:nvSpPr>
        <p:spPr>
          <a:xfrm>
            <a:off x="4191000" y="57531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압축 뒤 zero-shot 평균 성능</a:t>
            </a:r>
            <a:endParaRPr lang="en-US" sz="150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acl-paper pp. 10149, 10153, Table 2</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self-calibration은 어떻게 텍스트를 만드는가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기본 절차는 외부 prompt 없이 BOS에서 시작한다; 보고된 일부 영어 실험에는 첫 token 제한이 있다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BOS만 입력</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시작 토큰 외의 prompt를 넣지 않는다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실험의 첫 token</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Gemma·Mistral·Llama: 영어 stop-word 목록으로 제한</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다음 token 샘플링</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logits 확률분포에 온도 스케줄을 적용한다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종료 조건</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EOS 또는 최대 길이까지 생성한다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보정 묶음</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짧은 생성은 이어 붙여 필요한 길이를 맞춘다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외부 보정 코퍼스가 없다는 뜻이지, 생성 모델의 가중치나 forward pass가 없다는 뜻은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acl-paper p. 10151, §3.1; p. 10152, §4.1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온도는 next-token 확률의 날카로움을 조절한다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token i에서 logits u를 temperature tᵢ로 나눈 뒤 softmax를 적용한다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P(wᵢ | w₁:ᵢ₋₁) = exp(uᵢ/tᵢ) / Σⱼ exp(uⱼ/tᵢ)</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낮은 t는 높은 확률 token에 더 집중한다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높은 t는 확률질량을 더 넓게 분산한다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처음 n token에서 t_initial에서 t_final까지 선형 이동한다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i가 n보다 크면 t_final을 유지한다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온도 효과는 별도 ablation에서 확인하며, 모든 결과에 자동 적용되지 않는다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acl-paper pp. 10151–10152, §3.2</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강의용 계산: 선형 온도 schedule을 직접 따라가기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예시 조건: t_initial=2.0, t_final=1.0, n=4. 이 표는 논문의 성능 결과가 아니다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6305296"/>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token i</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tᵢ</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 + 1/4 × (1.0 − 2.0)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 + 2/4 × (1.0 − 2.0)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 + 3/4 × (1.0 − 2.0)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 + 4/4 × (1.0 − 2.0)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 &gt; n 이므로 final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schedule은 생성 전략을 표현하지만 최적값을 보장하지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acl-paper p. 10152, §3.2; p. 10153, Table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무엇과 비교했는가: 다섯 보정 데이터 출처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real, 외부 synthetic, 모델-자체 synthetic을 같은 수량 규칙 안에서 비교한다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717800"/>
                <a:gridCol w="59791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분류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출처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핵심 성격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필터링·중복 제거 웹 텍스트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WikiText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편집된 Wikipedia 텍스트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synthetic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Vocabulary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특수 token을 뺀 무작위 vocabulary token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synthetic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Cosmopedia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외부 모델이 만든 합성 텍스트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synthetic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Self-calibration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압축할 모델이 생성한 텍스트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self-calibration의 비교 대상은 실제 텍스트와 두 종류의 합성 텍스트를 모두 포함한다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acl-paper p. 10152, §4.1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결과를 해석하기 위한 실험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모든 성능 수치는 이 표의 모델·압축·데이터·평가 조건에 묶여 있다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174240"/>
                <a:gridCol w="467461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보정 수량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128 예시 × 2,048 token; 출처별 5개 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표의 아래첨자는 5개 set 표준편차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Gemma 2B, Phi-2, OPT, Mistral, Llama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세 모델 첫 token은 English stop-word 제한; prompt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양자화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AWQ·GPTQ, 4-bit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activation 양자화 결과가 아니다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프루닝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SparseGPT·Wanda, 2:4 semi-structured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sparsity와 같다고 할 수 없다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영어 zero-shot 과제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단일 과제·서빙 지연시간이 아니다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acl-paper pp. 10152–10153, §§4.1–4.4</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주요 결과: 합성 기준선과의 비교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2의 주 비교에서는 self-calibration의 initial·final temperature를 모두 1.0으로 고정했다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20개 method-model 조합 중 17개에서 다른 합성 데이터와 같거나 더 높다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Gemma 2B를 GPTQ로 압축: self 59.9, Cosmopedia 58.5, Vocabulary 57.9</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Llama 3.1 8B를 SparseGPT로 프루닝: self 53.8, Cosmopedia 50.9</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Phi-2·Gemma·OPT에서는 한 예외를 빼고 모든 출처 중 최고 평균을 보고한다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Mistral·Llama에서는 real data를 이기지 못한 경우도 있어 결과는 조건부다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외부 데이터 없이도 여러 조건에서 경쟁력 있는 보정을 만들 수 있다는 결과다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acl-paper pp. 10153–10154, Table 2 and §5</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반례를 함께 읽기: OPT 6.7B의 SparseGPT</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self-calibration이 모든 데이터 출처보다 최고라는 주장을 막는, Table 2의 가장 작은 차이</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2935224"/>
                <a:gridCol w="3043936"/>
                <a:gridCol w="22829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모델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압축 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보정 출처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평균 정확도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 6.7B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SparseGPT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 6.7B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SparseGPT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Self-calibration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52.7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0.1 point 차이지만, 결과를 항상 최고라고 부르지 않아야 하는 직접 근거다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acl-paper p. 10154, §5 and Table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프루닝 결과를 별도로 볼까</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Gemma 2B에서 best-to-worst calibration-source range가 양자화보다 프루닝에서 더 넓게 보고된다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717800"/>
                <a:gridCol w="163068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종류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range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제시한 읽기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AWQ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4-bit 양자화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출처 선택에 상대적으로 덜 민감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4-bit 양자화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출처 선택에 상대적으로 덜 민감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SparseGPT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 프루닝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보정 출처의 영향이 더 크게 보임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Wanda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 프루닝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보정 출처의 영향이 더 크게 보임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표는 Gemma 2B의 논문 실험 관찰이며, 모든 압축법에 대한 일반 법칙은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acl-paper p. 10154, §5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보정 예시는 많이 필요할까: 수량 ablation의 한 사례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 2는 resource 제약 때문에 Gemma 2B와 Phi-2에서만 1~128 예시를 조사한다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804920"/>
                <a:gridCol w="2609088"/>
                <a:gridCol w="1956816"/>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예시 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평균 정확도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Phi-2 + SparseGPT + C4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54.3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외부 real 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Phi-2 + SparseGPT + Self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self-calibration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수량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1, 2, 4, 8, 16, 32, 64, 128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Gemma 2B·Phi-2만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적은 self 예시도 경쟁력 있을 수 있지만, 전 모델의 보장값은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acl-paper pp. 10154–10155, Fig. 2 and §6.1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온도 설정은 효과가 있지만, main result의 전제는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 3은 Gemma 2B·Phi-2에서 n=10, initial·final 값을 0~2로 탐색한다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3478784"/>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initial, final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동등한 decoding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greedy decoding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 시점 가장 높은 확률 token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standard sampling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main Table 2의 self 설정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constant-temperature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생성 동안 온도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temperature schedule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초기·후반 생성 특성을 다르게 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standard sampling도 최대값 0.5 point 이내가 될 수 있으나, 최적 schedule은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acl-paper p. 10155, Fig. 3 and §6.2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좋은 성능이 곧 더 다양한 텍스트라는 뜻은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Llama 3.1 8B의 Table 4는 self-generated text가 real data보다 덜 diverse할 수 있음을 보인다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4348480"/>
                <a:gridCol w="2174240"/>
                <a:gridCol w="2174240"/>
                <a:gridCol w="21742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측정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Self</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C4</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WikiText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Vocabulary coverage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N-gram diversity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Zipf coefficient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생성 텍스트가 coherent해도 실제 텍스트보다 다양하다는 뜻은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acl-paper p. 10156, Tables 3–4 and §6.3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남는 한계와 윤리적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 자체가 영어 범위, 다국어 일반화의 미검증, 생성 텍스트의 유해 가능성을 명시한다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실험은 영어 모델·과제·보정 데이터에 한정된다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다국어 모델에 일반화될 것이라는 기대는 후속 연구 과제다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생성 텍스트는 부정확·편향·유해한 내용을 포함할 수 있다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저자들은 그런 내용이 원 모델 가중치에 이미 인코딩돼야 한다고 논증한다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그 논증은 안전성 검증이나 유해성 제거를 의미하지 않는다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외부 데이터 의존을 줄여도 분포·언어·안전 문제가 자동 해결되지는 않는다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acl-paper p. 10157, Limitations and Ethics</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문장으로 다시 조립하기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학습 데이터를 직접 얻지 못할 때, 모델이 만든 무라벨 텍스트를 기존 PTQ·pruning의 보정 입력으로 사용한다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문제</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외부 보정 표본은 대표성이 불확실하다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개입</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압축 대상 모델이 BOS부터 텍스트를 생성한다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연결</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기존 압축기가 그 activation을 읽는다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근거</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조건에서 합성 기준선과 경쟁력 있다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경계</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영어·선택 방법·조건부 실험 결과다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보정 입력의 출처를 바꾸면 기존 압축기의 품질도 달라질 수 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acl-paper pp. 10149, 10153–10157, abstract to conclusion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Self-Calibration: 보정 데이터를 모델에서 얻기</dc:title>
  <dc:subject>Self-calibration for Language Model Quantization and Pruning</dc:subject>
  <dc:creator>Research Seminars</dc:creator>
  <cp:lastModifiedBy>Research Seminars</cp:lastModifiedBy>
  <cp:revision>1</cp:revision>
  <dcterms:created xsi:type="dcterms:W3CDTF">2026-09-12T07:08:41Z</dcterms:created>
  <dcterms:modified xsi:type="dcterms:W3CDTF">2026-09-12T07:08:41Z</dcterms:modified>
</cp:coreProperties>
</file>