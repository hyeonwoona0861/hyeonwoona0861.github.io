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PIQA: 자연어로 묻는 물리적 상식
발표 대본
PIQA는 Physical Interaction: Question Answering의 약자입니다. 이 논문은 문장 자체가 자연스러운지를 묻는 대신, 일상 물체를 조작하는 goal에 대해 두 solution 중 어느 것이 더 적절한지를 묻습니다. 오늘은 benchmark의 동기, 데이터를 만든 방식, 편향을 줄이려 한 장치, 그리고 2019년 평가 결과를 차례로 살펴봅니다.
공개 출처
piqa-v1 | p. 1, title and abstract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자연어 모델에 물리적 상식을 따로 묻는가
발표 대본
원문의 문제의식은 reporting bias입니다. 사람들은 목표를 말할 때 가장 전형적인 도구와 방법을 떠올리기 쉽고, 일상 물체의 많은 대안적 사용법이나 물리적 전제조건은 글에 충분히 남지 않을 수 있습니다. PIQA는 물체의 성질과 조작 결과를 고려해야 하는 자연어 판단을 따로 측정하려고 합니다. 이 그림의 두 branch는 시간 순서가 아니라 서로 다른 정보의 성격을 구분합니다.
공개 출처
piqa-v1 | pp. 1–2, Introduction; Dataset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PIQA의 한 문항: goal과 두 solution
발표 대본
원문은 multiple-choice question answering으로 task를 정의합니다. goal은 보통 달성해야 할 post-condition이고, solution은 그 상태에 이르는 절차입니다. 핵심 계약은 solution 둘 중 정확히 하나가 맞다는 것입니다. 따라서 PIQA accuracy가 높다고 모델이 스스로 다양한 도구를 찾아 새로운 절차를 생성한다는 뜻은 아닙니다.
공개 출처
piqa-v1 | p. 2, Dataset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형식을 읽는 자체 제작 예시
발표 대본
이 슬라이드의 goal과 두 solution은 강의를 위해 만든 자체 제작 예시입니다. PIQA 데이터의 문장을 번역하거나 재현한 것이 아닙니다. 학습자는 비닐 봉투와 젖은 수건이 물의 접촉에 어떤 차이를 만드는지 추론해 A를 고를 수 있습니다. 실제 benchmark에서는 이처럼 두 문장이 더 미세한 차이만 가질 수도 있습니다.
공개 출처
piqa-v1 | p. 2, Dataset task definition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원문이 보인 두 종류의 물리적 판단
발표 대본
원문 Figure 2의 왼쪽 사례들은 flexibility, curvature, porousness처럼 물체의 기본 속성을 요구합니다. 오른쪽 사례들은 두 방법이 기술적으로 가능할 수 있어도 더 편리하고 선호되는 방법을 구별합니다. 이 분류는 논문이 제시한 예시 범주이며, 모든 PIQA 문항을 완전히 둘로 나누는 공식 taxonomy라고 확대하지 않습니다.
공개 출처
piqa-v1 | p. 2, Fig. 2 caption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데이터는 어떻게 만들어졌는가
발표 대본
원문은 자유로운 task-tool prompt를 먼저 시도했지만, 전형적인 주방·차고 도구가 과도하게 나오며 reporting bias가 커졌다고 설명합니다. 그래서 Instructables 링크를 보고 annotator가 두 component task를 만들도록 했습니다. annotator는 physical goal, valid solution, 그리고 자기 solution을 무효하게 만드는 permutation인 trick을 작성했습니다. 이 flow는 원문의 제작 의존 관계를 압축한 것이며 실제 annotation 화면의 시간축 재현은 아닙니다.
공개 출처
piqa-v1 | pp. 2–3, Collecting data; Fig. 3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사람이 만든 문항도 검증과 제거를 거친다
발표 대본
원문 footnote는 main HIT 이전 qualification을 설명합니다. annotator는 잘 구성된 goal-solution 쌍과 underspecified 쌍을 80% 초과로 구별해야 했습니다. 데이터는 수천 triple 단위로 수집되고 다른 annotator가 correctness를 검증했으며, agreement가 낮은 사용자는 de-qualified 되었습니다. 낮은 합의 사례와 전문 영역 지식을 요구하는 사례도 제거했습니다. 이 절차가 annotation 오류를 모두 없앤다는 보장은 아닙니다.
공개 출처
piqa-v1 | p. 3, validation; footnote 2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원문이 보고한 데이터 규모와 균형 단서
발표 대본
원문 Statistics와 Figure 4는 train 16,000 초과, dev 약 2,000, test 약 3,000을 보고합니다. SpaCy 기준 goal 평균은 7.8단어이고 정답·오답 solution은 모두 평균 21.3단어입니다. Figure 4에서 두 solution 길이 분포는 거의 같습니다. 명사·동사·형용사·부사의 정답/오답 어휘 겹침도 각각 최소 85%입니다. 이 수치는 v1의 설명이며 다른 후속 release의 정확한 split 수와 혼동하지 않습니다.
공개 출처
piqa-v1 | p. 3, Statistics; Fig. 4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AFLite: 쉽게 맞힐 수 있는 표면 artifact를 더 줄이기
발표 대본
AFLite는 주어진 feature representation들이 함께 target label을 매우 잘 나타내는 instance를 discard한다고 원문이 설명합니다. 이 논문에서는 원 데이터 5,000개로 BERT-Large를 fine-tune한 뒤 남은 instance의 embedding을 계산하고, random subset으로 학습한 linear classifier ensemble을 사용합니다. 따라서 AFLite의 목표는 불필요한 annotation artifact 완화입니다. 모든 bias 제거, 모든 문항의 물리적 타당성 자동 보증, 혹은 모델이 물리를 배웠다는 증명은 아닙니다.
공개 출처
piqa-v1 | pp. 3–4, Removing Annotation Artifacts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평가: 각 후보를 score하고 둘 중 하나를 고른다
발표 대본
원문은 GPT 124M, BERT-Large 340M, RoBERTa-Large 355M을 평가합니다. 두 solution choice를 독립적으로 처리하며, 각각 goal과 choice 및 special CLS token이 입력됩니다. 마지막 layer의 CLS hidden state에 linear transformation을 적용하고 두 option에 softmax를 적용합니다. fine-tuning loss는 두 option에 대한 cross-entropy입니다. 여기에 없는 model architecture 또는 decoding 절차를 추가해 설명하지 않습니다.
공개 출처
piqa-v1 | p. 4, Experiments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2019년 원문 Table 1: 모델과 사람의 격차
발표 대본
이 표는 원문 Table 1을 수치만 옮긴 것입니다. Random chance는 validation과 test 모두 50.0%, majority class는 50.5%와 50.4%입니다. GPT는 70.9%와 69.2%, BERT는 67.1%와 66.8%, RoBERTa는 79.2%와 77.1%입니다. Human 94.9%는 development data에서 majority vote로 계산되었고 원문 표에는 human test score가 없습니다. 그러므로 94.9와 77.1을 완전히 같은 split에서 얻은 정면 비교 수치로 표현하면 안 됩니다.
공개 출처
piqa-v1 | p. 5, Table 1 and evaluation notes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작은 문장 차이도 물리적 결과를 크게 바꾼다
발표 대본
Figure 6에서 원문은 punctuation을 제거하고 lowercase token string에 edit, insertion, deletion 비용 1을 주어 최소 edit distance를 계산합니다. train과 validation 모두 약 60%가 1–2 word edit에 속합니다. 아래 그래프는 minimum edit distance별 validation accuracy를 보이고, 원문 본문은 pair가 멀어질수록 dataset complexity가 대체로 증가한다고 설명합니다. 이것은 상관적 진단이며, edit distance 하나가 난이도를 완전하게 설명한다는 주장은 아닙니다.
공개 출처
piqa-v1 | pp. 5–6, Fig. 6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무엇에서 어려움을 보였는가
발표 대본
원문 Figure 7과 8은 solution 두 개가 특정 word 하나에서 달라지는 사례를 골라 RoBERTa의 validation accuracy를 살핍니다. before, after, top, bottom 같은 관계어는 거의 chance로 보고되며, water는 75%, spoon은 90%, freeze는 66%입니다. 물이라는 단어가 training에 300개 사례로 나타나도 다양한 affordance 때문에 어렵고, spoon은 대체 후보의 범위가 더 좁을 수 있다는 것이 원문의 해석입니다. 이 분석은 선택된 subset의 관찰입니다.
공개 출처
piqa-v1 | pp. 6–7, Figs. 7–8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자체 제작 trace: 한 단어 차이를 물성으로 검증하기
발표 대본
이 trace도 PIQA 문항이 아닌 자체 제작 수업 예시입니다. 접시의 물기를 없애는 post-condition을 먼저 두고, 각 재료가 물을 흡수하는지 또는 단지 표면을 덮는지를 비교합니다. 실제 PIQA의 선택지에는 관계, 순서, 도구의 affordance, 전제조건 등 더 여러 종류의 차이가 있을 수 있습니다. 이 예시의 목적은 두 문장의 단어 차이를 물리적 결과로 검증하는 읽기 방법을 연습하는 것입니다.
공개 출처
piqa-v1 | pp. 5–7, Figs. 6–9 diagnostic method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PIQA 점수로 말할 수 있는 것과 없는 것
발표 대본
원문 결론은 언어만으로 세계를 배운다는 방식의 한계를 강조하며, 결국 interaction으로 지식을 배우고 언어로 전달해야 한다는 방향을 제시합니다. 그러나 논문은 embodied training algorithm이나 로봇 deployment 실험을 제안하지 않습니다. 또한 2지선다 형식은 후보 생성, 열린 행동 공간의 탐색, 다단계 수행 성공을 직접 측정하지 않습니다. PIQA의 가치는 이 한계를 숨기지 않고 언어모델의 특정 물리 상식 오류를 관찰 가능하게 하는 데 있습니다.
공개 출처
piqa-v1 | p. 7, Conclusion; related work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PIQA를 읽는 다섯 가지 핵심
발표 대본
마무리에서는 PIQA의 세 층을 연결합니다. 첫째, task는 두 후보 중 goal을 달성할 물리적으로 적절한 절차를 선택합니다. 둘째, 데이터는 human-written trick, 길이와 어휘의 균형, AFLite로 쉬운 언어 단서를 줄이려 합니다. 셋째, 원문의 모델 결과와 오류 분석은 당시 언어모델이 관계와 다양한 affordance에서 보인 한계를 진단합니다. 이 셋을 분리하면 benchmark 점수의 의미를 과장하지 않고 이해할 수 있습니다.
공개 출처
piqa-v1 | pp. 1–7, abstract through conclusion
arXiv:1911.11641v1 — PIQA: Reasoning about Physical Commonsense in Natural Language
https://arxiv.org/abs/1911.11641v1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PIQA: 자연어로 묻는 물리적 상식</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PIQA: Reasoning about Physical Commonsense in Natural Language</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Yonatan Bisk, Rowan Zellers, Ronan Le Bras, Jianfeng Gao, Yejin Choi (2019)</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일상 물체를 어떻게 다룰지 묻는 두 선택지 benchmark가 언어모델의 물리 상식을 어떻게 진단하는가</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자연어 모델에 물리적 상식을 따로 묻는가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사람이 글로 자주 쓰는 해결책과 물체의 실제 성질·관계는 같은 정보가 아니다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일상 행동의 goal</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물체를 고치고·만들고·조작한다</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보고 편향</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전형적 도구와 절차가 더 자주 서술됨</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필요한 물리 지식</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물성·형상·관계·전제조건을 판단</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빈틈</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말뭉치만으로는 덜 보고된 상식이 남음</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PIQA</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solution 중 물리적으로 적절한 것을 선택</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pp. 1–2, Introduction; Dataset</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PIQA의 한 문항: goal과 두 solution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입력 q, s1, s2가 주어지며 두 solution 중 정확히 하나가 가장 적절한 정답이다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696208"/>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판단하는가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goal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달성할 post-condition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무엇이 성공인가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solution s1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절차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물리적으로 성립하는가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solution s2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후보 절차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적절한 선택은 무엇인가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label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정답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후보 중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PIQA는 새 계획을 만드는 문제가 아니라 주어진 두 후보를 비교하는 문제다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2, Dataset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형식을 읽는 자체 제작 예시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문항은 PIQA 원문·데이터가 아니라 두 선택지 형식을 설명하기 위해 새로 만든 예시다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78332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판단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 오는 날 메모를 젖지 않게 보관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물이 종이에 닿지 않아야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선택지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지퍼 비닐 봉투에 메모를 넣기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차단된 봉투가 물을 막음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선택지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젖은 수건으로 메모를 감싸기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수분이 종이에 전달됨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예시에서만의 물리적 판단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문장 유창성보다 goal의 성공 조건과 각 행동의 물리적 결과를 연결해야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2, Dataset task definition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원문이 보인 두 종류의 물리적 판단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2는 물체의 기본 속성을 묻는 경우와 여러 방법 중 더 편리한 것을 고르는 경우를 함께 보인다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goal과 두 solution</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어떤 절차가 더 적절한지 비교</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shape·material·purpose</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다공성·곡률·용도 같은 기본 물성</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convenience</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가능한 방법 중 더 편리한 방법</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정답 선택</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목표와 물리적 결과를 연결</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주의</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편리성 판단은 단순 참·거짓과 다를 수 있음</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2, Fig. 2 caption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데이터는 어떻게 만들어졌는가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how-to 자료는 annotator가 비전형적 일상 재료를 떠올리게 하는 발상 scaffold였다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Instructables 참고</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여섯 범주의 how-to를 발상으로 사용</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physical goal</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성공 post-condition을 문장으로 작성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valid solution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goal을 달성하는 절차를 작성</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plausible trick</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그럴듯하지만 틀린 변형을 작성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QA pair</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solution 중 하나만 정답으로 구성</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trick은 무작위 오답이 아니라 물리·전제조건을 미세하게 어긴 그럴듯한 후보다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pp. 2–3, Collecting data; Fig. 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사람이 만든 문항도 검증과 제거를 거친다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qualification과 후속 validation은 애매하거나 전문 지식에 의존하는 문항을 줄이려는 장치다</a:t>
            </a:r>
            <a:endParaRPr lang="en-US" sz="1900" dirty="0"/>
          </a:p>
        </p:txBody>
      </p:sp>
      <p:sp>
        <p:nvSpPr>
          <p:cNvPr id="4" name="mechanism-lane-quality"/>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quality control</a:t>
            </a:r>
            <a:endParaRPr lang="en-US" sz="1250" dirty="0"/>
          </a:p>
        </p:txBody>
      </p:sp>
      <p:sp>
        <p:nvSpPr>
          <p:cNvPr id="5" name="mechanism-edge-q-w-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w-r-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r-f-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f-s-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qual"/>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qualification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80% 초과로 통과해야 참여</a:t>
            </a:r>
            <a:endParaRPr lang="en-US" sz="1150" dirty="0"/>
          </a:p>
        </p:txBody>
      </p:sp>
      <p:sp>
        <p:nvSpPr>
          <p:cNvPr id="10" name="mechanism-node-write"/>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annotation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goal·solution·trick 작성</a:t>
            </a:r>
            <a:endParaRPr lang="en-US" sz="1150" dirty="0"/>
          </a:p>
        </p:txBody>
      </p:sp>
      <p:sp>
        <p:nvSpPr>
          <p:cNvPr id="11" name="mechanism-node-review"/>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validation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다른 annotator가 정답 확인</a:t>
            </a:r>
            <a:endParaRPr lang="en-US" sz="1150" dirty="0"/>
          </a:p>
        </p:txBody>
      </p:sp>
      <p:sp>
        <p:nvSpPr>
          <p:cNvPr id="12" name="mechanism-node-filter"/>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filter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low agreement 사례를 제거</a:t>
            </a:r>
            <a:endParaRPr lang="en-US" sz="1150" dirty="0"/>
          </a:p>
        </p:txBody>
      </p:sp>
      <p:sp>
        <p:nvSpPr>
          <p:cNvPr id="13" name="mechanism-node-se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dataset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일상 상식 범위의 QA pair</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정답 label은 자동 추론 결과가 아니라 사람의 작성·검증·합의 필터를 거친 결과다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3, validation; footnote 2</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원문이 보고한 데이터 규모와 균형 단서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정답과 trick의 표면 길이·어휘를 가깝게 만들어 단순한 문장 단서만으로 맞히기 어렵게 하려 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00075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보고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split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 16K 초과; dev 약 2K; test 약 3K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v1에서의 대략 규모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길이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goal 7.8단어; solution 21.3단어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정답·trick 길이 분포가 거의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품사별 정답·trick 어휘 최소 85% 겹침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표면 단서 축소를 시도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어휘량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3.7M 초과 train lexical 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일상 물체·조작 표현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길이와 어휘 균형은 필요한 통제지만, 모든 annotation artifact를 없애지는 못한다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3, Statistics;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AFLite: 쉽게 맞힐 수 있는 표면 artifact를 더 줄이기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AFLite는 표현 embedding만으로 label을 너무 잘 예측하게 만드는 instance를 찾아 버리는 bias-reduction 절차다</a:t>
            </a:r>
            <a:endParaRPr lang="en-US" sz="1900" dirty="0"/>
          </a:p>
        </p:txBody>
      </p:sp>
      <p:sp>
        <p:nvSpPr>
          <p:cNvPr id="4" name="mechanism-lane-filterin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artifact filtering</a:t>
            </a:r>
            <a:endParaRPr lang="en-US" sz="1250" dirty="0"/>
          </a:p>
        </p:txBody>
      </p:sp>
      <p:sp>
        <p:nvSpPr>
          <p:cNvPr id="5" name="mechanism-edge-s-e-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n-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n-p-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p-k-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seed"/>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5,000개 seed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BERT-Large fine-tune</a:t>
            </a:r>
            <a:endParaRPr lang="en-US" sz="1150" dirty="0"/>
          </a:p>
        </p:txBody>
      </p:sp>
      <p:sp>
        <p:nvSpPr>
          <p:cNvPr id="10" name="mechanism-node-embed"/>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embedding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남은 instance 표현 계산</a:t>
            </a:r>
            <a:endParaRPr lang="en-US" sz="1150" dirty="0"/>
          </a:p>
        </p:txBody>
      </p:sp>
      <p:sp>
        <p:nvSpPr>
          <p:cNvPr id="11" name="mechanism-node-ens"/>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선형 ensemble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random subset classifiers</a:t>
            </a:r>
            <a:endParaRPr lang="en-US" sz="1150" dirty="0"/>
          </a:p>
        </p:txBody>
      </p:sp>
      <p:sp>
        <p:nvSpPr>
          <p:cNvPr id="12" name="mechanism-node-easy"/>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predictability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label을 쉽게 예측하는가</a:t>
            </a:r>
            <a:endParaRPr lang="en-US" sz="1150" dirty="0"/>
          </a:p>
        </p:txBody>
      </p:sp>
      <p:sp>
        <p:nvSpPr>
          <p:cNvPr id="13" name="mechanism-node-keep"/>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filtered data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쉬운 instance를 discard</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AFLite는 물리 정답 판정기가 아니라 표현 기반 예측 가능성을 낮추려는 filter다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pp. 3–4, Removing Annotation Artifacts</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각 후보를 score하고 둘 중 하나를 고른다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원문의 transformer fine-tuning은 goal과 각 solution을 독립적으로 넣고 두 score에 softmax를 적용한다</a:t>
            </a:r>
            <a:endParaRPr lang="en-US" sz="1900" dirty="0"/>
          </a:p>
        </p:txBody>
      </p:sp>
      <p:sp>
        <p:nvSpPr>
          <p:cNvPr id="4" name="mechanism-lane-scor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choice scoring</a:t>
            </a:r>
            <a:endParaRPr lang="en-US" sz="1250" dirty="0"/>
          </a:p>
        </p:txBody>
      </p:sp>
      <p:sp>
        <p:nvSpPr>
          <p:cNvPr id="5" name="mechanism-edge-g-p-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p-m-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m-s-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s-k-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goal"/>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goal q</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달성해야 할 상태</a:t>
            </a:r>
            <a:endParaRPr lang="en-US" sz="1150" dirty="0"/>
          </a:p>
        </p:txBody>
      </p:sp>
      <p:sp>
        <p:nvSpPr>
          <p:cNvPr id="10" name="mechanism-node-pair"/>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두 입력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q+s1 과 q+s2를 각각 구성</a:t>
            </a:r>
            <a:endParaRPr lang="en-US" sz="1150" dirty="0"/>
          </a:p>
        </p:txBody>
      </p:sp>
      <p:sp>
        <p:nvSpPr>
          <p:cNvPr id="11" name="mechanism-node-model"/>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transformer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choice의 CLS hidden state</a:t>
            </a:r>
            <a:endParaRPr lang="en-US" sz="1150" dirty="0"/>
          </a:p>
        </p:txBody>
      </p:sp>
      <p:sp>
        <p:nvSpPr>
          <p:cNvPr id="12" name="mechanism-node-score2"/>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두 score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linear transformation을 적용</a:t>
            </a:r>
            <a:endParaRPr lang="en-US" sz="1150" dirty="0"/>
          </a:p>
        </p:txBody>
      </p:sp>
      <p:sp>
        <p:nvSpPr>
          <p:cNvPr id="13" name="mechanism-node-pick"/>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prediction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softmax 뒤 더 큰 option 선택</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측정되는 것은 두 문장 후보의 상대적 선택 정확도이며, 실제 행동을 실행한 성공률이 아니다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4, Experiments</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2019년 원문 Table 1: 모델과 사람의 격차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가장 높은 test 모델 수치는 RoBERTa 77.1%였고, human 94.9%는 development set majority vote로 측정됐다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565904"/>
                <a:gridCol w="3152648"/>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Validation accuracy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Test accuracy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 majority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50.0% / 50.5%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50.0% / 50.4%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OpenAI GPT 124M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Google BERT 340M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FAIR RoBERTa 355M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표에 test 값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human·모델 차이는 원문 조건의 진단 신호이며, 조건을 지운 단일 순위가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5, Table 1 and evaluation notes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작은 문장 차이도 물리적 결과를 크게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train·validation의 약 60%가 두 solution 사이 1–2단어 edit라고 보고하며, 이를 진단에 활용한다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78332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편집 거리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tokenized·lowercase string의 edit distance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후보가 얼마나 다른지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60%가 1–2단어 edit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미세한 차이도 흔함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난이도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거리가 커질수록 대체로 어려움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edit도 충분히 혼동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진단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phrase 차이를 가진 사례를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상식 지식이 필요한지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답이 비슷해 보여도, 차이를 물리 결과와 연결해야 정답을 고를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pp. 5–6, Fig.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무엇에서 어려움을 보였는가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원문의 RoBERTa 진단은 흔한 단어라도 관계·다양한 affordance·동사 변화가 어려울 수 있음을 보였다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2500376"/>
                <a:gridCol w="50007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Validation 분석 수치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관계어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before·after·top·bottom에서 거의 chance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미묘한 공간·시간 관계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물성과 용도를 가진 폭넓은 명사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spoon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범위가 더 좁은 affordance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freeze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동사 변화도 어려운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값은 선택된 validation subset의 진단값이지, 전체 물리 상식 점수는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pp. 6–7, Figs. 7–8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자체 제작 trace: 한 단어 차이를 물성으로 검증하기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원문 문항이 아닌 강의용 예시로, goal의 성공 조건을 먼저 적으면 선택 근거를 재계산할 수 있다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892040"/>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자체 제작 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젖은 접시를 닦아 물기를 없앤다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접시 표면의 물을 흡수해야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마른 천으로 접시를 닦는다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천이 물을 흡수하므로 성공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비닐 랩으로 접시를 닦는다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흡수가 아니라 표면에 물을 밀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목적의 post-condition으로 역검증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정답을 고른 뒤에도 ‘어떤 물성 때문에 goal이 달성되는가’를 말할 수 있어야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pp. 5–7, Figs. 6–9 diagnostic method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PIQA 점수로 말할 수 있는 것과 없는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PIQA는 자연어 두 후보의 물리적 적절성 선택을 진단하지만, 실제 행동의 모든 능력을 직접 측정하지는 않는다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358749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PIQA가 직접 측정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직접 보장하지 않음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원문이 남긴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goal과 두 solution의 상대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solution 생성·장기 계획</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world interaction과 language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자연어 표현의 physical commonsense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로봇의 실제 조작 성공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interaction으로 지식을 정교화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모델의 오류 양상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언어·문화의 상식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언어만의 학습 한계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PIQA는 물리 상식의 일부를 드러내는 diagnostic이며, 실제 조작 능력의 완결된 시험은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 7, Conclusion; related work</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PIQA를 읽는 다섯 가지 핵심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benchmark의 구성 요소와 평가 수치를 함께 보아야 ‘물리 상식’이라는 주장 범위를 정확히 읽을 수 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문제는 자연어의 유창함보다 goal을 이루는 물리 결과를 고르는 것이다.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Instructables와 human-written trick은 비전형적 도구·미세 오류를 끌어낸다.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길이·어휘 균형과 AFLite는 다른 표면 artifact를 줄이려는 장치다.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Table 1과 오류 분석은 특정 모델·split·subset의 조건부 증거다.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결론은 언어와 세계 interaction을 연결하는 표현을 향한다.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PIQA 해석은 높은 점수 하나가 아니라 문항 생성·통제·오류 양상을 함께 설명한다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piqa-v1 pp. 1–7, abstract through conclusion</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PIQA: 자연어로 묻는 물리적 상식</dc:title>
  <dc:subject>PIQA: Reasoning about Physical Commonsense in Natural Language</dc:subject>
  <dc:creator>Research Seminars</dc:creator>
  <cp:lastModifiedBy>Research Seminars</cp:lastModifiedBy>
  <cp:revision>1</cp:revision>
  <dcterms:created xsi:type="dcterms:W3CDTF">2026-09-12T06:11:59Z</dcterms:created>
  <dcterms:modified xsi:type="dcterms:W3CDTF">2026-09-12T06:11:59Z</dcterms:modified>
</cp:coreProperties>
</file>