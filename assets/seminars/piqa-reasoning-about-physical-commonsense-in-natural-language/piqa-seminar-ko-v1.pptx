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1C3653CE-E3D4-4B0B-BF29-6ED9DCAB7FB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PIQA: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자연어로 묻는 물리적 상식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Physical Interaction: Question Answering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약자입니다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문장 자체가 자연스러운지를 묻는 대신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일상 물체를 조작하는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solution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어느 것이 더 적절한지를 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동기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데이터를 만든 방식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편향을 줄이려 한 장치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평가 결과를 차례로 살펴봅니다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5ED131-05FE-47F3-ABEF-9C71A24AFEB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자연어 모델에 물리적 상식을 따로 묻는가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문제의식은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reporting bias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사람들은 목표를 말할 때 가장 전형적인 도구와 방법을 떠올리기 쉽고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일상 물체의 많은 대안적 사용법이나 물리적 전제조건은 글에 충분히 남지 않을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PIQA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물체의 성질과 조작 결과를 고려해야 하는 자연어 판단을 따로 측정하려고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시간 순서가 아니라 서로 다른 정보의 성격을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pp. 1–2, Introduction; Dataset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26CDD6F-E23E-4CEA-B3AB-BCFC058047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PIQA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문항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solution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multiple-choice question answering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보통 달성해야 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상태에 이르는 절차입니다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계약은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solution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 중 정확히 하나가 맞다는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높다고 모델이 스스로 다양한 도구를 찾아 새로운 절차를 생성한다는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p. 2, Dataset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71DACB6-B64D-402F-8DE4-C5AD9EC142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형식을 읽는 자체 제작 예시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강의를 위해 만든 자체 제작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PIQA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데이터의 문장을 번역하거나 재현한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학습자는 비닐 봉투와 젖은 수건이 물의 접촉에 어떤 차이를 만드는지 추론해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이처럼 두 문장이 더 미세한 차이만 가질 수도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p. 2, Dataset task definition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4D3BA66-84FC-40AF-9B20-2BB131AFAC8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원문이 보인 두 종류의 물리적 판단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왼쪽 사례들은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flexibility, curvature, porousness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물체의 기본 속성을 요구합니다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오른쪽 사례들은 두 방법이 기술적으로 가능할 수 있어도 더 편리하고 선호되는 방법을 구별합니다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분류는 논문이 제시한 예시 범주이며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문항을 완전히 둘로 나누는 공식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taxonomy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확대하지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p. 2, Fig. 2 caption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FEC45FF-4A10-47A2-A04B-1131158CA5B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데이터는 어떻게 만들어졌는가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자유로운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task-tool prompt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먼저 시도했지만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전형적인 주방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차고 도구가 과도하게 나오며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reporting bias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커졌다고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Instructables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링크를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annotator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만들도록 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annotator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physical goal, valid solution,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자기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무효하게 만드는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작성했습니다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원문의 제작 의존 관계를 압축한 것이며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annotation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화면의 시간축 재현은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pp. 2–3, Collecting data;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500F983-90C0-46CD-B363-7FB4E60DA8F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사람이 만든 문항도 검증과 제거를 거친다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footnote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 HIT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annotator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잘 구성된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goal-solution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쌍과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underspecified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쌍을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초과로 구별해야 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데이터는 수천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triple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단위로 수집되고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annotator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correctness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검증했으며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agreement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낮은 사용자는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de-qualified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낮은 합의 사례와 전문 영역 지식을 요구하는 사례도 제거했습니다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절차가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annotation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오류를 모두 없앤다는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p. 3, validation; footnote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BF690D6-6A66-4C7B-AA42-55139B7227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원문이 보고한 데이터 규모와 균형 단서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Statistics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 16,000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2,000, test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3,000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SpaCy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단어이고 정답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모두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solution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 분포는 거의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형용사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부사의 정답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오답 어휘 겹침도 각각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설명이며 다른 후속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release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split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수와 혼동하지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p. 3, Statistics;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54A7B7-068F-4F22-95DD-937E6FA96D4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AFLite: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쉽게 맞힐 수 있는 표면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artifact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줄이기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AFLite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주어진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 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들이 함께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매우 잘 나타내는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원문이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논문에서는 원 데이터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5,000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BERT-Large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random 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학습한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classifier ensemble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AFLite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목표는 불필요한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annotation artifact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완화입니다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bias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문항의 물리적 타당성 자동 보증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혹은 모델이 물리를 배웠다는 증명은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pp. 3–4, Removing Annotation Artifacts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4F7421B-73CE-4D0C-83B1-A1B772E36B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후보를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둘 중 하나를 고른다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 124M, BERT-Large 340M, RoBERTa-Large 355M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solution choice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독립적으로 처리하며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choice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CLS 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입력됩니다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CLS hidden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transformation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적용하고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fine-tuning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cross-entropy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여기에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architecture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절차를 추가해 설명하지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p. 4,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74A7881-3BFF-4653-8BB3-4AEC7C341CD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11. 2019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모델과 사람의 격차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수치만 옮긴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Random chance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50.0%, majority class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50.5%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50.4%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70.9%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69.2%, BERT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67.1%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66.8%, RoBERTa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79.2%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77.1%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Human 94.9%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development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majority vote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계산되었고 원문 표에는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 test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94.9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77.1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완전히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얻은 정면 비교 수치로 표현하면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p. 5, Table 1 and evaluation notes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3BA6392-BBD5-4715-B0D6-AC55E658ED6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문장 차이도 물리적 결과를 크게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punctuation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제거하고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lowercase token string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edit, insertion, deletion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주어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distance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1–2 word edit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속합니다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그래프는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edit distance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멀어질수록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complexity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대체로 증가한다고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상관적 진단이며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edit distance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난이도를 완전하게 설명한다는 주장은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pp. 5–6, Fig.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E635C24-0598-42CD-B6ED-76B6378381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무엇에서 어려움을 보였는가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solution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개가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하나에서 달라지는 사례를 골라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RoBERTa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살핍니다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before, after, top, bottom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관계어는 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보고되며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water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75%, spoon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90%, freeze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66%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물이라는 단어가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사례로 나타나도 다양한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affordance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어렵고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spoon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대체 후보의 범위가 더 좁을 수 있다는 것이 원문의 해석입니다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분석은 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pp. 6–7, Figs. 7–8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A8BB420-6D57-4E58-BAC0-53E30B6D96F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 제작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단어 차이를 물성으로 검증하기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문항이 아닌 자체 제작 수업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접시의 물기를 없애는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먼저 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재료가 물을 흡수하는지 또는 단지 표면을 덮는지를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선택지에는 관계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affordance,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전제조건 등 더 여러 종류의 차이가 있을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예시의 목적은 두 문장의 단어 차이를 물리적 결과로 검증하는 읽기 방법을 연습하는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pp. 5–7, Figs. 6–9 diagnostic 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CA74E42-4F29-4AA6-AA55-3310C3C277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PIQA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점수로 말할 수 있는 것과 없는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결론은 언어만으로 세계를 배운다는 방식의 한계를 강조하며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결국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지식을 배우고 언어로 전달해야 한다는 방향을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embodied training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로봇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실험을 제안하지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지선다 형식은 후보 생성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열린 행동 공간의 탐색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다단계 수행 성공을 직접 측정하지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PIQA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가치는 이 한계를 숨기지 않고 언어모델의 특정 물리 상식 오류를 관찰 가능하게 하는 데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p. 7, Conclusion; related 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46006DF-18E0-4199-97F8-BA3671904B8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PIQA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읽는 다섯 가지 핵심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마무리에서는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층을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후보 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달성할 물리적으로 적절한 절차를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human-written trick,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길이와 어휘의 균형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AFLite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쉬운 언어 단서를 줄이려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모델 결과와 오류 분석은 당시 언어모델이 관계와 다양한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affordance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보인 한계를 진단합니다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셋을 분리하면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점수의 의미를 과장하지 않고 이해할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piqa-v1 | pp. 1–7, abstract through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arXiv:1911.11641v1 — PIQA: Reasoning about Physical Commonsense in Natural Language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https://arxiv.org/abs/1911.11641v1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57D2F10-8A27-4139-916F-4558F3515A2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PIQA: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자연어로 묻는 물리적 상식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PIQA: Reasoning about Physical Commonsense in Natural Language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Yonatan Bisk, Rowan Zellers, Ronan Le Bras, Jianfeng Gao, Yejin Choi (2019)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일상 물체를 어떻게 다룰지 묻는 두 선택지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benchmark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언어모델의 물리 상식을 어떻게 진단하는가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p. 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자연어 모델에 물리적 상식을 따로 묻는가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사람이 글로 자주 쓰는 해결책과 물체의 실제 성질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관계는 같은 정보가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일상 행동의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goal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물체를 고치고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만들고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조작한다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보고 편향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전형적 도구와 절차가 더 자주 서술됨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필요한 물리 지식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물성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형상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관계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전제조건을 판단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빈틈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말뭉치만으로는 덜 보고된 상식이 남음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PIQA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solution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 물리적으로 적절한 것을 선택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pp. 1–2, Introduction; Dataset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PIQA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한 문항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goal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solution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q, s1, s2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주어지며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solution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 정확히 하나가 가장 적절한 정답이다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69612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판단하는가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goal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달성할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post-condition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무엇이 성공인가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solution s1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절차 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물리적으로 성립하는가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solution s2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후보 절차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적절한 선택은 무엇인가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정답 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후보 중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PIQA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새 계획을 만드는 문제가 아니라 주어진 두 후보를 비교하는 문제다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p. 2, Dataset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형식을 읽는 자체 제작 예시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문항은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PIQA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데이터가 아니라 두 선택지 형식을 설명하기 위해 새로 만든 예시다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7833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판단 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goal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 오는 날 메모를 젖지 않게 보관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물이 종이에 닿지 않아야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지퍼 비닐 봉투에 메모를 넣기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차단된 봉투가 물을 막음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젖은 수건으로 메모를 감싸기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수분이 종이에 전달됨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예시에서만의 물리적 판단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문장 유창성보다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성공 조건과 각 행동의 물리적 결과를 연결해야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p. 2, Dataset task definition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원문이 보인 두 종류의 물리적 판단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물체의 기본 속성을 묻는 경우와 여러 방법 중 더 편리한 것을 고르는 경우를 함께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goal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두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solution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절차가 더 적절한지 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shape·material·purpose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다공성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곡률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용도 같은 기본 물성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convenience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가능한 방법 중 더 편리한 방법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정답 선택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목표와 물리적 결과를 연결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주의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편리성 판단은 단순 참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거짓과 다를 수 있음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p. 2, Fig. 2 caption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데이터는 어떻게 만들어졌는가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how-to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자료는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annotator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비전형적 일상 재료를 떠올리게 하는 발상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scaffold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Instructables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참고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여섯 범주의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how-to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발상으로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physical goal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성공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post-condition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문장으로 작성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valid solution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달성하는 절차를 작성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plausible trick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그럴듯하지만 틀린 변형을 작성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QA pair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solution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 하나만 정답으로 구성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무작위 오답이 아니라 물리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전제조건을 미세하게 어긴 그럴듯한 후보다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pp. 2–3, Collecting data;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사람이 만든 문항도 검증과 제거를 거친다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qualification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후속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validation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애매하거나 전문 지식에 의존하는 문항을 줄이려는 장치다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mechanism-lane-quality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quality control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mechanism-edge-q-w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mechanism-edge-w-r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mechanism-edge-r-f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mechanism-edge-f-s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mechanism-node-qual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qualification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80%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초과로 통과해야 참여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mechanism-node-write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annotation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goal·solution·trick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mechanism-node-review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validation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annotator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정답 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mechanism-node-filter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filter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 agreement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사례를 제거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mechanism-node-set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일상 상식 범위의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QA pair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자동 추론 결과가 아니라 사람의 작성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검증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합의 필터를 거친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p. 3, validation; footnote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원문이 보고한 데이터 규모와 균형 단서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정답과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표면 길이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어휘를 가깝게 만들어 단순한 문장 단서만으로 맞히기 어렵게 하려 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500040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보고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split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 16K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dev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2K; test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대략 규모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goal 7.8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solution 21.3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단어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·trick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 분포가 거의 같음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품사별 정답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·trick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어휘 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85%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겹침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표면 단서 축소를 시도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어휘량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3.7M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 lexical token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일상 물체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조작 표현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길이와 어휘 균형은 필요한 통제지만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annotation artifact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없애지는 못한다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p. 3, Statistics;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AFLite: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쉽게 맞힐 수 있는 표면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artifact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 줄이기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AFLite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표현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너무 잘 예측하게 만드는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instance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찾아 버리는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bias-reduction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절차다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mechanism-lane-filtering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artifact filtering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mechanism-edge-s-e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mechanism-edge-e-n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mechanism-edge-n-p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mechanism-edge-p-k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mechanism-node-seed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5,000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BERT-Large fine-tune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mechanism-node-embed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instance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표현 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mechanism-node-ens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선형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ensemble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subset classifiers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mechanism-node-easy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predictability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쉽게 예측하는가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mechanism-node-keep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filtered data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쉬운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instance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AFLite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물리 정답 판정기가 아니라 표현 기반 예측 가능성을 낮추려는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filter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pp. 3–4, Removing Annotation Artifacts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후보를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하고 둘 중 하나를 고른다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transformer fine-tuning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goal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solution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독립적으로 넣고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softmax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적용한다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mechanism-lane-scor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choice scoring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mechanism-edge-g-p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mechanism-edge-p-m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mechanism-edge-m-s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mechanism-edge-s-k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mechanism-node-goal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goal q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달성해야 할 상태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mechanism-node-pair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q+s1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q+s2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각각 구성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mechanism-node-model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transformer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choice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CLS hidden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mechanism-node-score2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linear transformation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적용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mechanism-node-pick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prediction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softmax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더 큰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option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측정되는 것은 두 문장 후보의 상대적 선택 정확도이며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행동을 실행한 성공률이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p. 4, Experiments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2019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원문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모델과 사람의 격차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가장 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모델 수치는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RoBERTa 77.1%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였고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human 94.9%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development set majority vote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측정됐다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565880"/>
                <a:gridCol w="315252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Validation accuracy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accuracy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/ majority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50.0% / 50.5%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50.0% / 50.4%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OpenAI GPT 124M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70.9%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69.2%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Google BERT 340M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67.1%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66.8%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FAIR RoBERTa 355M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79.2%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77.1%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94.9%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표에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human·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 차이는 원문 조건의 진단 신호이며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조건을 지운 단일 순위가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p. 5, Table 1 and evaluation notes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문장 차이도 물리적 결과를 크게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train·validation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약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60%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solution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1–2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라고 보고하며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이를 진단에 활용한다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78332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원문의 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편집 거리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tokenized·lowercase string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edit distance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후보가 얼마나 다른지 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60%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1–2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미세한 차이도 흔함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난이도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거리가 커질수록 대체로 어려움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충분히 혼동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진단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phrase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차이를 가진 사례를 분석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상식 지식이 필요한지 관찰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답이 비슷해 보여도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차이를 물리 결과와 연결해야 정답을 고를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pp. 5–6, Fig.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무엇에서 어려움을 보였는가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RoBERTa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진단은 흔한 단어라도 관계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다양한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affordance·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동사 변화가 어려울 수 있음을 보였다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2500200"/>
                <a:gridCol w="5000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Validation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분석 수치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관계어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before·after·top·bottom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거의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미묘한 공간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관계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water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물성과 용도를 가진 폭넓은 명사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spoon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범위가 더 좁은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affordance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freeze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66%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동사 변화도 어려운 사례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값은 선택된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validation subset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진단값이지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물리 상식 점수는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pp. 6–7, Figs. 7–8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 제작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trace: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단어 차이를 물성으로 검증하기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아래는 원문 문항이 아닌 강의용 예시로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goal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성공 조건을 먼저 적으면 선택 근거를 재계산할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89204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자체 제작 예시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goal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젖은 접시를 닦아 물기를 없앤다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접시 표면의 물을 흡수해야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마른 천으로 접시를 닦는다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천이 물을 흡수하므로 성공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비닐 랩으로 접시를 닦는다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흡수가 아니라 표면에 물을 밀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post-condition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역검증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정답을 고른 뒤에도 ‘어떤 물성 때문에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달성되는가’를 말할 수 있어야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pp. 5–7, Figs. 6–9 diagnostic method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PIQA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점수로 말할 수 있는 것과 없는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PIQA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자연어 두 후보의 물리적 적절성 선택을 진단하지만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실제 행동의 모든 능력을 직접 측정하지는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358740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PIQA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직접 측정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보장하지 않음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원문이 남긴 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goal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solution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상대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solution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장기 계획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world interaction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language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자연어 표현의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physical commonsense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로봇의 실제 조작 성공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지식을 정교화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선택된 모델의 오류 양상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언어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문화의 상식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언어만의 학습 한계 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PIQA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물리 상식의 일부를 드러내는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diagnostic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조작 능력의 완결된 시험은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p. 7, Conclusion; related work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PIQA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읽는 다섯 가지 핵심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benchmark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구성 요소와 평가 수치를 함께 보아야 ‘물리 상식’이라는 주장 범위를 정확히 읽을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문제는 자연어의 유창함보다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goal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이루는 물리 결과를 고르는 것이다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Instructables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human-written trick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비전형적 도구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미세 오류를 끌어낸다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어휘 균형과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AFLite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다른 표면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artifact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줄이려는 장치다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오류 분석은 특정 모델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·split·subset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조건부 증거다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결론은 언어와 세계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연결하는 표현을 향한다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PIQA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해석은 높은 점수 하나가 아니라 문항 생성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오류 양상을 함께 설명한다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piqa-v1 pp. 1–7, abstract through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2026-09-12T06:11:59Z</dcterms:created>
  <dc:creator>Research Seminars</dc:creator>
  <dc:description/>
  <dc:language>ko-KR</dc:language>
  <cp:lastModifiedBy>Research Seminars</cp:lastModifiedBy>
  <dcterms:modified xsi:type="dcterms:W3CDTF">2026-09-12T06:11:59Z</dcterms:modified>
  <cp:revision>1</cp:revision>
  <dc:subject>PIQA: Reasoning about Physical Commonsense in Natural Language</dc:subject>
  <dc:title>PIQA: 자연어로 묻는 물리적 상식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16</vt:r8>
  </property>
  <property fmtid="{D5CDD505-2E9C-101B-9397-08002B2CF9AE}" pid="3" name="PresentationFormat">
    <vt:lpwstr>On-screen Show (16:9)</vt:lpwstr>
  </property>
  <property fmtid="{D5CDD505-2E9C-101B-9397-08002B2CF9AE}" pid="4" name="Slides">
    <vt:r8>16</vt:r8>
  </property>
</Properties>
</file>