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Double DQN
발표 대본
이 발표는 Deep Reinforcement Learning with Double Q-Learning 논문을 소개합니다. 논문의 출발점은 DQN이 Atari에서 높은 성능을 보였지만 행동 가치를 크게 과대평가할 수 있다는 관찰입니다. Double DQN은 새 네트워크를 하나 더 추가하지 않습니다. DQN이 이미 사용하는 온라인 네트워크와 target 네트워크가 다음 행동의 선택과 평가를 나누어 맡도록 target 계산만 바꿉니다.
공개 출처
aaai-record | bibliographic record
AAAI proceedings record
https://ojs.aaai.org/index.php/AAAI/article/view/10295
aaai-paper | p. 1, Abstract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논문의 질문
발표 대본
DQN은 Deep Q-Network의 약자입니다. Q 값에는 함수 근사와 학습 과정에서 생긴 오차가 포함됩니다. max는 이 오차를 평균내지 않고 그중 가장 큰 값을 고릅니다. 따라서 선택된 값에는 양의 오차가 끼어 있을 가능성이 높습니다. 부트스트래핑은 다음 상태의 추정값으로 현재 학습 target을 계산하는 방식이며, Double DQN은 이 지점을 직접 수정합니다.
공개 출처
aaai-paper | pp. 1-3, Background and Double Q-learning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Q-learning의 기본 기호
발표 대본
기호를 먼저 정의하겠습니다. 에이전트는 현재 상태 Sₜ에서 행동 Aₜ를 수행하고 보상 Rₜ₊₁과 다음 상태 Sₜ₊₁을 관측합니다. Q 값은 지금 받는 보상만 뜻하지 않습니다. 그 행동을 한 뒤 해당 정책을 따를 때 앞으로 받을 할인 누적 보상의 기대값을 추정합니다. DQN과 Double DQN의 차이는 네트워크 전체 구조보다 학습 target Yₜ의 계산식에 있습니다.
공개 출처
aaai-paper | p. 2, Eqs. 1-3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DQN의 학습 구성
발표 대본
Experience replay에서 transition을 뽑습니다. online θ는 현재 상태와 실제 행동의 Q(Sₜ, Aₜ)를 예측하고, target θ_target은 다음 상태의 행동 가치를 계산하여 학습 target Yₜ를 만듭니다. 다음 상태가 종료 상태이면 Yₜ는 관측 보상뿐입니다. 현재 예측과 Yₜ의 오차를 이용해 online θ만 갱신합니다. θ_target은 과거 시점 θ의 snapshot이며, 정해진 복사 시점에만 갱신하고 그 사이에는 고정합니다. 복사는 매 transition마다 수행하는 순차 단계가 아닙니다. Double DQN도 replay와 주기적 복사 구조를 유지하되, 다음 행동 선택을 위해 online θ의 다음 상태 Q도 계산합니다.
공개 출처
aaai-paper | p. 2, Deep Q Networks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max가 양의 오차를 선호하는 이유
발표 대본
이 표는 논문의 실험값이 아니라 max 편향을 직접 계산하기 위한 교육용 예시입니다. 두 행동의 참값을 모두 0으로 두고 각 추정 오차가 -1 또는 +1일 확률을 각각 1/2로 설정합니다. 이 예시에서는 두 오차가 독립이므로 네 조합의 확률이 각각 1/4입니다. 각 행동의 추정값 자체는 평균이 0이지만 네 경우 중 세 경우에서 max는 +1을 선택하므로 max의 기대값은 0.5입니다. 독립성은 이 예시의 계산을 위한 가정이며 논문 Theorem 1의 필수 가정은 아닙니다.
공개 출처
aaai-paper | pp. 2-4, Theorem 1 and Figs. 1-2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과대평가의 전파 경로
발표 대본
과대평가가 학습에 영향을 주는 경로를 순서대로 보겠습니다. 행동별 오차가 다르면 max는 가장 크게 추정된 행동을 고릅니다. 부트스트래핑은 그 큰 값을 앞선 상태의 target에 포함합니다. 이런 과정이 반복되면 과대평가가 이전 상태로 전파될 수 있습니다. 다만 모든 행동에 똑같은 상수가 더해지면 순위는 변하지 않습니다. 논문의 관심은 행동과 상태에 따라 달라지는 오차가 상대 선호를 바꾸는 경우입니다.
공개 출처
aaai-paper | pp. 2-4, Double Q-learning and Figs. 1-2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DQN target의 역할 결합
발표 대본
DQN target 식에서 max를 풀어서 읽어 보겠습니다. 이 식은 다음 상태가 비종료 상태인 전이입니다. target 네트워크가 다음 상태의 모든 행동 값을 계산합니다. argmax는 Q 값이 가장 큰 행동을 반환하고 max는 그 행동의 Q 값을 반환합니다. 선택과 평가에 같은 snapshot을 쓰므로 우연히 큰 추정값이 bootstrap target에 들어갈 수 있습니다. 다음 상태가 종료 상태라면 bootstrap 항을 사용하지 않고 target은 관측 보상 R입니다.
공개 출처
aaai-paper | p. 2, Eq. 3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Double Q-learning의 분리 원리
발표 대본
원래의 표형 Double Q-learning은 먼저 이번에 갱신할 추정기를 무작위로 정합니다. A를 갱신하는 경우를 보겠습니다. A가 다음 행동 a*를 고르고 B가 그 같은 행동의 값을 평가합니다. B의 평가와 관측 보상으로 target을 만든 뒤 A를 갱신합니다. B를 갱신하는 경우에는 역할이 반대가 됩니다. 따라서 선택을 일으킨 A의 오차가 평가값으로 그대로 재사용되지 않습니다. Double DQN은 이 분리 원리를 기존 online과 target 네트워크에 적용하며, 두 추정기를 무작위로 번갈아 갱신하는 구조까지 그대로 복사한 것은 아닙니다.
공개 출처
aaai-paper | pp. 2-3, Double Q-learning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Double DQN target
발표 대본
Double DQN의 식에서 가장 중요한 부분은 argmax 안과 바깥의 파라미터가 다르다는 점입니다. 이 흐름은 다음 상태가 비종료 상태인 전이에 적용합니다. 온라인 네트워크 θ에서 argmax는 가장 좋아 보이는 행동 a*를 반환합니다. target 네트워크 θ_target은 자신이 좋아하는 행동을 다시 고르지 않고 바로 그 a*의 값만 조회합니다. 다음 상태가 종료 상태이면 이 bootstrap 계산을 하지 않고 target을 관측 보상 R로 둡니다. target 복사와 replay 구조는 그대로입니다.
공개 출처
aaai-paper | p. 4, Double DQN target equation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계산 예시의 입력
발표 대본
이제 같은 입력으로 두 target을 직접 계산하겠습니다. 이 숫자는 논문 실험 결과가 아니라 알고리즘의 데이터 흐름을 보여 주는 교육용 예시입니다. 온라인 네트워크는 left를 5, right를 4로 봅니다. target 네트워크는 left를 2, right를 4로 봅니다. 보상은 1이고 할인율은 0.9입니다. 다음 두 슬라이드에서 DQN과 Double DQN이 어느 값에 접근하는지 추적하겠습니다.
공개 출처
aaai-paper | pp. 2 and 4, target equations; numerical values are a constructed example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DQN target 계산
발표 대본
DQN부터 계산하겠습니다. DQN은 target 네트워크의 벡터 2와 4 중 큰 값을 찾습니다. right가 선택되고, 같은 target 네트워크의 right 값 4가 평가값으로 사용됩니다. 따라서 target은 1 더하기 0.9 곱하기 4로 4.6입니다. 여기서 target 네트워크는 선택과 평가를 모두 수행했습니다.
공개 출처
aaai-paper | p. 2, Eq. 3; numerical values are a constructed example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Double DQN target 계산
발표 대본
Double DQN은 먼저 온라인 벡터 5와 4에서 left를 선택합니다. 다음으로 target 네트워크가 left의 값 2를 평가합니다. target 네트워크가 선호하는 right로 행동을 바꾸지 않는다는 점이 중요합니다. 선택된 같은 행동 left를 조회하므로 target은 1 더하기 0.9 곱하기 2로 2.8입니다. 온라인 네트워크의 큰 값 5가 평가값으로 그대로 들어가지 않습니다.
공개 출처
aaai-paper | p. 4, Double DQN target equation; numerical values are a constructed example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두 target의 올바른 해석
발표 대본
두 결과를 비교할 때 과도한 결론을 피해야 합니다. 이 예시는 Double DQN의 2.8이 참값에 더 가깝다고 증명하지 않습니다. left와 right의 실제 가치가 주어지지 않았기 때문입니다. 계산이 보여 주는 사실은 온라인 네트워크의 5가 선택에는 쓰이지만 평가에는 자동으로 재사용되지 않는다는 점입니다. 논문의 실험은 별도로 실제 return과 추정값을 비교해 과대평가 감소를 평가합니다.
공개 출처
aaai-paper | p. 4, Double DQN; numerical values are a constructed example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변경된 부분과 유지된 부분
발표 대본
무엇이 바뀌고 무엇이 그대로인지 정리하겠습니다. Double DQN도 experience replay를 사용하고 target 네트워크를 주기적으로 복사합니다. 새로 독립 학습하는 세 번째 네트워크를 추가하지 않으며 파라미터 수도 늘리지 않습니다. 핵심 변경은 온라인 네트워크가 행동을 고르고 target 네트워크가 그 행동을 평가하도록 target 식을 바꾼 것입니다. 그래서 논문은 이 방법을 DQN에 대한 최소 수정으로 설명합니다.
공개 출처
aaai-paper | p. 4, Double DQN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함수 근사만으로도 생기는 과대평가
발표 대본
논문 Figure 2의 논리를 보겠습니다. 참값은 상태에 따라 변하지만, 같은 상태 안에서는 열 개 행동의 참값이 모두 같습니다. 표본으로 관측한 값은 정확해도 각 행동의 근사 함수가 표본 사이에서 서로 다른 오차를 만듭니다. max는 그중 가장 높은 곡선을 선택하므로 해당 상태의 공통 참값보다 큰 결과가 나타납니다. 따라서 과대평가는 환경의 보상이 확률적일 때만 생기는 현상이 아닙니다.
공개 출처
aaai-paper | pp. 3-4, Fig. 2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Atari 2600 실험 설계
발표 대본
실험 조건을 확인하겠습니다. 논문은 Atari 2600의 49개 게임을 중심으로 DQN과 Double DQN을 비교합니다. 네트워크 구조와 학습 설정은 DQN에 맞추고, 통제된 비교에서 알고리즘 차이를 target 계산으로 둡니다. 한편 표의 DQN 수치는 이 논문이 모든 baseline을 새로 같은 run으로 재현한 값이라고 단정하면 안 됩니다. Table 1 caption은 Mnih 등의 DQN 점수를, Table 2 caption은 Nair 등의 DQN 점수를 기준으로 제시합니다.
공개 출처
aaai-paper | p. 4, Empirical results; pp. 5-6, Tables 1-2 captions
AAAI-16 conference paper
https://ojs.aaai.org/index.php/AAAI/article/download/10295/10154
arxiv-v3 | p. 9, Experimental Details
arXiv:1509.06461v3
https://arxiv.org/abs/1509.06461v3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추정값과 실제 return의 비교
발표 대본
과대평가를 주장하려면 네트워크의 숫자만 볼 수 없습니다. 논문은 평가 중 방문한 상태마다 greedy Q 추정을 구해 평균하고, 각 상태에서 최종 정책이 실제로 얻은 할인 return도 평균해 비교합니다. 이 비교를 독립적으로 다시 학습한 여섯 개 seed에서 수행합니다. 추정값이 실제 return보다 크게 남아 있으면 과대평가의 증거가 됩니다. 이 검사는 점수 집계와 다른 질문을 답합니다.
공개 출처
aaai-paper | p. 5, Fig. 3 and Value estimates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Figure 3의 해석
발표 대본
Figure 3은 여섯 게임의 학습 곡선을 보여 줍니다. DQN의 가치 추정이 실제 return보다 크게 올라가는 경우가 보입니다. 특히 Asterix와 Wizard of Wor에서는 과대평가 증가와 평가 점수 하락이 함께 나타납니다. Double DQN은 표시된 사례에서 더 안정적입니다. 그러나 논문도 과대평가가 항상 정책 품질을 해치는 것은 아니라고 설명하므로 이 결과를 모든 게임에 대한 보편 법칙으로 확대하면 안 됩니다.
공개 출처
aaai-paper | p. 5, Fig. 3 and discussion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No-op 평가 조건
발표 대본
Table 1의 점수를 이해하려면 평가 조건과 정규화를 함께 봐야 합니다. 에이전트는 시작 전에 0회에서 30회의 no-op을 수행하고 18,000 frame 동안 ε-greedy 정책으로 행동합니다. 게임마다 100 episode를 평균합니다. 점수는 random agent와 human expert를 기준으로 정규화합니다. 따라서 330.3퍼센트라는 수치는 승률이나 성공 확률이 아니라 여러 게임에서 집계한 human-normalized score입니다.
공개 출처
aaai-paper | pp. 5-6, Quality of the learned policies and Table 1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No-op 평가 결과
발표 대본
No-op 조건에서 DQN baseline의 중앙값은 93.5퍼센트이고 평균은 241.1퍼센트입니다. Double DQN은 각각 114.7퍼센트와 330.3퍼센트입니다. 차이는 중앙값 21.2퍼센트포인트, 평균 89.2퍼센트포인트입니다. 평균이 중앙값보다 훨씬 큰 것은 일부 큰 점수의 영향을 받을 수 있으므로 두 집계를 함께 봐야 합니다. 또한 개별 게임 표에는 Double DQN 점수가 더 낮은 경우도 있습니다.
공개 출처
aaai-paper | pp. 5-6, Table 1 and caption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Human-start 평가
발표 대본
Human-start 평가는 초기 상태를 더 다양하게 만듭니다. 논문은 사람 전문가의 플레이 궤적에서 게임마다 100개의 시작 상태를 뽑습니다. 에이전트는 그 상태에서 이어서 행동하며 최대 108,000 frame까지 실행합니다. 점수에는 표본 시작 이후의 보상만 포함됩니다. 이 조건은 deterministic emulator의 같은 초기 sequence에 정책이 과도하게 맞는 문제를 줄이고 더 다양한 상태에서 정책을 평가합니다.
공개 출처
aaai-paper | p. 6, Robustness to human starts and Table 2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Human-start 결과와 tuned 변형
발표 대본
Human-start 조건에서 DQN baseline은 중앙값 47.5퍼센트, 평균 122.0퍼센트입니다. 기본 Double DQN은 88.4퍼센트와 273.1퍼센트입니다. tuned Double DQN은 116.7퍼센트와 475.2퍼센트로 더 높습니다. 다만 tuned 변형은 target 복사 간격을 늘리고 학습과 평가의 탐색률을 조정하며 상위층 bias도 바꿉니다. 그러므로 tuned 결과 전체를 target 식 하나의 순수 효과로 해석하면 안 됩니다.
공개 출처
aaai-paper | p. 6, Table 2 and tuned Double DQN description
AAAI-16 conference paper
https://ojs.aaai.org/index.php/AAAI/article/download/10295/10154
arxiv-v3 | p. 9, Experimental Details
arXiv:1509.06461v3
https://arxiv.org/abs/1509.06461v3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논문이 지지하는 주장 범위
발표 대본
마지막으로 주장 범위를 분명히 하겠습니다. 논문은 Atari에서 max 기반 과대평가가 실제 deep reinforcement learning에 나타나며, Double DQN이 이를 줄이고 aggregate score를 개선한다는 근거를 제시합니다. 그러나 target 네트워크는 온라인 네트워크를 주기적으로 복사한 snapshot이므로 두 추정기가 완전히 독립이지 않습니다. 세부 게임에서는 항상 Double DQN이 높은 것도 아닙니다. 이 논문 하나로 모든 환경과 모든 불안정성에 대한 보편적 해결을 주장할 수 없습니다.
공개 출처
aaai-paper | pp. 6-7, Discussion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Double DQN의 핵심
발표 대본
전체 내용을 한 흐름으로 정리하겠습니다. max는 여러 오차 중 큰 값을 선택하기 때문에 과대평가를 만들 수 있습니다. DQN에서는 target 네트워크 하나가 행동을 선택하고 같은 추정값으로 평가합니다. Double DQN은 온라인 네트워크가 행동을 선택하고 target 네트워크가 그 같은 행동을 평가합니다. 논문은 Atari에서 과대평가 감소와 aggregate score 개선을 확인했습니다. 다만 두 snapshot은 연관되어 있고 모든 게임에서 우세하거나 모든 불안정성을 해결한다고 보장하지 않습니다.
공개 출처
aaai-paper | pp. 1, 4, and 7, Abstract, Double DQN, Discussion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부록: 행동 정책과 학습 target의 구분
발표 대본
질문이 자주 생기는 구분을 부록에 남깁니다. 에이전트가 환경에서 실제 행동을 고르는 시점에는 현재 상태 Sₜ와 ε-greedy 정책을 사용합니다. 반면 Double DQN 식의 argmax는 replay에서 뽑은 다음 상태 Sₜ₊₁에 대한 학습 target을 계산하는 내부 단계입니다. 두 과정 모두 온라인 Q 값을 볼 수 있지만 목적과 상태가 다릅니다. target 복사는 또 다른 과정이며 일정 간격으로 온라인 파라미터를 snapshot에 반영합니다.
공개 출처
aaai-paper | p. 2, Deep Q Networks; p. 4, Double DQN
AAAI-16 conference paper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Double DQN</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Deep Reinforcement Learning with Double Q-Learning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Hado van Hasselt, Arthur Guez, David Silver (2016)</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과대평가를 줄이는 선택과 평가의 분리</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aaai-record bibliographic record; aaai-paper p. 1,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논문의 질문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가치 추정 오차가 있는 상황에서 max 연산은 무엇을 학습 target으로 선택하는가</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DQN은 Deep Q-Network의 약자다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Q 값은 행동 뒤에 기대하는 할인 누적 보상의 추정치다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여러 추정값 중 최댓값을 고르면 우연히 크게 나온 오차가 선택되기 쉽다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그 값을 다시 학습 target으로 쓰면 과대평가가 이전 상태로 전파될 수 있다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논문은 행동 선택과 가치 평가를 나누어 이 결합을 약화한다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핵심은 네트워크 수보다 max 안에서 선택과 평가를 누가 담당하는가에 있다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pp. 1-3, Background and Double Q-learning</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Q-learning의 기본 기호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하나의 transition에서 다음 상태의 가치를 이용해 현재 추정치를 갱신한다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4076700"/>
                <a:gridCol w="49463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주의할 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Sₜ, Aₜ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상태와 선택한 행동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정책이 실제로 수행한 행동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Rₜ₊₁, Sₜ₊₁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보상과 다음 상태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관측한 transition의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Q(s, 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뒤의 할인 return 기대값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즉시 보상이나 보장된 결과가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γ</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보상의 할인율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0과 1 사이의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Q의 학습 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보상과 다음 상태 추정으로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논문의 변경점은 Yₜ를 계산하는 방법이다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 2, Eqs. 1-3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DQN의 학습 구성</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Double DQN도 replay와 target 복사 구조를 그대로 사용한다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Replay 표본</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저장한 transition에서 학습 표본을 뽑는다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현재 예측</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online θ로 현재 Q(Sₜ, Aₜ)를 계산한다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학습 target Yₜ</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보상과 target θ_target의 다음 상태 Q로 계산한다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Online update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예측과 target의 오차로 θ를 갱신한다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θ_target은 θ의 주기적 복사본이며, 복사 사이에는 고정한다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 2, Deep Q Networks</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max가 양의 오차를 선호하는 이유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예시: 두 행동의 참값은 모두 0이고 각 추정 오차는 독립적으로 -1 또는 +1이다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446020"/>
                <a:gridCol w="2446020"/>
                <a:gridCol w="2446020"/>
                <a:gridCol w="35331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행동 A 추정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행동 B 추정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max</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발생 확률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각 추정의 평균은 0, 최댓값의 평균은 (1 + 1 + 1 - 1) / 4 = 0.5</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pp. 2-4, Theorem 1 and Figs. 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과대평가의 전파 경로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환경이 결정적이어도 함수 근사 오차와 부트스트래핑은 남는다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서로 다른 추정 오차</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행동마다 Q 오차의 크기와 방향이 다르다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max 선택</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상대적으로 크게 추정된 행동이 선택된다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큰 bootstrap 값</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선택된 추정치가 target에 들어간다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이전 상태 갱신</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큰 target이 앞선 Q 추정에 반영된다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정책 영향 가능성</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상대 순위가 바뀌면 행동 선택도 달라질 수 있다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문제는 모든 행동에 같은 편향이 더해지는 경우가 아니라 상대 순위를 바꾸는 오차다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pp. 2-4, Double Q-learning and Figs. 1-2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DQN target의 역할 결합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비종료 전이: Y_DQN = R + γ max_a Q(S_next, a; θ_target)</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Target Q 벡터</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Q(S_next, 모든 행동; θ_target)을 계산한다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행동 선택</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argmax는 Q 값이 가장 큰 행동을 반환한다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가치 평가</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max는 같은 Target Q 벡터의 최댓값을 반환한다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Target 완성</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관측 보상 R과 γ를 결합한다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다음 상태가 종료 상태이면 위 계산 대신 Y_DQN = R이다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 2, Eq. 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Double Q-learning의 분리 원리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이번에 갱신할 추정기 A가 무작위로 정해졌다고 하자</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추정기 A</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가장 좋아 보이는 행동 a*를 선택한다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선택한 행동 a*</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행동의 정체성만 다음 단계로 전달한다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추정기 B</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동일한 a*의 가치를 별도로 평가한다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추정기 A 갱신</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B의 평가로 target을 만들고 A를 갱신한다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선택을 일으킨 양의 오차가 평가값으로 자동 재사용되지 않게 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pp. 2-3, Double Q-learning</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Double DQN target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비종료 전이: Y_Double = R + γ Q(S_next, a*; θ_target)</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Online Q 벡터 θ</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다음 상태에서 행동별 값을 계산한다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Online 선택</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argmax는 Online Q 값이 가장 큰 행동 a*를 반환한다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Target 평가</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Q(S_next, a*; θ_target)을 조회한다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Target 완성</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 + γ Q(S_next, a*; θ_target)</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다음 상태가 종료 상태이면 위 계산 대신 Y_Double = R이다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 4, Double DQN target equation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계산 예시의 입력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가정: 비종료 다음 상태 s′에는 left와 right 두 행동이 있다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02610"/>
                <a:gridCol w="1630680"/>
                <a:gridCol w="1630680"/>
                <a:gridCol w="470723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left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right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사용 목적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Q(s′, a; 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Double DQN의 행동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Q(s′, a; θ_target)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DQN의 max, Double DQN의 선택 행동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 보상 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target의 즉시 보상 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할인율 γ</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상태 평가에 곱함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두 방법은 같은 숫자를 보지만 선택과 평가에 사용하는 위치가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pp. 2 and 4, target equations; numerical values are a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DQN target 계산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비종료 전이에서 target 네트워크가 right를 선택하고 같은 값 4로 평가한다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Target 벡터</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left 2, right 4</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선택</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argmax(2, 4)가 right를 반환한다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평가</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target의 right 값은 4</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계산</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Y_DQN = 1 + 0.9 × 4 = 4.6</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DQN target은 4.6이다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 2, Eq. 3; numerical values are a constructed example</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Double DQN target 계산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비종료 전이에서 online은 left를 선택하고 target은 같은 left를 2로 평가한다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Online 벡터</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left 5, right 4</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선택</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argmax는 left</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Target 조회</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선택된 left의 target 값은 2</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계산</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Y_Double = 1 + 0.9 × 2 = 2.8</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Double DQN target은 2.8이다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 4, Double DQN target equation; numerical values are a constructed example</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target의 올바른 해석</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4.6과 2.8의 차이는 역할 분리의 결과이며 어느 값이 참값인지는 예시에서 주어지지 않았다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891890"/>
                <a:gridCol w="3489655"/>
                <a:gridCol w="3489655"/>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DQN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Double DQN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선택에 사용한 네트워크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θ_target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선택한 행동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left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가치 평가에 사용한 네트워크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θ_target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θ_target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계산된 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예시의 초점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선택과 평가를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snapshot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작은 target이 언제나 더 정확하다는 결론은 이 계산만으로 얻을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 4, Double DQN; numerical values are a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변경된 부분과 유지된 부분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Double DQN은 DQN에 작은 알고리즘 변경을 적용한다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02610"/>
                <a:gridCol w="3804920"/>
                <a:gridCol w="416367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DQN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Double DQN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Replay와 online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그대로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network 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학습되는 네트워크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식에서 행동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network θ_target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target의 max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선택된 행동의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복사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θ를 주기적으로 복사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구조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핵심 변경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θ_target이 선택과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θ가 선택하고 θ_target이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새 장치보다 기존 두 snapshot의 역할 재배치가 핵심이다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 4, Double DQN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함수 근사만으로도 생기는 과대평가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Figure 2는 환경의 확률적 보상 없이도 근사 오차가 max 편향을 만들 수 있음을 보인다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상태별 동일한 참값</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상태에서 열 개 행동의 실제 Q 값은 같다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정확한 표본</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표본 상태에서 관측값 자체는 정확하다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각 행동의 근사 함수</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상태 사이에서 서로 다른 오차가 생긴다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행동별 max</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근사치 중 큰 오차를 선택한다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지속적 과대평가</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상태 구간의 상당 부분에서 max가 참값을 넘는다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결정적 환경도 함수 근사 오차를 제거하지 않는다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pp. 3-4, Fig. 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Atari 2600 실험 설계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주요 비교는 DQN과 Double DQN이 같은 DQN 설정을 사용하고 target 계산만 다르게 둔다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89430"/>
                <a:gridCol w="4620260"/>
                <a:gridCol w="426151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ALE의 Atari 2600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주요 집계는 49개 게임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게임마다 2억 frame, GPU 1개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논문이 보고한 학습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통제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DQN hyperparameter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논문이 밝힌 알고리즘 차이는 target 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기준 점수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기존 DQN 연구의 보고값을 표의 baseline으로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1은 Mnih et al., Table 2는 Nair et al.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집계 수치의 baseline 출처와 새 알고리즘의 비교 조건을 함께 읽어야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 4, Empirical results; pp. 5-6, Tables 1-2 captions; arxiv-v3 p. 9, Experimental Details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추정값과 실제 return의 비교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학습된 Q 추정과 최종 정책이 실제로 얻은 할인 return을 따로 측정한다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34848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측정값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학습된 가치 추정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 중 방문한 상태의 greedy Q 값을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return을 얼마나 크게 예상하는가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정책 가치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방문 상태에서 실제 얻은 할인 return을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정책이 실제로 어느 정도 return을 얻는가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값의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추정값에서 실제 return을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과대평가가 관찰되는가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독립적으로 다시 학습한 6개 seed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특정 run 하나의 우연인지 확인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높은 Q 추정만으로 좋은 정책을 증명할 수 없으므로 실제 return과 비교한다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 5, Fig. 3 and Value estimates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3의 해석</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DQN의 과대평가 증가와 성능 저하가 함께 나타난 사례가 있지만 모든 게임의 보편 법칙은 아니다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4185412"/>
                <a:gridCol w="38592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논문에서 확인한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 가치 추정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일부 게임에서 실제 return보다 크게 상승</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 편향이 deep RL에서도 나타남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Asterix, Wizard of Wor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과대평가 증가와 평가 점수 하락이 함께 관찰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변화의 연관을 지지하는 사례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Double 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표시된 사례에서 추정과 성능이 더 안정적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과대평가 감소와 정책 품질 개선의 연관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게임별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과대평가가 항상 정책을 해치는 것은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실패 원인을 하나로 설명하지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Figure 3은 메커니즘 근거를 제공하지만 보편적 인과 법칙을 증명하지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 5, Fig. 3 and discussion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No-op 평가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초기 화면에서 시작 전에 조작 입력을 하지 않는 no-op 동작을 수행한다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89430"/>
                <a:gridCol w="4076700"/>
                <a:gridCol w="480507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목적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시작 변형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0회부터 30회의 no-op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초기 상태를 조금씩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 길이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18,000 frame, emulator 기준 5분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episode 평가 구간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ε-greedy, ε = 0.05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확률로 임의 행동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게임당 100 episode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episode 변동을 집계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정규화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 - random) / (human - random)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0은 random, 1은 human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정규화 점수의 퍼센트 표기는 승률이 아니라 random과 human 기준의 상대 위치다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pp. 5-6, Quality of the learned policies and Table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No-op 평가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49개 게임의 human-normalized score 집계</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04770"/>
                <a:gridCol w="1815490"/>
                <a:gridCol w="1815490"/>
                <a:gridCol w="443545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Median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Mean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93.5%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1이 인용한 기존 DQN 점수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Double 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114.7%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논문의 Double DQN 집계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+21.2%p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+89.2%p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49개 게임 집계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중앙값과 평균이 모두 높지만 개별 게임마다 항상 우세하다는 뜻은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pp. 5-6, Table 1 and caption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Human-start 평가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사람의 플레이 궤적에서 여러 시작 상태를 뽑아 단일 초기 상태 의존성을 줄인다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전문가 궤적</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사람이 플레이한 상태 sequence를 준비한다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100개 시작점</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게임마다 궤적에서 시작 상태를 표본화한다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에이전트 실행</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시작 전 궤적을 포함해 최대 108,000 frame</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보상 집계</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표본 시작 이후에 얻은 보상만 계산한다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49개 게임 집계</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human-normalized median과 mean을 비교한다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서로 다른 시작 상태는 정책이 한 시작 sequence에만 맞았는지 더 엄격하게 시험한다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 6, Robustness to human starts and Table 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Human-start 결과와 tuned 변형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tuned Double DQN은 target 식 외의 설정도 바꾸므로 별도 변형으로 읽어야 한다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1815490"/>
                <a:gridCol w="1815490"/>
                <a:gridCol w="4522419"/>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Median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Mean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2가 인용한 기존 DQN 점수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Double 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88.4%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DQN 설정과 target 식 변경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Tuned Double 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116.7%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475.2%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복사 간격과 탐색률, 상위층 bias도 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tuned 결과 전체를 선택과 평가의 분리 하나만의 효과로 돌릴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 6, Table 2 and tuned Double DQN description; arxiv-v3 p. 9, Experimental Details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논문이 지지하는 주장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Double DQN은 max가 만드는 과대평가를 줄였지만 모든 강화학습 문제를 해결한 것은 아니다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5435600"/>
                <a:gridCol w="54356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지지되는 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과도한 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Atari 실험에서 과대평가를 줄이고 aggregate score를 개선했다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게임에서 DQN보다 높다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온라인 선택과 target 평가를 분리한다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완전히 독립인 두 DQN을 학습한다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표시된 사례에서 과대평가와 성능 저하가 함께 나타났다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DQN 불안정성의 원인이 과대평가다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ALE 조건에서 과대평가를 줄이는 근거를 제시한다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과대평가를 없애고 모든 환경에 일반화가 증명됐다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강점은 좁고 검증 가능한 변경과 그 메커니즘을 함께 제시한 데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pp. 6-7, Discussion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Double DQN의 핵심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번의 target 계산에서 선택과 평가에 서로 다른 network snapshot을 사용한다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문제</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max가 큰 추정 오차를 선호한다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DQN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target θ_target이 행동 선택과 가치 평가를 함께 한다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Double DQN</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online θ가 선택하고 target θ_target이 같은 행동을 평가한다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실험 결과</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Atari에서 과대평가 감소와 aggregate score 개선을 관찰했다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적용 범위</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작은 변경이지만 완전한 독립이나 보편적 우세를 보장하지 않는다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Y_DQN의 max를 선택 단계와 평가 단계로 풀어 쓰면 Double DQN의 차이가 보인다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pp. 1, 4, and 7, Abstract, Double DQN, Discussion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부록: 행동 정책과 학습 target의 구분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환경에서 실제 행동을 고르는 과정과 replay 표본의 target을 계산하는 과정은 서로 다른 시점의 연산이다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261210"/>
                <a:gridCol w="2532990"/>
                <a:gridCol w="2902610"/>
                <a:gridCol w="317439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과정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 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사용 목적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Double DQN에서의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 행동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상태 Sₜ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transition을 수집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온라인 Q와 ε-greedy 정책으로 실제 행동을 정함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target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replay의 다음 상태 Sₜ₊₁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gradient update용 Yₜ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θ가 a*를 고르고 target θ_target이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복사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일정한 학습 간격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 snapshot을 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θ의 값을 target θ_target에 복사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target 식의 online 선택과 실제 환경 행동 선택은 서로 다른 연산이다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p. 2, Deep Q Networks; p. 4, Double DQN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Double DQN</dc:title>
  <dc:subject>Deep Reinforcement Learning with Double Q-Learning</dc:subject>
  <dc:creator>Research Seminars</dc:creator>
  <cp:lastModifiedBy>Research Seminars</cp:lastModifiedBy>
  <cp:revision>1</cp:revision>
  <dcterms:created xsi:type="dcterms:W3CDTF">2026-09-12T03:15:44Z</dcterms:created>
  <dcterms:modified xsi:type="dcterms:W3CDTF">2026-09-12T03:15:44Z</dcterms:modified>
</cp:coreProperties>
</file>