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0E3C380E-B437-4584-B349-A9FF824DB9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Bancroft: HBM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 게놈 데이터를 위한 압축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가속기 보드의 메모리에 원본 게놈 데이터 전체를 올리는 대신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호스트에 압축 형태로 두고 필요한 페이지를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가져온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풀어 사용자 커널에 공급합니다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발표에서는 압축 자체보다도 ‘어느 데이터가 어디에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대역폭과 용량이 병목이 되는가’를 중심으로 읽겠습니다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306,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F3C24AF-7729-4E7B-BBC7-1B43336B96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있어도 큰 게놈 작업은 멈추는가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가속기가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빠르지만 비교적 작은 메모리를 가진다는 점을 출발점으로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on-device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카드에 붙은 메모리라는 물리적 위치입니다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Bancroft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해결하려는 것은 저장된 대규모 데이터에 가속기 연산을 연결하는 문제이지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HBM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용량 자체를 늘리는 기술이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306-307,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9D83B2-2790-49C1-8AF8-69AF4BEA17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용량과 대역폭은 다른 제약이다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구분이 발표 전체의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HBM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몇 개나 둘 수 있는지를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HBM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얼마나 빨리 읽는지를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쪽에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PCIe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여전히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compressed page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흐릅니다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압축률의 도움을 받은 데이터 공급 효과이지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사양의 교체가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306, 308, §I and §II-C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64F902-ED06-47C3-BB7F-86D310F4A3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Bancroft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다루는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genomic stream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FASTQ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둘 모두를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lossless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처리하지만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genome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‘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구조’는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단순하게 하려는 형식상의 공통점이며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데이터가 같은 통계적 성질이라는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306, 308-309, §I and §III-A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AD0E261-AC9B-4230-8BE4-283330858A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경로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압축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복원한다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데이터 의존관계를 재구성했습니다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compressed page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HBM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읽어 복원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실선 입력은 압축 페이지와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역할이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Host B+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file-line 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compressed 4 KB page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찾는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HBM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위치를 찾는 구조가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공급만 나타내고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buffer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제어의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묘사하지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310-312, Fig. 3 and §IV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CFDDBB-1753-4D71-A75C-E001082C55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‘압축’도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나눠서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cuckoo offset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genome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적어도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 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U55C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medium-range FPGA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공간이 없다고 논문은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parser·hash·filter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software manager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맡습니다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fixed-width format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HBM reference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310-311, §IV-A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EA4AA06-10CC-41C0-BBA5-42FFFC1FCA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base read: 2-bit header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32-bit field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정리했습니다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header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32-bit payload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base 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bases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reverse-complement K-mer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11 continuation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새로 담지 않고 직전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바로 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이어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prototype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K=64, S=16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309, Fig. 1a and Table 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9E791E-B971-4D66-B4FD-A5D131567E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base compression: fixed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한 창씩 전진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32-bit 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이동합니다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후보도 맞지 않으면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verbatim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이동합니다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cuckoo hash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false negative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낼 수 있으나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경우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놓쳐 압축률이 떨어질 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깨지지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prototype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K=64, S=16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309-310, Fig. 2 and §III-B1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7F9B41-D7E9-403B-B874-62DAFC2ACC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quality score: reference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최근 값과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p1/p2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header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6-bit 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32-bit field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p1/p2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고정 위치에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parse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verbatim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강제되어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HG002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p1=I, p2=D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data-point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뿐 보편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309, Fig. 1b and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F96A45-9B10-4B65-AD31-33EC5E5B02F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trace: header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어떤 종류의 복원을 고르는가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문자열과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K=4, S=2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아닌 설명용으로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보장하는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header semantics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K/S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adjacent continuation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p1/p2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309, Tables I-II; illustrative trace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AE9B60-BC96-46FA-B32A-35CD0D8ED2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decompression: page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gap-free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§IV-B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순서로 풀어 쓴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decompressor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input, header parser, index/verbatim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reference HBM controller, shuffler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512-bit bus at 250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reference lookup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HBM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같지 않으므로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바꾸어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311-312, Fig. 5 and §IV-B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FC7A13-41DF-4226-A17B-C96E59AE8E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임의 위치 읽기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compressed 4 KB page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file 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compressed 4 KB page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B+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software 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중요한 기능으로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long read boundary padding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I/O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쉽게 하기 위한 장치입니다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file-level random access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HBM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무작위로 즉시 도달한다는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312, §IV-C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A89650-B4D2-4733-AC13-0CA1CFAFA5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U50 prototype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module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정하는 실제 자원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§IV 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설명을 합쳤습니다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human compression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channels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U50 32 PC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ten decompressor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가능하다고 서술합니다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reference, buffer, accelerator board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자동으로 성립하는 일반 공식이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310, 312, Table 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4378C8-9850-4B01-B460-5923BAFCEC1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읽기 전에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platform·dataset·baseline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§VI-B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기반으로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reading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U50 host transfer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download 9.1 GB/s, upload 8.4 GB/s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측정되었다고 기술됩니다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IV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HG16/HG38 reference, HG002-4 long reads, mouse, maize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Figs. 6-7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ASCII baseline, Figs. 8-9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binary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그래프 높이를 서로 직접 비교할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312-313, §VI-A-B and Table 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2CA0E2-D456-4E41-AC85-A88B14B967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hardware-friendly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형식의 경험적 선택이다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design-space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eventual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S=16, K=64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최선일 수 있다고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quality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parameter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accelerator bus 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관련되지만 같은 결정이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313, Figs. 6-7 and §VI-B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AB913C-142F-47B7-BB4D-C558FF4B147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decompressor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bus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가깝게 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막대는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decompressor ×1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 pressure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나란히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문장은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nearly saturate the 512-bit output bus’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문장은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좋고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조건을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피크에 가깝다는 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PCIe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증가했다는 말은 구별해야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314, Fig. 10 and §VI-D1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4A2EA5-97C4-4C5A-A39D-53B34BA4A4A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병렬로 복원할 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§VI-D2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1R3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reference and three long reads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decompressor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수치를 단순히 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구성한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ensemble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데이터는 이 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biological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대상이라기보다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 characteristic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realistic inputs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역할을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314, Table V, Fig. 11 and §VI-D2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AF17198-D6E1-48CD-B93A-CC1BB68484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3: U50 HBM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 제한에 닿는다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§VI-D3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real-world measured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 GB/s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이유를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7.8 W HBM power throttling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 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상황에서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power-throttled U50 HBM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sustained real-world performance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nominal HBM’ annotation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혼동하지 않도록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본문 문구를 따릅니다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314, Fig. 12 and §VI-D3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FF0747-C14A-4DD1-8F59-D30060C1AF2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U55C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‘측정’이 아니라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power throttling device such as U55C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available HBM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closer to 512 GB/s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ten decompressor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160 GB/s·31% of peak HBM·almost 2× DDR4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슬라이드에서 ‘가정’과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계속 보이는 이유는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measured U50 Fig.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섞지 않기 위해서입니다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315, Fig. 13 and §VI-D3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9FDB6D-5812-414D-ABD6-5C115FE14D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compression: FPGA offload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lookup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남는다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HG002 long read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software, Hash, Encoder+Hash, Encoder+Hash+Filter partition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thread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32-bit random cuckoo lookup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 miss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memory bottleneck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만들었다고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probabilistic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CPU/memory pressure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줄인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16 CPU threads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315, Fig. 14 and §VI-D4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4E80E1-7461-4899-ADAD-91AA5BC146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accelerator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비교는 숫자보다 조건을 먼저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§VI-D5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cuckoo hash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LUT count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inaccurate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비교에서는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Guo13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modern RTX 4090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scaled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로만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315, Fig. 15 and §VI-D5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A360C78-DC59-489D-86B3-E957D1B0F7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case study: SHD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공급한다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§VI-E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SHD case study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작은 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shifted references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주지만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actual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distance threshold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 shifted references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SHD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 compression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혼동하면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Bancroft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pre-alignment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genomic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 bottleneck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덜 묶이게 공급하는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platform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역할을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316, Figs. 16-17 and §VI-E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FD7DCA-3CAB-469F-B51C-AADC6EC3B1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Fig. 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점은 같은 종류의 결과가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 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의도적으로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B-R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B-I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B-R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U50 real-world HBM power throttle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B-I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throttling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ideal U50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PCIe-limited accelerator 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비교하며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7.5×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21× annotation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그림의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벗어나지 않게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p. 316, Fig. 17 and §VI-E2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21D3E7-D2D0-44D0-8B41-E47D871D47C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어디까지가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주장인가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platform demonstration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우리가 일반화하지 않아야 할 범위를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TB-scale datasets, U50 prototype, compression-co-designed platform, SHD case study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이로부터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on-device inference, mobile edge deployment, arbitrary storage engine, universal genomics 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도출할 근거는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306, 312-316, abstract and §VI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57C9B7-4506-43E8-AA4E-DFEDBF15E5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hierarchy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일부가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한 문장으로 요약하면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accelerator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다 들어가지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genomics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압축으로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hardware-friendly fixed format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즉시 복원해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공급하는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platform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중요한 비판적 독해는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capacity, raw bandwidth, effective bandwidth, and evaluation labels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단어의 ‘성능’으로 섞지 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pact-2025 | pp. 306, 309-312, 314-316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Bancroft: Genomics Acceleration Beyond On-Device Memory, PACT 2025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https://doi.org/10.1109/PACT65351.2025.00036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14D530-0BC0-4906-B3BE-D9A528B0AF3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Bancroft: HBM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밖 게놈 데이터를 위한 압축 경로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Bancroft: Genomics Acceleration Beyond On-Device Memory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Se-Min Lim, Seongyoung Kang, Sang-Woo Jun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압축한 데이터를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PCIe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가져와 가속기 안에서 즉시 복원하는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genomics acceleration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306,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빠른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HBM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있어도 큰 게놈 작업은 멈추는가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문제는 연산기 수만이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집합이 가속기 메모리에 들어가는가이다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GPU·FPGA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높은 계산 처리량과 빠른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on-board memory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하지만 실제 게놈 데이터 작업 집합은 보드 메모리 용량을 넘을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넘친 데이터는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통해 가져와야 하며 성능이 크게 떨어질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Bancroft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목표는 큰 데이터를 압축 상태로 호스트에 두고 가속기에 공급하는 경로다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HBM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‘속도’가 높아도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HBM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‘들어가지 않는’ 데이터의 접근 경로는 별도로 설계해야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306-307, §I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용량과 대역폭은 다른 제약이다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Bancroft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beyond’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HBM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무한하게 만드는 말이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717640"/>
                <a:gridCol w="27176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on device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압축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Bancroft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무엇이 들어가나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buffer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genomic pages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원본을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전부 두지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제약인가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보드에 실을 수 있는 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PCIe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통한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압축으로 이동할 원본량을 줄임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속도인가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resident 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 BW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BW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page I/O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복원 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kernel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넓은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말하면 안 되는 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저장한다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PCIe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사라진다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물리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BW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늘어난다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물리 대역폭 대신 전송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byte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원본 데이터 양을 키울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306, 308, §I and §II-C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Bancroft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다루는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genomic stream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FASTA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FASTQ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quality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fixed-width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틀을 공유하지만 압축 근거는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608920"/>
                <a:gridCol w="35874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Bancroft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손실 여부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FASTA base read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c, g, 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염기열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FASTQ quality 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품질 점수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·p1/p2 mask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하드웨어 단서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header + 32-bit payload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fixed-width grouped encoding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병렬화에 유리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reference similarity, quality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반복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빈도 특성을 이용한다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306, 308-309, §I and §III-A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경로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host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압축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복원한다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대용량 데이터는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active reference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decoder buffer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HBM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mechanism-lane-pages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page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lane-referenc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resident reference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edge-db-page-segment-1"/>
          <p:cNvSpPr/>
          <p:nvPr/>
        </p:nvSpPr>
        <p:spPr>
          <a:xfrm>
            <a:off x="3809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mechanism-edge-page-dec-segment-1"/>
          <p:cNvSpPr/>
          <p:nvPr/>
        </p:nvSpPr>
        <p:spPr>
          <a:xfrm>
            <a:off x="6362640" y="29905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mechanism-edge-page-dec-segment-2"/>
          <p:cNvSpPr/>
          <p:nvPr/>
        </p:nvSpPr>
        <p:spPr>
          <a:xfrm flipV="1">
            <a:off x="668412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mechanism-edge-page-dec-segment-3"/>
          <p:cNvSpPr/>
          <p:nvPr/>
        </p:nvSpPr>
        <p:spPr>
          <a:xfrm>
            <a:off x="6684120" y="27874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mechanism-edge-ref-dec-segment-1"/>
          <p:cNvSpPr/>
          <p:nvPr/>
        </p:nvSpPr>
        <p:spPr>
          <a:xfrm>
            <a:off x="6362640" y="45529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mechanism-edge-ref-dec-segment-2"/>
          <p:cNvSpPr/>
          <p:nvPr/>
        </p:nvSpPr>
        <p:spPr>
          <a:xfrm flipV="1">
            <a:off x="652356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mechanism-edge-ref-dec-segment-3"/>
          <p:cNvSpPr/>
          <p:nvPr/>
        </p:nvSpPr>
        <p:spPr>
          <a:xfrm>
            <a:off x="6523560" y="31939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mechanism-edge-dec-kernel-segment-1"/>
          <p:cNvSpPr/>
          <p:nvPr/>
        </p:nvSpPr>
        <p:spPr>
          <a:xfrm>
            <a:off x="8915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mechanism-node-db"/>
          <p:cNvSpPr/>
          <p:nvPr/>
        </p:nvSpPr>
        <p:spPr>
          <a:xfrm>
            <a:off x="173988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 DB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pages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node-page"/>
          <p:cNvSpPr/>
          <p:nvPr/>
        </p:nvSpPr>
        <p:spPr>
          <a:xfrm>
            <a:off x="429264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PCIe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page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node-decoder"/>
          <p:cNvSpPr/>
          <p:nvPr/>
        </p:nvSpPr>
        <p:spPr>
          <a:xfrm>
            <a:off x="684540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FPGA decoder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header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reference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복원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node-kernel"/>
          <p:cNvSpPr/>
          <p:nvPr/>
        </p:nvSpPr>
        <p:spPr>
          <a:xfrm>
            <a:off x="939816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kernel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소비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node-ref"/>
          <p:cNvSpPr/>
          <p:nvPr/>
        </p:nvSpPr>
        <p:spPr>
          <a:xfrm>
            <a:off x="429264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HBM reference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resident genome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 data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7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18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오고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HBM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resident reference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buffer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맡는다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2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310-312, Fig. 3 and §IV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‘압축’도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나눠서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offset table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FPGA HBM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억지로 넣지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152520"/>
                <a:gridCol w="27176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맡는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FPGA compressor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parse·stride shift·hash·filter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규칙적인 넓은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후보 정보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 software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cuckoo offset table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·encode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 memory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FPGA decompressor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header parse·reference read·shuffle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field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read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kernel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복원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PCs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buffer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module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차지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decompressor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수를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Bancroft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structure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 pattern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FPGA·host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경계를 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310-311, §IV-A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 read: 2-bit header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32-bit field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header 16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개를 묶고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payload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고정 폭으로 두어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단순화한다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630440"/>
                <a:gridCol w="2065320"/>
                <a:gridCol w="46746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payload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이동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verbatim S bases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forward match offset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reverse-complement offset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adjacent continuation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 length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mismatch stride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고정하면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variable-length parsing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피할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309, Fig. 1a and Table 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 compression: fixed 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한 창씩 전진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복잡한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alignment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exact K-mer candidate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K-mer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길이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후보를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cuckoo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forward·reverse offset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후보를 얻는다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reference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match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인지 읽어 비교한다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encode·advance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실패는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verbatim 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hash lookup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자체가 정답 판정이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reference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확인 전의 후보 축소 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309-310, Fig. 2 and §III-B1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quality score: reference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최근 값과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p1/p2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6-bit 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다섯 개와 남는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 bit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이용한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 field encoding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630440"/>
                <a:gridCol w="1956600"/>
                <a:gridCol w="467460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payload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verbatim S scores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최근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S-score list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최근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p1/p2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만으로 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S-length string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 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sampling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정하는 상위 빈도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quality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상수가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309, Fig. 1b and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설명용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trace: header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어떤 종류의 복원을 고르는가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K=4, S=2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원문의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K=64, S=16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아닌 이해용 축소 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1630440"/>
                <a:gridCol w="260892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구간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payload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복원 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4-base exact 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forward offset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읽음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4-base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인접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verbatim 2 bases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payload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그대로 붙임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p1/p2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p1/p2 mask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바꿈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예는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의미를 보일 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·cycle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계산한 것이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309, Tables I-II; illustrative trace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decompression: page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gap-free stream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 header grouping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reference request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진행하게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page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input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buffer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header parse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4-wide sliding window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종류를 읽는다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HBM reference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맞는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fetch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shuffler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빈틈 없는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512-bit output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HBM read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fixed format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buffer design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구성한다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311-312, Fig. 5 and §IV-B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임의 위치 읽기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4 KB page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긴 파일에서도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 software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file-position metadata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관리한다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file offset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읽고 싶은 위치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B+ tree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page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매핑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 KB page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PCIe·NVMe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경로에서 읽는다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boundary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끝은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page padding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access metadata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host-side software interface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312, §IV-C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U50 prototype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module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정하는 실제 자원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HBM pseudo-channel capacity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decompressor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놓을 수 있는 수를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32612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설계에서의 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U50 HBM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GB; 32 PCs × 256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module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점유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platform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PCs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 copy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buffer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species·reference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decompressor ×1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PCs; 26 K LUT; 4 DSP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U50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사용량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compressor ×1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PCs; 36 K LUT; 480 DSP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hash/filter path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decompression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역할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‘10 decompressor’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U50 32 PC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 reference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upper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310, 312, Table 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읽기 전에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platform·dataset·baseline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축의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한 숫자로 합치지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369960"/>
                <a:gridCol w="304380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해석하나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혼동 금지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U50, PCIe Gen3×16, 8 GB HBM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prototype traffic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결과로 일반화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human·mouse·maize, long-read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compression characteristic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species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동일함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ratio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ASCII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binary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효율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GB/s throughput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동치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 tools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lossless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아닐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라고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·PCIe pressure·output throughput·chip usage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단위를 가진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312-313, §VI-A-B and Table 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hardware-friendly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형식의 경험적 선택이다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폭은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쉽게 하지만 압축률에는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dataset·parameter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영향이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2717640"/>
                <a:gridCol w="35874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observation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verbatim stride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S=16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선택됨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작으면 후보를 더 자주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match length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K=64; maize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K=128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유리할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값이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최적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quality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field length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S=5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5×6-bit payload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losslessness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base·quality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Bancroft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lossless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K=64, S=16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prototype defaults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수학적 최적값 선언이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313, Figs. 6-7 and §VI-B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decompressor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bus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가깝게 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decompressed throughput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PCIe pressure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보여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decompressor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테스트한 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512-bit output bus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거의 포화한다고 설명한다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동시에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가해지는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pressure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낮게 나타나며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이것이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직접 목적이다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결과는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U50 prototype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FASTQ dataset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‘거의 포화’는 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system·reference access 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보편 상한이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transfer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충분히 작을 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 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즉시 병목이 아닐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314, Fig. 10 and §VI-D1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병렬로 복원할 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decompressor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ensemble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output peak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근처로 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ensemble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reference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long-read dataset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조합해 나타낸다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2R2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1R3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등 현실적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ensemble workload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구성한다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11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총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throughput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decompressor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peak bandwidth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근처라고 해석한다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species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실험에서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compression characteristic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주는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data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사용된다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늘려도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HBM PC·reference capacity·workload mix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함께 설계 조건이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314, Table V, Fig. 11 and §VI-D2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3: U50 HBM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제한에 닿는다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70 GB/s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PCIe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U50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HBM power throttling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한계로 설명된다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58740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말하면 안 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HG002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align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favorable multi-reference case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 GB/s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U50 measured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nominal peak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power throttled at 7.8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보드 특유의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Bancroft algorithm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한계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framing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power-throttled U50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sustained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DDR4 U250 peak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유사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unthrottled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PCIe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병목이 줄면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HBM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power·thermal operating point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다음 병목이 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314, Fig. 12 and §VI-D3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U55C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‘측정’이 아니라 조건부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projection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throttling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없는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 decompressor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가정한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13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935080"/>
                <a:gridCol w="293508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projection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가능한가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판독 규칙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non-throttled Alveo U55C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available HBM BW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 GB/s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U50 measurement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표기하지 않기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parallelism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 to 10 decompressor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 HBM capacity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한계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module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재측정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160 GB/s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module ensemble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13 projection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 HBM 31%; DDR4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거의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stated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card·app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일반화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13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scaling argument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U55C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이미 얻은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315, Fig. 13 and §VI-D3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compression: FPGA offload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 lookup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남는다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바꿔도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cuckoo access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 bottleneck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될 수 있음을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software only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thread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증가에 따라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병목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hash·encoder offload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hash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처리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host random lookup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32-bit cuckoo access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 miss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probabilistic filter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불필요한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 pressure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path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일부를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해도 남은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access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throughput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지배할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315, Fig. 14 and §VI-D4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accelerator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비교는 숫자보다 조건을 먼저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최고 속도 하나가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platform·memory·normalization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차이를 포함한다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2717640"/>
                <a:gridCol w="31525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Bancroft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밝힌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caveat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안전한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FPGA compression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channel; B73 worst case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FPGA platforms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LUT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만으로 공정성 판단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 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cuckoo hash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host memory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설계와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boundary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chip area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비교하지 않기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GPU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multi-GPU result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 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같지 않을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trend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Arram15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100×; Chen23 30×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조건 하의 수치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speedup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LUT comparison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부정확하므로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budget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증명은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315, Fig. 15 and §VI-D5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case study: SHD filtering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공급한다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Bancroft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자체가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alignment algorithm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아니며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memory-intensive filtering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path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돕는다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read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 많은 후보를 받는다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shifted references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shift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Hamming mask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 combine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 count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Bancroft stream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large data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공급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사례의 이점은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 algorithm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대규모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delivery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문맥에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316, Figs. 16-17 and §VI-E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17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Bancroft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점은 같은 종류의 결과가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U50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non-throttled ideal projection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분리해야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608920"/>
                <a:gridCol w="35874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발표에서의 표기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B-R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real-world U50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power throttled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B-I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ideal U50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power throttling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projection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 baselines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GTX 1080 Ti / RTX 3080 Ti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시험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annotation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7.5×, 21×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 placement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일반적 보장으로 말하지 않기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 comparison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measured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ideal point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evidence level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바뀐다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p. 316, Fig. 17 and §VI-E2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어디까지가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Bancroft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주장인가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 insight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강하지만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large-data accelerator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대한 자동 해법은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4571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보여 준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자료에서 보류하는 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Alveo U50 prototype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HBM/PCIe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mobile·edge device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compressed host 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on-demand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공급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HBM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무한함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 similarity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특성에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genome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ratio·throughput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조건이 적힌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case study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자원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보편 우위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application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SHD filtering case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pipeline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Bancroft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핵심은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쓰게 하는 압축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수치는 조건부 실증이다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306, 312-316, abstract and §VI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format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hierarchy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일부가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Bancroft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compression ratio, fixed-width decoder, HBM reference, host software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맞춘다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genomic DB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form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유지한다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K/S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grouped header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FPGA decoder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규칙적인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path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HBM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전체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resident reference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module buffer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·projection·normalized comparison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구분해야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claim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정확히 읽을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beyond on-device 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압축으로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host 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accelerator compute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연결하는 원리다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pact-2025 pp. 306, 309-312, 314-316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2026-09-12T06:39:21Z</dcterms:created>
  <dc:creator>Research Seminars</dc:creator>
  <dc:description/>
  <dc:language>ko-KR</dc:language>
  <cp:lastModifiedBy>Research Seminars</cp:lastModifiedBy>
  <dcterms:modified xsi:type="dcterms:W3CDTF">2026-09-12T06:39:21Z</dcterms:modified>
  <cp:revision>1</cp:revision>
  <dc:subject>Bancroft: Genomics Acceleration Beyond On-Device Memory</dc:subject>
  <dc:title>Bancroft: HBM 밖 게놈 데이터를 위한 압축 경로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25</vt:r8>
  </property>
  <property fmtid="{D5CDD505-2E9C-101B-9397-08002B2CF9AE}" pid="3" name="PresentationFormat">
    <vt:lpwstr>On-screen Show (16:9)</vt:lpwstr>
  </property>
  <property fmtid="{D5CDD505-2E9C-101B-9397-08002B2CF9AE}" pid="4" name="Slides">
    <vt:r8>25</vt:r8>
  </property>
</Properties>
</file>