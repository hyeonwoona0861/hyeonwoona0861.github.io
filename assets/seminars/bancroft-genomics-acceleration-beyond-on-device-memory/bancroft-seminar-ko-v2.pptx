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Bancroft: HBM 밖 게놈 데이터를 위한 압축 경로
발표 대본
Bancroft는 가속기 보드의 메모리에 원본 게놈 데이터 전체를 올리는 대신, 호스트에 압축 형태로 두고 필요한 페이지를 PCIe로 가져온 뒤 FPGA 안에서 풀어 사용자 커널에 공급합니다. 이 발표에서는 압축 자체보다도 ‘어느 데이터가 어디에 있고, 어느 대역폭과 용량이 병목이 되는가’를 중심으로 읽겠습니다.
공개 출처
pact-2025 | p. 306, title and abstract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빠른 HBM이 있어도 큰 게놈 작업은 멈추는가
발표 대본
논문은 가속기가 HBM처럼 빠르지만 비교적 작은 메모리를 가진다는 점을 출발점으로 둡니다. 여기서 on-device는 FPGA 또는 GPU 카드에 붙은 메모리라는 물리적 위치입니다. Bancroft가 해결하려는 것은 저장된 대규모 데이터에 가속기 연산을 연결하는 문제이지, HBM 용량 자체를 늘리는 기술이 아닙니다.
공개 출처
pact-2025 | pp. 306-307, §I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용량과 대역폭은 다른 제약이다
발표 대본
이 구분이 발표 전체의 핵심입니다. HBM capacity는 reference와 buffer를 몇 개나 둘 수 있는지를 제한합니다. HBM bandwidth는 이미 HBM에 있는 reference를 얼마나 빨리 읽는지를 말합니다. 압축 DB는 host 쪽에 있고, PCIe에는 여전히 compressed page가 흐릅니다. 따라서 논문의 effective bandwidth는 압축률의 도움을 받은 데이터 공급 효과이지 PCIe 사양의 교체가 아닙니다.
공개 출처
pact-2025 | pp. 306, 308, §I and §II-C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Bancroft가 다루는 두 genomic stream
발표 대본
FASTA는 base만, FASTQ는 base와 quality score를 함께 담습니다. 논문은 둘 모두를 lossless로 처리하지만 quality score 압축에는 genome reference를 쓰지 않습니다. ‘같은 header 구조’는 decoder를 단순하게 하려는 형식상의 공통점이며, 두 데이터가 같은 통계적 성질이라는 뜻은 아닙니다.
공개 출처
pact-2025 | pp. 306, 308-309, §I and §III-A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전체 경로: host의 압축 DB를 FPGA 안에서 복원한다
발표 대본
Fig. 3과 Fig. 5의 데이터 의존관계를 재구성했습니다. Host의 compressed page는 PCIe를 통해 decoder에 도달합니다. Decoder는 header의 offset에 따라 HBM reference의 실제 base data를 읽어 복원 stream을 user kernel에 보냅니다. 두 실선 입력은 압축 페이지와 reference data로 역할이 다릅니다. Host B+ tree는 원본 file-line offset을 compressed 4 KB page로 찾는 별도 metadata이며 HBM reference의 위치를 찾는 구조가 아닙니다. 도식은 data 공급만 나타내고 reference request나 buffer 제어의 모든 wire를 묘사하지 않습니다.
공개 출처
pact-2025 | pp. 310-312, Fig. 3 and §IV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같은 ‘압축’도 FPGA와 host가 나눠서 한다
발표 대본
압축의 cuckoo offset table은 human genome에서 적어도 16 GB가 필요해 U55C 같은 medium-range FPGA에도 공간이 없다고 논문은 설명합니다. 그래서 accelerator는 parser·hash·filter를, software manager는 table query와 encoding을 맡습니다. 반대로 decompression은 fixed-width format과 HBM reference read에 맞아 FPGA에 둡니다.
공개 출처
pact-2025 | pp. 310-311, §IV-A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base read: 2-bit header가 다음 32-bit field를 정한다
발표 대본
원문 Table I을 정리했습니다. sequence 쪽에는 16개의 2-bit header와 fixed 32-bit payload가 있고, 00은 2-bit base encoding으로 S bases를 담습니다. 01과 10은 각각 forward와 reverse-complement K-mer의 offset입니다. 11 continuation은 offset을 새로 담지 않고 직전 match의 바로 옆 K-mer를 이어 갑니다. prototype parameter는 K=64, S=16입니다.
공개 출처
pact-2025 | p. 309, Fig. 1a and Table I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base compression: fixed K와 fixed S로 한 창씩 전진
발표 대본
고정 K-mer가 exact match이면 32-bit offset으로 encode하고 K만큼 이동합니다. 어느 후보도 맞지 않으면 S base를 verbatim으로 encode하고 S만큼 이동합니다. cuckoo hash는 false negative를 낼 수 있으나, 그 경우 exact match를 놓쳐 압축률이 떨어질 뿐 decoder의 correctness는 깨지지 않습니다. 논문은 prototype에서 K=64, S=16을 사용합니다.
공개 출처
pact-2025 | pp. 309-310, Fig. 2 and §III-B1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quality score: reference 대신 최근 값과 p1/p2를 쓴다
발표 대본
원문 Table II에 따른 quality header입니다. 6-bit score 다섯 개는 30 bit를 사용하므로 32-bit field에 2 bit가 남습니다. p1/p2의 bit mask는 고정 위치에 있어 hardware parse가 쉽습니다. 첫 field는 verbatim으로 강제되어 block 내부 dependency를 끊습니다. HG002에서 p1=I, p2=D는 source의 한 data-point일 뿐 보편 값이 아닙니다.
공개 출처
pact-2025 | p. 309, Fig. 1b and Table II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설명용 trace: header가 어떤 종류의 복원을 고르는가
발표 대본
이 슬라이드의 문자열과 K=4, S=2는 source가 아닌 설명용으로 만든 trace입니다. source에서 보장하는 것은 header semantics와 fixed K/S 방식입니다. 특히 sequence 11은 adjacent continuation이고 quality 11은 p1/p2 mask라서, 같은 bit pattern이라도 stream type에 따라 decoder 의미가 다릅니다.
공개 출처
pact-2025 | p. 309, Tables I-II; illustrative trace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decompression: page를 gap-free stream으로 만든다
발표 대본
Fig. 5와 §IV-B를 순서로 풀어 쓴 것입니다. decompressor는 input, header parser, index/verbatim 처리, reference HBM controller, shuffler로 구성됩니다. source는 512-bit bus at 250 MHz를 설명합니다. random reference lookup 때문에 effective HBM bandwidth는 sequential peak와 같지 않으므로, 이 수치를 모든 workload의 실측 throughput으로 바꾸어 말하면 안 됩니다.
공개 출처
pact-2025 | pp. 311-312, Fig. 5 and §IV-B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임의 위치 읽기: 원본 offset에서 compressed 4 KB page로
발표 대본
논문은 original file offset에서 compressed 4 KB page로 가는 B+ tree를 software interface의 중요한 기능으로 설명합니다. long read boundary padding은 I/O를 쉽게 하기 위한 장치입니다. 이 방법은 source가 주장하는 file-level random access이며, 모든 base가 하나의 HBM buffer에 무작위로 즉시 도달한다는 뜻은 아닙니다.
공개 출처
pact-2025 | p. 312, §IV-C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U50 prototype에서 module 수를 정하는 실제 자원
발표 대본
Table III의 resource utilization과 §IV architecture 설명을 합쳤습니다. human compression reference가 3 channels를 쓰며, source는 U50 32 PC에서 up to ten decompressor가 가능하다고 서술합니다. 이는 다른 reference, buffer, accelerator board에도 자동으로 성립하는 일반 공식이 아닙니다.
공개 출처
pact-2025 | pp. 310, 312, Table III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결과를 읽기 전에: platform·dataset·baseline을 고정한다
발표 대본
§VI-A와 §VI-B를 기반으로 한 reading frame입니다. U50 host transfer rate는 download 9.1 GB/s, upload 8.4 GB/s로 측정되었다고 기술됩니다. Table IV dataset은 HG16/HG38 reference, HG002-4 long reads, mouse, maize를 포함합니다. Figs. 6-7은 ASCII baseline, Figs. 8-9는 2-bit binary baseline이므로 그래프 높이를 서로 직접 비교할 수 없습니다.
공개 출처
pact-2025 | pp. 312-313, §VI-A-B and Table IV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K와 S는 hardware-friendly 형식의 경험적 선택이다
발표 대본
Fig. 6의 design-space exploration은 S와 K를 바꾸어 compression ratio를 비교합니다. 논문은 eventual setting으로 S=16, K=64를 쓰지만 maize에서 K=128이 최선일 수 있다고 적습니다. quality score는 S=5를 사용합니다. parameter choice와 accelerator bus width는 관련되지만 같은 결정이 아닙니다.
공개 출처
pact-2025 | p. 313, Figs. 6-7 and §VI-B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측정 1: 한 decompressor가 output bus에 가깝게 간다
발표 대본
Fig. 10의 막대는 decompressor ×1 throughput과 PCIe pressure를 나란히 둡니다. source 문장은 ‘nearly saturate the 512-bit output bus’를 사용합니다. 이 문장은 compression ratio가 좋고 해당 evaluation data라는 조건을 포함합니다. output bandwidth가 피크에 가깝다는 말과 physical PCIe bandwidth가 증가했다는 말은 구별해야 합니다.
공개 출처
pact-2025 | p. 314, Fig. 10 and §VI-D1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측정 2: 여러 stream을 병렬로 복원할 때
발표 대본
Table V와 §VI-D2를 설명합니다. 예를 들어 1R3은 one reference and three long reads를 뜻합니다. Fig. 11의 네 decompressor 결과는 한 module의 수치를 단순히 임의 n배한 synthetic result가 아니라 paper가 구성한 ensemble measurement입니다. 여러 species 데이터는 이 실험에서 biological comparison의 대상이라기보다 compression characteristic이 다른 realistic inputs 역할을 합니다.
공개 출처
pact-2025 | p. 314, Table V, Fig. 11 and §VI-D2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측정 3: U50 HBM 전력 제한에 닿는다
발표 대본
§VI-D3는 Fig. 12에서 real-world measured throughput이 약 70 GB/s에서 stall하는 이유를 U50의 7.8 W HBM power throttling으로 설명합니다. source text는 이 상황에서 Bancroft가 power-throttled U50 HBM의 sustained real-world performance 약 34%에 도달한다고 말합니다. 그림의 ‘nominal HBM’ annotation과 혼동하지 않도록, 여기서는 본문 문구를 따릅니다.
공개 출처
pact-2025 | p. 314, Fig. 12 and §VI-D3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U55C 결과는 ‘측정’이 아니라 조건부 projection이다
발표 대본
논문은 no power throttling device such as U55C에서 available HBM bandwidth가 closer to 512 GB/s라고 설명하고, ten decompressor에서 160 GB/s·31% of peak HBM·almost 2× DDR4를 projection으로 제시합니다. 슬라이드에서 ‘가정’과 ‘projection’을 계속 보이는 이유는 measured U50 Fig. 12와 섞지 않기 위해서입니다.
공개 출처
pact-2025 | p. 315, Fig. 13 and §VI-D3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compression: FPGA offload 뒤에도 host lookup은 남는다
발표 대본
Fig. 14는 HG002 long read dataset에서 software, Hash, Encoder+Hash, Encoder+Hash+Filter partition 및 host thread 수를 비교합니다. parser나 hash를 offload해도 32-bit random cuckoo lookup의 cache miss가 host memory bottleneck을 만들었다고 paper는 설명합니다. probabilistic filter가 host CPU/memory pressure를 줄인 뒤, 16 CPU threads에서 maximum performance에 도달합니다.
공개 출처
pact-2025 | p. 315, Fig. 14 and §VI-D4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accelerator 비교는 숫자보다 조건을 먼저 읽는다
발표 대본
§VI-D5는 Bancroft가 host memory에 cuckoo hash를 두므로 raw LUT count comparison이 inaccurate하다고 명시합니다. Fig. 15의 GPU 비교에서는 일부 multi-GPU 결과를 single GPU 기준으로 normalize하고, Guo13은 modern RTX 4090 대비 relative performance로 scaled projection도 제시합니다. 따라서 이 슬라이드의 speedup은 source figure의 조건부 trend로만 소개합니다.
공개 출처
pact-2025 | p. 315, Fig. 15 and §VI-D5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case study: SHD filtering에 stream을 공급한다
발표 대본
§VI-E의 SHD case study입니다. Fig. 16의 작은 예는 three shifted references를 보여 주지만, actual evaluation은 edit distance threshold 5에 11 shifted references를 사용합니다. SHD algorithm을 Bancroft compression algorithm과 혼동하면 안 됩니다. Bancroft는 pre-alignment filter가 필요한 large genomic input을 PCIe bottleneck에 덜 묶이게 공급하는 platform 역할을 합니다.
공개 출처
pact-2025 | p. 316, Figs. 16-17 and §VI-E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Fig. 17의 두 Bancroft 점은 같은 종류의 결과가 아니다
발표 대본
Fig. 17의 Bancroft point 두 개는 source가 의도적으로 B-R과 B-I로 나눕니다. B-R은 U50 real-world HBM power throttle 조건이고, B-I는 power throttling을 제거한 ideal U50 projection입니다. source는 PCIe-limited accelerator utilization과 비교하며 filter throughput을 제시합니다. 7.5×와 21× annotation도 그림의 해당 placement와 baseline 조건을 벗어나지 않게 읽어야 합니다.
공개 출처
pact-2025 | p. 316, Fig. 17 and §VI-E2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어디까지가 Bancroft의 주장인가
발표 대본
마지막으로 paper의 platform demonstration과 우리가 일반화하지 않아야 할 범위를 분리합니다. source는 up to TB-scale datasets, U50 prototype, compression-co-designed platform, SHD case study를 다룹니다. 이로부터 on-device inference, mobile edge deployment, arbitrary storage engine, universal genomics speedup을 도출할 근거는 없습니다.
공개 출처
pact-2025 | pp. 306, 312-316, abstract and §VI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정리: 압축 format이 memory hierarchy의 일부가 된다
발표 대본
논문을 한 문장으로 요약하면, accelerator memory에 다 들어가지 않는 genomics data를 압축으로 host에 보관하고, hardware-friendly fixed format으로 FPGA에서 즉시 복원해 user kernel에 공급하는 platform입니다. 가장 중요한 비판적 독해는 capacity, raw bandwidth, effective bandwidth, and evaluation labels를 한 단어의 ‘성능’으로 섞지 않는 것입니다.
공개 출처
pact-2025 | pp. 306, 309-312, 314-316
Bancroft: Genomics Acceleration Beyond On-Device Memory, PACT 2025
https://doi.org/10.1109/PACT65351.2025.00036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Bancroft: HBM 밖 게놈 데이터를 위한 압축 경로</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Bancroft: Genomics Acceleration Beyond On-Device Memory</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Se-Min Lim, Seongyoung Kang, Sang-Woo Jun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압축한 데이터를 PCIe로 가져와 가속기 안에서 즉시 복원하는 genomics acceleration</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306,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빠른 HBM이 있어도 큰 게놈 작업은 멈추는가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문제는 연산기 수만이 아니라, 작업 집합이 가속기 메모리에 들어가는가이다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GPU·FPGA는 높은 계산 처리량과 빠른 on-board memory를 제공한다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하지만 실제 게놈 데이터 작업 집합은 보드 메모리 용량을 넘을 수 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넘친 데이터는 PCIe 또는 network를 통해 가져와야 하며 성능이 크게 떨어질 수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Bancroft의 목표는 큰 데이터를 압축 상태로 호스트에 두고 가속기에 공급하는 경로다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HBM의 ‘속도’가 높아도, HBM에 ‘들어가지 않는’ 데이터의 접근 경로는 별도로 설계해야 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306-307, §I</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용량과 대역폭은 다른 제약이다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Bancroft의 ‘beyond’는 HBM을 무한하게 만드는 말이 아니다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717800"/>
                <a:gridCol w="271780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HBM on device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host의 압축 DB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Bancroft의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무엇이 들어가나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reference와 고정 buffer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genomic pages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원본을 HBM에 전부 두지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제약인가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용량: 보드에 실을 수 있는 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PCIe를 통한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압축으로 이동할 원본량을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속도인가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resident reference의 높은 read BW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BW와 page 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복원 후 user kernel에 넓은 stream 공급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말하면 안 되는 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HBM이 큰 DB를 저장한다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PCIe가 사라진다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물리 link BW가 늘어난다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압축은 PCIe 물리 대역폭 대신 전송 byte당 원본 데이터 양을 키울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306, 308, §I and §II-C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Bancroft가 다루는 두 genomic stream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FASTA의 base와 FASTQ의 quality score는 같은 fixed-width 틀을 공유하지만 압축 근거는 다르다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609088"/>
                <a:gridCol w="358749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stream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Bancroft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손실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FASTA base read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c, g, t 염기열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reference와 exact match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FASTQ quality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base의 품질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값·p1/p2 mask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하드웨어 단서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2-bit header + 32-bit payload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fixed-width grouped encoding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병렬화에 유리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base는 reference similarity, quality는 반복·빈도 특성을 이용한다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306, 308-309, §I and §III-A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전체 경로: host의 압축 DB를 FPGA 안에서 복원한다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대용량 데이터는 host에, active reference와 decoder buffer는 HBM에 둔다</a:t>
            </a:r>
            <a:endParaRPr lang="en-US" sz="1900" dirty="0"/>
          </a:p>
        </p:txBody>
      </p:sp>
      <p:sp>
        <p:nvSpPr>
          <p:cNvPr id="4" name="mechanism-lane-pages"/>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page data</a:t>
            </a:r>
            <a:endParaRPr lang="en-US" sz="1250" dirty="0"/>
          </a:p>
        </p:txBody>
      </p:sp>
      <p:sp>
        <p:nvSpPr>
          <p:cNvPr id="5" name="mechanism-lane-referenc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resident reference</a:t>
            </a:r>
            <a:endParaRPr lang="en-US" sz="1250" dirty="0"/>
          </a:p>
        </p:txBody>
      </p:sp>
      <p:sp>
        <p:nvSpPr>
          <p:cNvPr id="6" name="mechanism-edge-db-page-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age-dec-segment-1"/>
          <p:cNvSpPr/>
          <p:nvPr/>
        </p:nvSpPr>
        <p:spPr>
          <a:xfrm>
            <a:off x="6362700" y="299085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page-dec-segment-2"/>
          <p:cNvSpPr/>
          <p:nvPr/>
        </p:nvSpPr>
        <p:spPr>
          <a:xfrm flipV="1">
            <a:off x="668443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9" name="mechanism-edge-page-dec-segment-3"/>
          <p:cNvSpPr/>
          <p:nvPr/>
        </p:nvSpPr>
        <p:spPr>
          <a:xfrm>
            <a:off x="6684433" y="278765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ref-dec-segment-1"/>
          <p:cNvSpPr/>
          <p:nvPr/>
        </p:nvSpPr>
        <p:spPr>
          <a:xfrm>
            <a:off x="6362700" y="4552950"/>
            <a:ext cx="160867" cy="0"/>
          </a:xfrm>
          <a:prstGeom prst="line">
            <a:avLst/>
          </a:prstGeom>
          <a:noFill/>
          <a:ln w="12700">
            <a:solidFill>
              <a:srgbClr val="0D685C"/>
            </a:solidFill>
            <a:prstDash val="solid"/>
            <a:headEnd type="none"/>
            <a:tailEnd type="none"/>
          </a:ln>
        </p:spPr>
        <p:txBody>
          <a:bodyPr/>
          <a:lstStyle/>
          <a:p>
            <a:endParaRPr lang="ko-KR"/>
          </a:p>
        </p:txBody>
      </p:sp>
      <p:sp>
        <p:nvSpPr>
          <p:cNvPr id="11" name="mechanism-edge-ref-dec-segment-2"/>
          <p:cNvSpPr/>
          <p:nvPr/>
        </p:nvSpPr>
        <p:spPr>
          <a:xfrm flipV="1">
            <a:off x="652356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2" name="mechanism-edge-ref-dec-segment-3"/>
          <p:cNvSpPr/>
          <p:nvPr/>
        </p:nvSpPr>
        <p:spPr>
          <a:xfrm>
            <a:off x="6523567" y="3194050"/>
            <a:ext cx="321733"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dec-kernel-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node-db"/>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host DB</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compressed pages</a:t>
            </a:r>
            <a:endParaRPr lang="en-US" sz="1150" dirty="0"/>
          </a:p>
        </p:txBody>
      </p:sp>
      <p:sp>
        <p:nvSpPr>
          <p:cNvPr id="15" name="mechanism-node-page"/>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PCIe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compressed page</a:t>
            </a:r>
            <a:endParaRPr lang="en-US" sz="1150" dirty="0"/>
          </a:p>
        </p:txBody>
      </p:sp>
      <p:sp>
        <p:nvSpPr>
          <p:cNvPr id="16" name="mechanism-node-decoder"/>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FPGA decoder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header 해석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reference로 복원</a:t>
            </a:r>
            <a:endParaRPr lang="en-US" sz="1150" dirty="0"/>
          </a:p>
        </p:txBody>
      </p:sp>
      <p:sp>
        <p:nvSpPr>
          <p:cNvPr id="17" name="mechanism-node-kernel"/>
          <p:cNvSpPr/>
          <p:nvPr/>
        </p:nvSpPr>
        <p:spPr>
          <a:xfrm>
            <a:off x="93980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user kernel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복원 stream 소비</a:t>
            </a:r>
            <a:endParaRPr lang="en-US" sz="1150" dirty="0"/>
          </a:p>
        </p:txBody>
      </p:sp>
      <p:sp>
        <p:nvSpPr>
          <p:cNvPr id="18" name="mechanism-node-ref"/>
          <p:cNvSpPr/>
          <p:nvPr/>
        </p:nvSpPr>
        <p:spPr>
          <a:xfrm>
            <a:off x="42926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HBM reference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resident genome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base data 공급</a:t>
            </a:r>
            <a:endParaRPr lang="en-US" sz="1150" dirty="0"/>
          </a:p>
        </p:txBody>
      </p:sp>
      <p:sp>
        <p:nvSpPr>
          <p:cNvPr id="19" name="Shape 1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0" name="Text 1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data는 host에서 오고, HBM은 decoder의 resident reference와 buffer를 맡는다</a:t>
            </a:r>
            <a:endParaRPr lang="en-US" sz="1750" dirty="0"/>
          </a:p>
        </p:txBody>
      </p:sp>
      <p:sp>
        <p:nvSpPr>
          <p:cNvPr id="21" name="Shape 1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2" name="Text 2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310-312, Fig. 3 and §IV</a:t>
            </a:r>
            <a:endParaRPr lang="en-US" sz="1050" dirty="0"/>
          </a:p>
        </p:txBody>
      </p:sp>
      <p:sp>
        <p:nvSpPr>
          <p:cNvPr id="23" name="Text 2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‘압축’도 FPGA와 host가 나눠서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큰 random offset table은 FPGA HBM에 억지로 넣지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152648"/>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맡는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compressor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parse·stride shift·hash·filter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규칙적인 넓은 stream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host로 후보 정보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 software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cuckoo offset table 유지·조회·encode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table은 최소 16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table을 host memory에 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decompressor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header parse·reference read·shuffle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field와 HBM read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kernel에 복원 stream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PCs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reference와 고정 buffer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module마다 capacity를 차지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decompressor 수를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Bancroft는 data structure 크기와 access pattern으로 FPGA·host 경계를 정한다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310-311, §IV-A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base read: 2-bit header가 다음 32-bit field를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header 16개를 묶고 payload는 고정 폭으로 두어 parser를 단순화한다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2065528"/>
                <a:gridCol w="467461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header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payload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decoder가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이동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verbatim S bases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forward match offset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reverse-complement offset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직전 match의 adjacent continuation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match length와 mismatch stride를 고정하면 variable-length parsing을 피할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309, Fig. 1a and Table 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base compression: fixed K와 fixed S로 한 창씩 전진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복잡한 alignment가 아니라 exact K-mer candidate를 확인한다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K-mer 창</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target에서 길이 K 후보를 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cuckoo 후보</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forward·reverse offset 후보를 얻는다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reference 확인</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후보가 exact match인지 읽어 비교한다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encode·advance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match는 K, 실패는 verbatim S</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hash lookup 자체가 정답 판정이 아니라, reference 확인 전의 후보 축소 단계다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309-310, Fig. 2 and §III-B1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quality score: reference 대신 최근 값과 p1/p2를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6-bit score 다섯 개와 남는 2 bit를 이용한 fixed field encoding</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1956816"/>
                <a:gridCol w="467461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header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payload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verbatim S scores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최근 S-score list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list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최근 score를 S회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score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p1/p2만으로 된 S-length string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mask로 p2 위치 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p1과 p2는 dataset sampling으로 정하는 상위 빈도 quality 값이며, 일반 상수가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309, Fig. 1b and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설명용 trace: header가 어떤 종류의 복원을 고르는가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K=4, S=2는 원문의 K=64, S=16이 아닌 이해용 축소 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1630680"/>
                <a:gridCol w="2609088"/>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구간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header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payload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복원 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reference와 4-base exact match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forward offset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reference에서 K=4를 읽음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4-base가 인접 match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직전 offset 다음 K=4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match 실패 2-base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verbatim 2 bases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payload를 그대로 붙임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quality가 p1/p2만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p1/p2 mask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 위치만 p2로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예는 header 의미를 보일 뿐, 압축률·cycle 수·실제 dataset 결과를 계산한 것이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309, Tables I-II; illustrative trace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decompression: page를 gap-free stream으로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fixed header grouping이 여러 decode와 reference request를 함께 진행하게 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page 수신</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compressed input을 buffer에 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header parse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4-wide sliding window로 종류를 읽는다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HBM reference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offset에 맞는 base를 fetch한다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shuffler</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빈틈 없는 512-bit output을 만든다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decoder의 HBM read가 random해도, fixed format과 buffer design이 output path를 구성한다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311-312, Fig. 5 and §IV-B</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임의 위치 읽기: 원본 offset에서 compressed 4 KB page로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긴 파일에서도 host software가 file-position metadata를 관리한다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원본 file offset</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user가 읽고 싶은 위치</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 tree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offset을 compressed page로 매핑</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 KB page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PCIe·NVMe 경로에서 읽는다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boundary 처리</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긴 read 끝은 page padding</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random access metadata는 decoder 내부가 아니라 host-side software interface에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312, §IV-C</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U50 prototype에서 module 수를 정하는 실제 자원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HBM pseudo-channel capacity가 여러 decompressor를 놓을 수 있는 수를 제한한다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326136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수치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설계에서의 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 HBM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GB; 32 PCs × 256 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module과 reference가 PC를 점유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platform 수치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PCs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copy와 buffer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species·reference에 따라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decompressor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PCs; 26 K LUT; 4 DSP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U50에서 최대 10개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chip 사용량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compressor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PCs; 36 K LUT; 480 DSP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hash/filter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decompression과 역할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‘10 decompressor’는 U50 32 PC와 human reference 조건의 upper bound다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310, 312, Table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읽기 전에: platform·dataset·baseline을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다른 축의 graph를 한 숫자로 합치지 않는다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370072"/>
                <a:gridCol w="304393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해석하나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혼동 금지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 PCIe Gen3×16, 8 GB HBM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prototype traffic과 HBM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card의 결과로 일반화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human·mouse·maize, long-read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compression characteristic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species가 동일함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ratio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ASCII 또는 2-bit binary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효율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GB/s throughput과 동치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 tools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quality 처리가 lossless가 아닐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objective라고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압축률·PCIe pressure·output throughput·chip usage는 서로 다른 단위를 가진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312-313, §VI-A-B and Table IV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K와 S는 hardware-friendly 형식의 경험적 선택이다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 폭은 decode를 쉽게 하지만 압축률에는 dataset·parameter 영향이 남는다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2717800"/>
                <a:gridCol w="358749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observation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verbatim stride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S=16이 Fig. 6에서 선택됨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작으면 후보를 더 자주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match length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human은 K=64; maize는 K=128이 유리할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값이 모든 data에 최적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quality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 field length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source는 S=5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5×6-bit payload와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losslessness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base·quality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Bancroft는 lossless로 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타 tool의 setting 확인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K=64, S=16은 논문의 prototype defaults이며 수학적 최적값 선언이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313, Figs. 6-7 and §VI-B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측정 1: 한 decompressor가 output bus에 가깝게 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10은 dataset별 decompressed throughput과 PCIe pressure를 함께 보여 준다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source는 한 decompressor가 테스트한 모든 dataset에서 512-bit output bus를 거의 포화한다고 설명한다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동시에 PCIe에 가해지는 pressure는 낮게 나타나며, 이것이 compression의 직접 목적이다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결과는 U50 prototype과 Fig. 10의 FASTQ dataset 조건이다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‘거의 포화’는 모든 system·reference access pattern의 보편 상한이 아니다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compressed transfer가 충분히 작을 때 PCIe는 decoder output의 즉시 병목이 아닐 수 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314, Fig. 10 and §VI-D1</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측정 2: 여러 stream을 병렬로 복원할 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네 decompressor의 ensemble은 Fig. 11에서 네 channel output peak 근처로 간다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ensemble 이름은 reference 수 R과 long-read dataset 수를 조합해 나타낸다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2R2와 1R3 등 현실적 ensemble workload를 구성한다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11의 총 throughput은 네 decompressor의 합이며, source는 peak bandwidth 근처라고 해석한다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dataset species는 이 실험에서 compression characteristic을 주는 real data로 사용된다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병렬 channel 수를 늘려도 HBM PC·reference capacity·workload mix가 함께 설계 조건이 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314, Table V, Fig. 11 and §VI-D2</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측정 3: U50 HBM 전력 제한에 닿는다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12의 약 70 GB/s는 PCIe가 아니라 U50의 HBM power throttling 한계로 설명된다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587496"/>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말하면 안 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HG002를 여러 reference에 align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favorable multi-reference 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workload의 peak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70 GB/s에서 stall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 measured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nominal peak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power throttled at 7.8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보드 특유의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Bancroft algorithm 일반 한계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framing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power-throttled U50의 sustained 성능 약 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DDR4 U250 peak와 유사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unthrottled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PCIe 병목이 줄면 HBM의 실제 power·thermal operating point가 다음 병목이 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314, Fig. 12 and §VI-D3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U55C 결과는 ‘측정’이 아니라 조건부 projection이다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전력 throttling이 없는 device와 10 decompressor를 가정한 Fig. 13</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935224"/>
                <a:gridCol w="293522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projection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가능한가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판독 규칙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non-throttled Alveo U55C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available HBM BW 약 512 GB/s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U50 measurement로 표기하지 않기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 to 10 decompressor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HBM capacity가 한계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module 재측정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160 GB/s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module ensemble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13 projection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peak HBM 31%; DDR4의 거의 2배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source의 stated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card·app으로 일반화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 13은 architecture scaling argument이지 U55C에서 이미 얻은 benchmark가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315, Fig. 13 and §VI-D3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compression: FPGA offload 뒤에도 host lookup은 남는다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14는 partition을 바꿔도 random cuckoo access가 host bottleneck이 될 수 있음을 보인다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software only</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thread 증가에 따라 compute가 병목</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hash·encoder offload</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FPGA가 parse와 hash를 처리</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host random lookup</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32-bit cuckoo access의 cache miss</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probabilistic filter</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불필요한 host pressure를 줄인다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data path 일부를 offload해도 남은 random access가 전체 throughput을 지배할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315, Fig. 14 and §VI-D4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accelerator 비교는 숫자보다 조건을 먼저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15는 최고 속도 하나가 아니라 platform·memory·normalization의 차이를 포함한다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2717800"/>
                <a:gridCol w="315264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Bancroft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밝힌 caveat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안전한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channel; B73 worst 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platforms가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LUT만으로 공정성 판단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cuckoo hash를 host memory에 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설계와 resource boundary가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chip area만 비교하지 않기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GPU로 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multi-GPU result도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 budget이 같지 않을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trend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Arram15 약 100×; Chen23 30×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비교 조건 하의 수치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speedup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raw LUT comparison은 부정확하므로, 수치가 같은 resource budget의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315, Fig. 15 and §VI-D5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case study: SHD filtering에 stream을 공급한다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Bancroft 자체가 alignment algorithm은 아니며, memory-intensive filtering의 data path를 돕는다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read</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seed 후 많은 후보를 받는다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shifted references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shift의 Hamming mask 생성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mask combine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AND 뒤 one count로 filter</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Bancroft stream</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compressed large data를 decoder가 공급</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사례의 이점은 filter algorithm과 대규모 data delivery를 합친 end-to-end 문맥에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316, Figs. 16-17 and §VI-E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17의 두 Bancroft 점은 같은 종류의 결과가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측정된 U50와 non-throttled ideal projection을 분리해야 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609088"/>
                <a:gridCol w="358749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label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발표에서의 표기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real-world U50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power throttled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ideal U50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power throttling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projection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 baselines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GTX 1080 Ti / RTX 3080 Ti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paper의 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device 시험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annotation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 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comparison placement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일반적 보장으로 말하지 않기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application comparison에서 measured와 ideal point를 합치면 evidence level이 바뀐다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 316, Fig. 17 and §VI-E2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어디까지가 Bancroft의 주장인가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architecture insight는 강하지만, 모든 large-data accelerator에 대한 자동 해법은 아니다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45719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source가 보여 준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자료에서 보류하는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Alveo U50 prototype과 특정 HBM/PCIe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mobile·edge device 일반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compressed host data를 on-demand로 공급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HBM 또는 storage가 무한함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similarity와 data 특성에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genome의 같은 ratio·throughput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조건이 적힌 graph와 case study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자원·동일 accuracy의 보편 우위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application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SHD filtering 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pipeline의 end-to-end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Bancroft의 핵심은 큰 data를 쓰게 하는 압축 access path이며, 수치는 조건부 실증이다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306, 312-316, abstract and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정리: 압축 format이 memory hierarchy의 일부가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Bancroft는 compression ratio, fixed-width decoder, HBM reference, host software를 함께 맞춘다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큰 genomic DB는 host에 compressed form으로 유지한다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fixed K/S와 grouped header가 FPGA decoder의 규칙적인 data path를 만든다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HBM은 전체 DB가 아니라 resident reference와 module buffer에 쓴다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측정·projection·normalized comparison을 구분해야 architecture claim을 정확히 읽을 수 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beyond on-device memory는 압축으로 host data와 accelerator compute를 연결하는 원리다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pact-2025 pp. 306, 309-312, 314-316</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Bancroft: HBM 밖 게놈 데이터를 위한 압축 경로</dc:title>
  <dc:subject>Bancroft: Genomics Acceleration Beyond On-Device Memory</dc:subject>
  <dc:creator>Research Seminars</dc:creator>
  <cp:lastModifiedBy>Research Seminars</cp:lastModifiedBy>
  <cp:revision>1</cp:revision>
  <dcterms:created xsi:type="dcterms:W3CDTF">2026-09-12T06:39:21Z</dcterms:created>
  <dcterms:modified xsi:type="dcterms:W3CDTF">2026-09-12T06:39:21Z</dcterms:modified>
</cp:coreProperties>
</file>