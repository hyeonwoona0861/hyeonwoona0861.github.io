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32863E36-2C6F-4A4E-8EF9-121DFA6B63E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Meta-RL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작업 스케줄링 연구 구상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구현과 실험을 완료한 논문을 소개하는 덱이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 Idea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바탕으로 문제 정의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가지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의사결정 계층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Meta-RL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역할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그리고 아직 정해야 할 연구 설계를 구분해서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title page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public two-page Research Idea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https://imanrht.github.io/assets/MetaRL.pdf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FD2FF82-A464-42B9-A042-05EE26AB8AF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확인할 것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제안서가 말하는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 Idea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문서 유형을 먼저 고정합니다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저자는 세 계층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MDP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방향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Meta-Actor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Meta-Critic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후보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시뮬레이션 계획을 적었습니다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반면 학습식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네트워크 구조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설정과 결과는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경계를 지켜야 비슷한 제목의 다른 완성 논문 내용을 잘못 끌어오지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pp.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public two-page Research Idea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https://imanrht.github.io/assets/MetaRL.pdf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9BBE9CA-14B8-4A8C-A0C3-BF527087A1E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문제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환경이 바뀔 때 다시 오래 학습해야 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 정책과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차이를 성능 우열로 단정하지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제안서의 동기는 여러 작업 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meta-knowledge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낯선 환경에서 적은 추가 학습으로 적응하는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실제로 얼마나 빨리 적응하는지는 이후 실험으로 검증해야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Motivation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public two-page Research Idea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https://imanrht.github.io/assets/MetaRL.pdf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0749A68-782D-4333-8508-E5C43D85FA4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자원 관리는 서로 다른 세 결정으로 나뉜다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서비스의 위치를 정하고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계산 작업의 목적지를 정하며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선택된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경쟁하는 작업에 자원을 배분합니다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이름을 단순한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하나로 합치면 연구 구상의 계층성이 사라집니다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Problem Statement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public two-page Research Idea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https://imanrht.github.io/assets/MetaRL.pdf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9B29C83-06A1-478C-A7B7-D7E647917DC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결정은 서로의 선택 가능성에 영향을 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순서는 제안서가 제시한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P1, P2, P3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의미를 연결해 이해하기 위한 도식입니다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문서가 순차 알고리즘을 제공했다는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미정 사항은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따로 학습할지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공동으로 학습할지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제약을 서로 전달할지입니다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P1–P3 and Problem Model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public two-page Research Idea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https://imanrht.github.io/assets/MetaRL.pdf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E362064-4F9E-4357-8762-194A825B93D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Meta-RL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적용 흐름은 아직 설계 가설이다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학습하고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빠르게 적응한다는 두 부분은 원문에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inner loop, outer loop, MAML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구체적 학습식은 제시되지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도식은 데이터와 결정의 논리적 순서만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Problem Model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public two-page Research Idea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https://imanrht.github.io/assets/MetaRL.pdf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13C5D57-C514-42AB-9474-3D8FCB972B4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Meta-Actor·Critic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완성 구조가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such as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표현은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Meta-Critic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예시적 후보임을 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행동 정책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 선택의 가치를 평가하는 역할이라는 일반 개념까지만 설명하고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네트워크와 학습식을 제안서의 결과처럼 제시하지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Research Methodology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public two-page Research Idea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https://imanrht.github.io/assets/MetaRL.pdf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73A365E-64EB-4102-931A-BAB1DAFEB2A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실제로 학습하려면 먼저 채워야 할 설계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제안서의 장점은 큰 연구 방향을 보여 준다는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단계에서는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MDP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구성 요소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계층 간 제약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meta-policy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적응 정책의 경계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agent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역할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설계를 구체화해야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이것들은 비판을 위한 빈칸이 아니라 연구를 실행 가능하게 만드는 명세입니다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pp. 1–2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public two-page Research Idea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https://imanrht.github.io/assets/MetaRL.pdf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4F7C643-34DC-4EF8-96A5-046B51DB6F7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제안을 검증 가능한 연구로 바꾸는 평가 기준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시뮬레이션과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unseen 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일반화를 계획하지만 구체적 지표는 제시하지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표는 연구 설계 확장입니다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특히 적응 단계만 줄고 제어 오버헤드가 커질 수 있으므로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시스템 지표와 적응 비용을 함께 측정해야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research-idea | p. 1, Simulation and Challenges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public two-page Research Idea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https://imanrht.github.io/assets/MetaRL.pdf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88642D2-3FB4-4F83-8D94-D7172E6E41E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Meta-RL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기반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작업 스케줄링 연구 구상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Meta-Reinforcement Learning for Optimized Task Scheduling in Heterogeneous Edge Computing Systems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Iman Rahmati (</a:t>
            </a:r>
            <a:r>
              <a:rPr lang="ko-KR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연도 미상</a:t>
            </a: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완성 알고리즘이 아니라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새로운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환경에 빠르게 적응하는 정책을 설계하기 위한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쪽 제안서 읽기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title page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먼저 확인할 것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제안서가 말하는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문제와 연구 방향은 제시되지만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완성된 방법과 결과는 제시되지 않는다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5435280"/>
                <a:gridCol w="5435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확인된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아직 없는 내용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P1·P2·P3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라는 세 결정 계층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 정의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meta-policy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meta-loss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업데이트 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Meta-Actor·Meta-Critic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 가능성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확정된 네트워크 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Python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기반 시뮬레이션 계획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데이터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기준선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수치 결과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이후의 도식은 제안된 연구 질문을 이해하기 위한 구조이며 구현 결과가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pp.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 문제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환경이 바뀔 때 다시 오래 학습해야 하는가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413100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환경용 정책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제안이 원하는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meta-policy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 경험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환경에 맞춘 경험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환경에서 공통 지식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환경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성능 회복에 재학습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적은 추가 학습으로 적응 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근거 수준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개념적 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달성 결과가 아닌 연구 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Meta-RL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약속은 즉시 최적화가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환경에 필요한 추가 학습량을 줄이는 것이다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Motivation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자원 관리는 서로 다른 세 결정으로 나뉜다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391480"/>
                <a:gridCol w="434844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계층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결정 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쉬운 판별 기준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P1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서비스 배치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어떤 서비스를 어느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둘지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서비스가 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존재하는가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P2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 오프로딩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작업을 어느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보낼지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어느 서버가 계산하는가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P3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자원 할당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edge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자원을 작업별로 나눌지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CPU·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통신 자원을 얼마나 받는가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서버 선택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서버 내부 할당은 관련되지만 같은 결정이 아니다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Problem Statement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결정은 서로의 선택 가능성에 영향을 준다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의존성을 설명하는 교육용 해석이며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원문이 정한 실행 순서는 아니다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P1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서비스 배치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별로 실행 가능한 서비스 집합이 정해진다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P2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서버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서비스와 네트워크 조건 안에서 작업 목적지를 고른다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P3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자원 할당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edge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 여러 작업에 자원을 배분한다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시스템 성능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지연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에너지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실행 가능성은 세 결정의 결합으로 달라진다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3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제안서는 각 계층을 개별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보지만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공동 최적화 방식은 아직 정하지 않았다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P1–P3 and Problem Model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Meta-RL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적용 흐름은 아직 설계 가설이다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"/>
          <p:cNvSpPr/>
          <p:nvPr/>
        </p:nvSpPr>
        <p:spPr>
          <a:xfrm>
            <a:off x="660240" y="170172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"/>
          <p:cNvSpPr/>
          <p:nvPr/>
        </p:nvSpPr>
        <p:spPr>
          <a:xfrm>
            <a:off x="1397160" y="170172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MEC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환경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3"/>
          <p:cNvSpPr/>
          <p:nvPr/>
        </p:nvSpPr>
        <p:spPr>
          <a:xfrm>
            <a:off x="4152960" y="170172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부하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네트워크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자원 조건이 다른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MDP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들을 경험한다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4"/>
          <p:cNvSpPr/>
          <p:nvPr/>
        </p:nvSpPr>
        <p:spPr>
          <a:xfrm>
            <a:off x="1396800" y="2286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Shape 5"/>
          <p:cNvSpPr/>
          <p:nvPr/>
        </p:nvSpPr>
        <p:spPr>
          <a:xfrm>
            <a:off x="851040" y="2298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Text 6"/>
          <p:cNvSpPr/>
          <p:nvPr/>
        </p:nvSpPr>
        <p:spPr>
          <a:xfrm>
            <a:off x="660240" y="247644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7"/>
          <p:cNvSpPr/>
          <p:nvPr/>
        </p:nvSpPr>
        <p:spPr>
          <a:xfrm>
            <a:off x="1397160" y="247644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meta-policy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8"/>
          <p:cNvSpPr/>
          <p:nvPr/>
        </p:nvSpPr>
        <p:spPr>
          <a:xfrm>
            <a:off x="4152960" y="247644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환경들에 공통으로 유용한 초기 정책을 찾는 단계다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9"/>
          <p:cNvSpPr/>
          <p:nvPr/>
        </p:nvSpPr>
        <p:spPr>
          <a:xfrm>
            <a:off x="1396800" y="30603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Shape 10"/>
          <p:cNvSpPr/>
          <p:nvPr/>
        </p:nvSpPr>
        <p:spPr>
          <a:xfrm>
            <a:off x="851040" y="30733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Text 11"/>
          <p:cNvSpPr/>
          <p:nvPr/>
        </p:nvSpPr>
        <p:spPr>
          <a:xfrm>
            <a:off x="660240" y="325116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2"/>
          <p:cNvSpPr/>
          <p:nvPr/>
        </p:nvSpPr>
        <p:spPr>
          <a:xfrm>
            <a:off x="1397160" y="325116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낯선 환경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3"/>
          <p:cNvSpPr/>
          <p:nvPr/>
        </p:nvSpPr>
        <p:spPr>
          <a:xfrm>
            <a:off x="4152960" y="325116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 때와 다른 작업 또는 네트워크 조건을 만난다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14"/>
          <p:cNvSpPr/>
          <p:nvPr/>
        </p:nvSpPr>
        <p:spPr>
          <a:xfrm>
            <a:off x="1396800" y="3835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Shape 15"/>
          <p:cNvSpPr/>
          <p:nvPr/>
        </p:nvSpPr>
        <p:spPr>
          <a:xfrm>
            <a:off x="851040" y="384804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3" name="Text 16"/>
          <p:cNvSpPr/>
          <p:nvPr/>
        </p:nvSpPr>
        <p:spPr>
          <a:xfrm>
            <a:off x="660240" y="402588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7"/>
          <p:cNvSpPr/>
          <p:nvPr/>
        </p:nvSpPr>
        <p:spPr>
          <a:xfrm>
            <a:off x="1397160" y="402588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제한된 추가 학습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18"/>
          <p:cNvSpPr/>
          <p:nvPr/>
        </p:nvSpPr>
        <p:spPr>
          <a:xfrm>
            <a:off x="4152960" y="402588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새 경험을 이용해 정책을 빠르게 조정하는 것이 목표다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19"/>
          <p:cNvSpPr/>
          <p:nvPr/>
        </p:nvSpPr>
        <p:spPr>
          <a:xfrm>
            <a:off x="1396800" y="4609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7" name="Shape 20"/>
          <p:cNvSpPr/>
          <p:nvPr/>
        </p:nvSpPr>
        <p:spPr>
          <a:xfrm>
            <a:off x="851040" y="4622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Text 21"/>
          <p:cNvSpPr/>
          <p:nvPr/>
        </p:nvSpPr>
        <p:spPr>
          <a:xfrm>
            <a:off x="660240" y="4800600"/>
            <a:ext cx="5713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2"/>
          <p:cNvSpPr/>
          <p:nvPr/>
        </p:nvSpPr>
        <p:spPr>
          <a:xfrm>
            <a:off x="1397160" y="4800600"/>
            <a:ext cx="260316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P1·P2·P3 </a:t>
            </a: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결정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3"/>
          <p:cNvSpPr/>
          <p:nvPr/>
        </p:nvSpPr>
        <p:spPr>
          <a:xfrm>
            <a:off x="4152960" y="4800600"/>
            <a:ext cx="73782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조정된 정책으로 세 계층의 결정을 수행한다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4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meta-knowledge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공유하고 무엇을 현장에서 적응할지는 미정이다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Problem Model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Meta-Actor·Critic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완성 구조가 아니다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8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3043800"/>
                <a:gridCol w="369612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표현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안전한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단정하면 안 되는 것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Multi-Agent Meta-RL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결정 주체를 고려하는 방향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수와 역할이 확정됨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Meta-Actor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정책을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meta-learning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할 후보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구체적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구조가 구현됨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749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Meta-Critic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가치 평가를 활용할 후보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업데이트가 확정됨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9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후보 기술 이름은 연구 방향을 좁히지만 재현 가능한 알고리즘을 정의하지 않는다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2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Research Methodology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실제로 학습하려면 먼저 채워야 할 설계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5" name="Table 0"/>
          <p:cNvGraphicFramePr/>
          <p:nvPr/>
        </p:nvGraphicFramePr>
        <p:xfrm>
          <a:off x="660240" y="1676520"/>
          <a:ext cx="10870920" cy="3720600"/>
        </p:xfrm>
        <a:graphic>
          <a:graphicData uri="http://schemas.openxmlformats.org/drawingml/2006/table">
            <a:tbl>
              <a:tblPr/>
              <a:tblGrid>
                <a:gridCol w="2174040"/>
                <a:gridCol w="5217840"/>
                <a:gridCol w="34786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설계 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정의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상태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MDP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행동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보상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제안서에 미정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계층 연결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P1·P2·P3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순서와 제약 전달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제안서에 미정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meta-learning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공유 목표와 적응 업데이트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제안서에 미정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다중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agent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정체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관측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조정 방식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제안서에 미정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51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기준선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 분할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시뮬레이션 계획만 제시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6" name="Shape 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Text 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빈칸을 명시해야 연구 구상이 재현 가능한 방법으로 바뀐다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pp. 1–2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제안을 검증 가능한 연구로 바꾸는 평가 기준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항목은 원문 결과가 아니라 제안의 타당성을 확인하기 위한 교육용 평가 설계다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565880"/>
                <a:gridCol w="6305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검증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필요한 비교 또는 측정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환경에 정말 빨리 적응하는가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-meta RL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대비 적응 단계와 누적 비용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세 계층 결정이 실행 가능한가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서비스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자원 제약 위반 여부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시스템 효율이 좋아지는가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지연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에너지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마감시간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제어 오버헤드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일반화가 재현되는가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학습에 없던 부하와 네트워크 조건에서 반복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Meta-RL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가치는 적응 속도와 전체 시스템 비용을 함께 측정할 때 검증된다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research-idea p. 1, Simulation and Challenges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2026-09-12T04:15:23Z</dcterms:created>
  <dc:creator>Research Seminars</dc:creator>
  <dc:description/>
  <dc:language>ko-KR</dc:language>
  <cp:lastModifiedBy>Research Seminars</cp:lastModifiedBy>
  <dcterms:modified xsi:type="dcterms:W3CDTF">2026-09-12T04:15:23Z</dcterms:modified>
  <cp:revision>1</cp:revision>
  <dc:subject>Meta-Reinforcement Learning for Optimized Task Scheduling in Heterogeneous Edge Computing Systems</dc:subject>
  <dc:title>Meta-RL 기반 MEC 작업 스케줄링 연구 구상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9</vt:r8>
  </property>
  <property fmtid="{D5CDD505-2E9C-101B-9397-08002B2CF9AE}" pid="3" name="PresentationFormat">
    <vt:lpwstr>On-screen Show (16:9)</vt:lpwstr>
  </property>
  <property fmtid="{D5CDD505-2E9C-101B-9397-08002B2CF9AE}" pid="4" name="Slides">
    <vt:r8>9</vt:r8>
  </property>
</Properties>
</file>