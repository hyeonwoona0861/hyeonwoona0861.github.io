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Meta-RL 기반 MEC 작업 스케줄링 연구 구상
발표 대본
이 자료는 구현과 실험을 완료한 논문을 소개하는 덱이 아닙니다. 공개된 2쪽 Research Idea를 바탕으로 문제 정의, 세 가지 MEC 의사결정 계층, Meta-RL의 역할, 그리고 아직 정해야 할 연구 설계를 구분해서 설명합니다.
공개 출처
research-idea | title page
Exact public two-page Research Idea PDF
https://imanrht.github.io/assets/MetaRL.pdf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 먼저 확인할 것: 제안서가 말하는 범위
발표 대본
Research Idea라는 문서 유형을 먼저 고정합니다. 저자는 세 계층, MDP 방향, Meta-Actor와 Meta-Critic 같은 후보, 시뮬레이션 계획을 적었습니다. 반면 학습식, 네트워크 구조, 평가 설정과 결과는 없습니다. 이 경계를 지켜야 비슷한 제목의 다른 완성 논문 내용을 잘못 끌어오지 않습니다.
공개 출처
research-idea | pp. 1–2
Exact public two-page Research Idea PDF
https://imanrht.github.io/assets/MetaRL.pdf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핵심 문제: 환경이 바뀔 때 다시 오래 학습해야 하는가
발표 대본
일반 정책과 meta-policy의 차이를 성능 우열로 단정하지 않습니다. 제안서의 동기는 여러 작업 환경에서 meta-knowledge를 얻고, 낯선 환경에서 적은 추가 학습으로 적응하는 것입니다. 실제로 얼마나 빨리 적응하는지는 이후 실험으로 검증해야 합니다.
공개 출처
research-idea | p. 1, Motivation
Exact public two-page Research Idea PDF
https://imanrht.github.io/assets/MetaRL.pdf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 MEC 자원 관리는 서로 다른 세 결정으로 나뉜다
발표 대본
P1은 서비스의 위치를 정하고, P2는 계산 작업의 목적지를 정하며, P3는 선택된 edge 안에서 경쟁하는 작업에 자원을 배분합니다. 세 이름을 단순한 offloading 하나로 합치면 연구 구상의 계층성이 사라집니다.
공개 출처
research-idea | p. 1, Problem Statement
Exact public two-page Research Idea PDF
https://imanrht.github.io/assets/MetaRL.pdf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 세 결정은 서로의 선택 가능성에 영향을 준다
발표 대본
이 순서는 제안서가 제시한 P1, P2, P3의 의미를 연결해 이해하기 위한 도식입니다. 문서가 순차 알고리즘을 제공했다는 뜻은 아닙니다. 핵심 미정 사항은 세 MDP를 따로 학습할지, 공동으로 학습할지, 어떤 제약을 서로 전달할지입니다.
공개 출처
research-idea | p. 1, P1–P3 and Problem Model
Exact public two-page Research Idea PDF
https://imanrht.github.io/assets/MetaRL.pdf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 Meta-RL 적용 흐름은 아직 설계 가설이다
발표 대본
여러 MDP에서 meta-policy를 학습하고 특정 MDP에 빠르게 적응한다는 두 부분은 원문에 있습니다. 그러나 inner loop, outer loop, MAML 같은 구체적 학습식은 제시되지 않습니다. 따라서 도식은 데이터와 결정의 논리적 순서만 보여 줍니다.
공개 출처
research-idea | p. 1, Problem Model
Exact public two-page Research Idea PDF
https://imanrht.github.io/assets/MetaRL.pdf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 Meta-Actor·Critic은 완성 구조가 아니다
발표 대본
원문의 such as라는 표현은 Meta-Actor와 Meta-Critic이 예시적 후보임을 뜻합니다. 발표에서는 actor가 행동 정책, critic이 그 선택의 가치를 평가하는 역할이라는 일반 개념까지만 설명하고, 실제 네트워크와 학습식을 제안서의 결과처럼 제시하지 않습니다.
공개 출처
research-idea | p. 1, Research Methodology
Exact public two-page Research Idea PDF
https://imanrht.github.io/assets/MetaRL.pdf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8. 실제로 학습하려면 먼저 채워야 할 설계
발표 대본
제안서의 장점은 큰 연구 방향을 보여 준다는 점입니다. 다음 단계에서는 각 MDP의 구성 요소, 계층 간 제약, meta-policy와 적응 정책의 경계, agent의 역할, 평가 설계를 구체화해야 합니다. 이것들은 비판을 위한 빈칸이 아니라 연구를 실행 가능하게 만드는 명세입니다.
공개 출처
research-idea | pp. 1–2
Exact public two-page Research Idea PDF
https://imanrht.github.io/assets/MetaRL.pdf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9. 제안을 검증 가능한 연구로 바꾸는 평가 기준
발표 대본
원문은 시뮬레이션과 unseen task 일반화를 계획하지만 구체적 지표는 제시하지 않습니다. 따라서 이 표는 연구 설계 확장입니다. 특히 적응 단계만 줄고 제어 오버헤드가 커질 수 있으므로, 시스템 지표와 적응 비용을 함께 측정해야 합니다.
공개 출처
research-idea | p. 1, Simulation and Challenges
Exact public two-page Research Idea PDF
https://imanrht.github.io/assets/MetaRL.pdf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5900" cy="6858000"/>
          </a:xfrm>
          <a:prstGeom prst="rect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3" name="Text 1"/>
          <p:cNvSpPr txBox="1"/>
          <p:nvPr/>
        </p:nvSpPr>
        <p:spPr>
          <a:xfrm>
            <a:off x="889000" y="889000"/>
            <a:ext cx="8763000" cy="134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Meta-RL 기반 MEC 작업 스케줄링 연구 구상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89000" y="2413000"/>
            <a:ext cx="9652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Meta-Reinforcement Learning for Optimized Task Scheduling in Heterogeneous Edge Computing Systems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89000" y="4076700"/>
            <a:ext cx="96520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4"/>
          <p:cNvSpPr txBox="1"/>
          <p:nvPr/>
        </p:nvSpPr>
        <p:spPr>
          <a:xfrm>
            <a:off x="889000" y="4368800"/>
            <a:ext cx="965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Iman Rahmati (연도 미상)</a:t>
            </a:r>
            <a:endParaRPr lang="en-US" sz="1750" dirty="0"/>
          </a:p>
        </p:txBody>
      </p:sp>
      <p:sp>
        <p:nvSpPr>
          <p:cNvPr id="7" name="Text 5"/>
          <p:cNvSpPr txBox="1"/>
          <p:nvPr/>
        </p:nvSpPr>
        <p:spPr>
          <a:xfrm>
            <a:off x="889000" y="5245100"/>
            <a:ext cx="965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완성 알고리즘이 아니라, 새로운 MEC 환경에 빠르게 적응하는 정책을 설계하기 위한 2쪽 제안서 읽기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9" name="Text 7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research-idea title page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먼저 확인할 것: 제안서가 말하는 범위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문제와 연구 방향은 제시되지만, 완성된 방법과 결과는 제시되지 않는다.</a:t>
            </a:r>
            <a:endParaRPr lang="en-US" sz="1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2082800"/>
          <a:ext cx="10871200" cy="3314700"/>
        </p:xfrm>
        <a:graphic>
          <a:graphicData uri="http://schemas.openxmlformats.org/drawingml/2006/table">
            <a:tbl>
              <a:tblPr/>
              <a:tblGrid>
                <a:gridCol w="5435600"/>
                <a:gridCol w="5435600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확인된 내용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아직 없는 내용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P1·P2·P3라는 세 결정 계층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상태·행동·보상 정의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여러 MDP에서 meta-policy 학습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meta-loss와 업데이트 식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Meta-Actor·Meta-Critic 사용 가능성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확정된 네트워크 구조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Python 기반 시뮬레이션 계획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데이터·기준선·수치 결과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3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이후의 도식은 제안된 연구 질문을 이해하기 위한 구조이며 구현 결과가 아니다.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5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research-idea pp. 1–2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핵심 문제: 환경이 바뀔 때 다시 오래 학습해야 하는가</a:t>
            </a:r>
            <a:endParaRPr lang="en-US" sz="3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1676400"/>
          <a:ext cx="10871200" cy="3721100"/>
        </p:xfrm>
        <a:graphic>
          <a:graphicData uri="http://schemas.openxmlformats.org/drawingml/2006/table">
            <a:tbl>
              <a:tblPr/>
              <a:tblGrid>
                <a:gridCol w="2174240"/>
                <a:gridCol w="4131056"/>
                <a:gridCol w="4565904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관점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한 환경용 정책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제안이 원하는 meta-policy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5267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학습 경험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현재 환경에 맞춘 경험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여러 환경에서 공통 지식 학습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5267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새 환경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성능 회복에 재학습 필요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적은 추가 학습으로 적응 목표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5267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근거 수준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개념적 비교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달성 결과가 아닌 연구 목표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5" name="Text 2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Meta-RL의 약속은 즉시 최적화가 아니라, 새 환경에 필요한 추가 학습량을 줄이는 것이다.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7" name="Text 4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research-idea p. 1, Motivation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MEC 자원 관리는 서로 다른 세 결정으로 나뉜다</a:t>
            </a:r>
            <a:endParaRPr lang="en-US" sz="3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1676400"/>
          <a:ext cx="10871200" cy="3721100"/>
        </p:xfrm>
        <a:graphic>
          <a:graphicData uri="http://schemas.openxmlformats.org/drawingml/2006/table">
            <a:tbl>
              <a:tblPr/>
              <a:tblGrid>
                <a:gridCol w="2391664"/>
                <a:gridCol w="4348480"/>
                <a:gridCol w="4131056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계층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결정 대상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쉬운 판별 기준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5267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P1 서비스 배치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어떤 서비스를 어느 edge에 둘지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서비스가 그 edge에 존재하는가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5267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P2 계산 오프로딩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작업을 어느 edge로 보낼지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어느 서버가 계산하는가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5267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P3 자원 할당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한 edge의 자원을 작업별로 나눌지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CPU·통신 자원을 얼마나 받는가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5" name="Text 2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배치, 서버 선택, 서버 내부 할당은 관련되지만 같은 결정이 아니다.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7" name="Text 4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research-idea p. 1, Problem Statement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세 결정은 서로의 선택 가능성에 영향을 준다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의존성을 설명하는 교육용 해석이며, 원문이 정한 실행 순서는 아니다.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660400" y="2108200"/>
            <a:ext cx="5715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397000" y="2108200"/>
            <a:ext cx="26035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P1 서비스 배치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4152900" y="2108200"/>
            <a:ext cx="73787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edge별로 실행 가능한 서비스 집합이 정해진다.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397000" y="2784475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Shape 6"/>
          <p:cNvSpPr/>
          <p:nvPr/>
        </p:nvSpPr>
        <p:spPr>
          <a:xfrm>
            <a:off x="850900" y="2797175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9" name="Text 7"/>
          <p:cNvSpPr txBox="1"/>
          <p:nvPr/>
        </p:nvSpPr>
        <p:spPr>
          <a:xfrm>
            <a:off x="660400" y="2974975"/>
            <a:ext cx="5715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397000" y="2974975"/>
            <a:ext cx="26035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P2 서버 선택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152900" y="2974975"/>
            <a:ext cx="73787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서비스와 네트워크 조건 안에서 작업 목적지를 고른다.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397000" y="365125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3" name="Shape 11"/>
          <p:cNvSpPr/>
          <p:nvPr/>
        </p:nvSpPr>
        <p:spPr>
          <a:xfrm>
            <a:off x="850900" y="366395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14" name="Text 12"/>
          <p:cNvSpPr txBox="1"/>
          <p:nvPr/>
        </p:nvSpPr>
        <p:spPr>
          <a:xfrm>
            <a:off x="660400" y="3841750"/>
            <a:ext cx="5715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397000" y="3841750"/>
            <a:ext cx="26035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P3 자원 할당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152900" y="3841750"/>
            <a:ext cx="73787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선택된 edge 안에서 여러 작업에 자원을 배분한다.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397000" y="4518025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8" name="Shape 16"/>
          <p:cNvSpPr/>
          <p:nvPr/>
        </p:nvSpPr>
        <p:spPr>
          <a:xfrm>
            <a:off x="850900" y="4530725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19" name="Text 17"/>
          <p:cNvSpPr txBox="1"/>
          <p:nvPr/>
        </p:nvSpPr>
        <p:spPr>
          <a:xfrm>
            <a:off x="660400" y="4708525"/>
            <a:ext cx="5715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1397000" y="4708525"/>
            <a:ext cx="26035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시스템 성능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4152900" y="4708525"/>
            <a:ext cx="7378700" cy="663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지연·에너지·실행 가능성은 세 결정의 결합으로 달라진다.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397000" y="538480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3" name="Shape 21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4" name="Text 22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제안서는 각 계층을 개별 MDP로 보지만, 공동 최적화 방식은 아직 정하지 않았다.</a:t>
            </a:r>
            <a:endParaRPr lang="en-US" sz="1750" dirty="0"/>
          </a:p>
        </p:txBody>
      </p:sp>
      <p:sp>
        <p:nvSpPr>
          <p:cNvPr id="25" name="Shape 23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6" name="Text 24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research-idea p. 1, P1–P3 and Problem Model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Meta-RL 적용 흐름은 아직 설계 가설이다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701800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397000" y="1701800"/>
            <a:ext cx="260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여러 MEC 환경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4152900" y="1701800"/>
            <a:ext cx="73787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부하·네트워크·자원 조건이 다른 MDP들을 경험한다.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1397000" y="228600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7" name="Shape 5"/>
          <p:cNvSpPr/>
          <p:nvPr/>
        </p:nvSpPr>
        <p:spPr>
          <a:xfrm>
            <a:off x="850900" y="229870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6"/>
          <p:cNvSpPr txBox="1"/>
          <p:nvPr/>
        </p:nvSpPr>
        <p:spPr>
          <a:xfrm>
            <a:off x="660400" y="2476500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397000" y="2476500"/>
            <a:ext cx="260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meta-policy 학습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4152900" y="2476500"/>
            <a:ext cx="73787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환경들에 공통으로 유용한 초기 정책을 찾는 단계다.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1397000" y="306070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2" name="Shape 10"/>
          <p:cNvSpPr/>
          <p:nvPr/>
        </p:nvSpPr>
        <p:spPr>
          <a:xfrm>
            <a:off x="850900" y="307340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13" name="Text 11"/>
          <p:cNvSpPr txBox="1"/>
          <p:nvPr/>
        </p:nvSpPr>
        <p:spPr>
          <a:xfrm>
            <a:off x="660400" y="3251200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397000" y="3251200"/>
            <a:ext cx="260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낯선 환경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4152900" y="3251200"/>
            <a:ext cx="73787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학습 때와 다른 작업 또는 네트워크 조건을 만난다.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397000" y="383540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7" name="Shape 15"/>
          <p:cNvSpPr/>
          <p:nvPr/>
        </p:nvSpPr>
        <p:spPr>
          <a:xfrm>
            <a:off x="850900" y="384810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18" name="Text 16"/>
          <p:cNvSpPr txBox="1"/>
          <p:nvPr/>
        </p:nvSpPr>
        <p:spPr>
          <a:xfrm>
            <a:off x="660400" y="4025900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1397000" y="4025900"/>
            <a:ext cx="260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제한된 추가 학습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4152900" y="4025900"/>
            <a:ext cx="73787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새 경험을 이용해 정책을 빠르게 조정하는 것이 목표다.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397000" y="461010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2" name="Shape 20"/>
          <p:cNvSpPr/>
          <p:nvPr/>
        </p:nvSpPr>
        <p:spPr>
          <a:xfrm>
            <a:off x="850900" y="462280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23" name="Text 21"/>
          <p:cNvSpPr txBox="1"/>
          <p:nvPr/>
        </p:nvSpPr>
        <p:spPr>
          <a:xfrm>
            <a:off x="660400" y="4800600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1397000" y="4800600"/>
            <a:ext cx="260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P1·P2·P3 결정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4152900" y="4800600"/>
            <a:ext cx="73787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조정된 정책으로 세 계층의 결정을 수행한다.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397000" y="538480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7" name="Shape 25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8" name="Text 26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무엇을 meta-knowledge로 공유하고 무엇을 현장에서 적응할지는 미정이다.</a:t>
            </a:r>
            <a:endParaRPr lang="en-US" sz="1750" dirty="0"/>
          </a:p>
        </p:txBody>
      </p:sp>
      <p:sp>
        <p:nvSpPr>
          <p:cNvPr id="29" name="Shape 27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30" name="Text 28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research-idea p. 1, Problem Model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Meta-Actor·Critic은 완성 구조가 아니다</a:t>
            </a:r>
            <a:endParaRPr lang="en-US" sz="3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1676400"/>
          <a:ext cx="10871200" cy="3721100"/>
        </p:xfrm>
        <a:graphic>
          <a:graphicData uri="http://schemas.openxmlformats.org/drawingml/2006/table">
            <a:tbl>
              <a:tblPr/>
              <a:tblGrid>
                <a:gridCol w="3043936"/>
                <a:gridCol w="3696208"/>
                <a:gridCol w="4131056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원문 표현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안전한 해석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단정하면 안 되는 것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5267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Multi-Agent Meta-RL 개발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여러 결정 주체를 고려하는 방향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agent 수와 역할이 확정됨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5267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Meta-Actor 사용 가능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정책을 meta-learning할 후보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구체적 actor 구조가 구현됨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5267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Meta-Critic 사용 가능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가치 평가를 활용할 후보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loss와 업데이트가 확정됨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5" name="Text 2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후보 기술 이름은 연구 방향을 좁히지만 재현 가능한 알고리즘을 정의하지 않는다.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7" name="Text 4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research-idea p. 1, Research Methodology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실제로 학습하려면 먼저 채워야 할 설계</a:t>
            </a:r>
            <a:endParaRPr lang="en-US" sz="3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1676400"/>
          <a:ext cx="10871200" cy="3721100"/>
        </p:xfrm>
        <a:graphic>
          <a:graphicData uri="http://schemas.openxmlformats.org/drawingml/2006/table">
            <a:tbl>
              <a:tblPr/>
              <a:tblGrid>
                <a:gridCol w="2174240"/>
                <a:gridCol w="5218176"/>
                <a:gridCol w="3478784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설계 항목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필요한 정의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현재 상태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516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MDP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상태·행동·보상·전이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제안서에 미정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516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계층 연결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P1·P2·P3의 순서와 제약 전달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제안서에 미정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516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meta-learning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공유 목표와 적응 업데이트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제안서에 미정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516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다중 agent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agent 정체·관측·조정 방식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제안서에 미정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516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평가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기준선·지표·환경 분할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시뮬레이션 계획만 제시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5" name="Text 2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이 빈칸을 명시해야 연구 구상이 재현 가능한 방법으로 바뀐다.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7" name="Text 4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research-idea pp. 1–2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제안을 검증 가능한 연구로 바꾸는 평가 기준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아래 항목은 원문 결과가 아니라 제안의 타당성을 확인하기 위한 교육용 평가 설계다.</a:t>
            </a:r>
            <a:endParaRPr lang="en-US" sz="1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2082800"/>
          <a:ext cx="10871200" cy="3314700"/>
        </p:xfrm>
        <a:graphic>
          <a:graphicData uri="http://schemas.openxmlformats.org/drawingml/2006/table">
            <a:tbl>
              <a:tblPr/>
              <a:tblGrid>
                <a:gridCol w="4565904"/>
                <a:gridCol w="6305296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검증 질문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필요한 비교 또는 측정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새 환경에 정말 빨리 적응하는가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비-meta RL 대비 적응 단계와 누적 비용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세 계층 결정이 실행 가능한가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서비스·서버·자원 제약 위반 여부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시스템 효율이 좋아지는가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지연·에너지·마감시간·제어 오버헤드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일반화가 재현되는가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학습에 없던 부하와 네트워크 조건에서 반복 평가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3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Meta-RL의 가치는 적응 속도와 전체 시스템 비용을 함께 측정할 때 검증된다.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5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research-idea p. 1, Simulation and Challenges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ple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ple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Meta-RL 기반 MEC 작업 스케줄링 연구 구상</dc:title>
  <dc:subject>Meta-Reinforcement Learning for Optimized Task Scheduling in Heterogeneous Edge Computing Systems</dc:subject>
  <dc:creator>Research Seminars</dc:creator>
  <cp:lastModifiedBy>Research Seminars</cp:lastModifiedBy>
  <cp:revision>1</cp:revision>
  <dcterms:created xsi:type="dcterms:W3CDTF">2026-09-12T04:15:23Z</dcterms:created>
  <dcterms:modified xsi:type="dcterms:W3CDTF">2026-09-12T04:15:23Z</dcterms:modified>
</cp:coreProperties>
</file>