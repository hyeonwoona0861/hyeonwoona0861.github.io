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MRLCO: 변화하는 MEC에서 빠르게 적응하는 DAG 오프로딩
발표 대본
이 발표는 MRLCO가 왜 필요한지, DAG 오프로딩을 어떻게 순차 의사결정으로 바꾸는지, 그리고 메타 학습과 일반적인 온라인 강화학습이 어디에서 다른지를 설명합니다. 핵심 용어는 computation task와 meta-RL learning task를 구분해서 사용합니다. computation task는 DAG의 정점이고, learning task는 하나의 MEC 맥락에서 정책을 배울 MDP입니다.
공개 출처
ieee | title, abstract
IEEE Transactions on Parallel and Distributed Systems paper record
https://doi.org/10.1109/TPDS.2020.3014896
arxiv | title page, v5
Authors' public manuscript record, arXiv:2008.02033v5
https://arxiv.org/abs/2008.02033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환경이 바뀌면 기존 DRL policy가 다시 학습해야 한다
발표 대본
논문은 기존 DRL 오프로딩 방법이 새로운 환경에서 낮은 sample efficiency 때문에 policy를 다시 학습해야 한다고 문제를 제기합니다. MRLCO는 여러 MEC 맥락에서 meta policy를 학습한 뒤, 새 맥락에서 소수의 gradient update로 task-specific policy를 얻으려 합니다. 이 슬라이드의 새 맥락은 새 computation task 하나가 아니라, DAG 집합이나 전송률 조건이 달라진 learning task를 뜻합니다.
공개 출처
arxiv | pp. 1-2, §1
Authors' public manuscript record, arXiv:2008.02033v5
https://arxiv.org/abs/2008.02033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DAG 오프로딩은 의존성을 지키며 task를 배치하는 문제다
발표 대본
논문은 application을 DAG로 모델링합니다. 정점은 computation task이고 간선은 선행 관계입니다. 각 task는 UE에서 local execution하거나 MEC host에 offload합니다. task는 rank 내림차순으로 정렬되어 parent가 child보다 먼저 배치됩니다. 이 순서 덕분에 partial placement plan과 resource finish time을 state에 누적할 수 있습니다.
공개 출처
arxiv | pp. 3-6, Eqs. 5-11
Authors' public manuscript record, arXiv:2008.02033v5
https://arxiv.org/abs/2008.02033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local과 offload의 latency는 같은 task에도 달라진다
발표 대본
논문에서 local latency는 필요한 CPU cycle을 UE capacity로 나눈 값입니다. Offload latency는 uplink data transmission, MEC VM computation, downlink result transmission의 합입니다. 실제 finish-time equation은 parent task의 finish time과 해당 resource가 비는 시각의 최댓값을 사용합니다. 전체 DAG latency는 exit task의 finish time으로 정의됩니다.
공개 출처
arxiv | pp. 3-4, Eqs. 4-8
Authors' public manuscript record, arXiv:2008.02033v5
https://arxiv.org/abs/2008.02033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강의용 계산 예시: 전송률이 바뀌면 선택도 바뀐다
발표 대본
이 예시는 논문의 latency equation을 설명하기 위해 만든 계산입니다. B의 remote compute time은 20 million cycles를 10 GHz VM으로 나눈 2 ms이고, 첫 조건에서는 parent A의 4 ms 뒤에 3+2+1 ms가 더해져 10 ms가 됩니다. Uplink가 25 ms로 길어지면 remote total은 32 ms가 됩니다. 원문은 이와 같은 시스템 상태 차이를 learning task distribution으로 다룹니다.
공개 출처
arxiv | pp. 3-4, Eqs. 4-8
Authors' public manuscript record, arXiv:2008.02033v5
https://arxiv.org/abs/2008.02033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MRLCO의 MDP: 상태는 DAG와 지금까지의 배치다
발표 대본
논문은 각 learning task Ti를 MDP로 표현하고, Ti는 task distribution rho(T)에서 샘플됩니다. State는 단순 channel vector가 아니라 DAG의 encoded representation과 앞선 placement plan입니다. Action은 다음 computation task의 local 또는 MEC placement입니다. Reward는 그 decision 뒤 증가한 end-to-end latency의 음수입니다. 서로 다른 learning task는 reward나 transition, initial distribution이 달라질 수 있습니다.
공개 출처
arxiv | pp. 2-3, §2.2-2.3; pp. 5-6, §4.2
Authors' public manuscript record, arXiv:2008.02033v5
https://arxiv.org/abs/2008.02033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seq2seq: DAG를 action 순서로 바꾸는 policy
발표 대본
논문은 custom seq2seq neural network를 사용합니다. Encoder와 decoder는 LSTM이며, attention은 현재 decoder step에 필요한 encoder output을 가중합으로 선택합니다. Decoder는 이전 action, 이전 decoder state, attention context를 받아 다음 task action의 policy distribution을 만듭니다. Policy와 value function은 encoder와 decoder의 대부분 parameter를 공유합니다.
공개 출처
arxiv | pp. 6-7, Eqs. 11-15 and Fig. 4
Authors' public manuscript record, arXiv:2008.02033v5
https://arxiv.org/abs/2008.02033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PPO inner loop: 새 MEC context 적응
발표 대본
MRLCO는 inner loop에서 PPO를 사용합니다. Sample policy로 trajectory를 모은 뒤 clipped surrogate objective와 value-function loss를 결합해 θ_i를 update합니다. 원문 Table 2에서 inner learning rate는 5e-4이고 gradient step m은 3입니다. 여기서 θ_i는 특정 learning task에 적응한 parameter입니다. 학습이 끝난 뒤 decoder는 각 step에서 가장 높은 policy probability action을 사용해 offloading plan을 추론합니다.
공개 출처
arxiv | pp. 7-8, Eqs. 16-20; p. 8, Table 2
Authors' public manuscript record, arXiv:2008.02033v5
https://arxiv.org/abs/2008.02033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first-order meta: 여러 context의 초기값 갱신
발표 대본
Algorithm 1은 task distribution rho(T)에서 learning task batch를 샘플하고, 각 task에서 θ_i를 θ로 초기화해 inner PPO update를 합니다. Inner loop 결과는 θ′_i로 복사됩니다. 원문 Eq. (22)의 first-order meta gradient는 sampled contexts에 대해 (θ′_i − θ)/(αm)을 평균낸 값입니다. 이는 gradients of gradients 비용을 줄이기 위한 first-order approximation이며, outer loop는 이 g_MRLCO로 θ를 Adam update합니다.
공개 출처
arxiv | pp. 7-8, Eqs. 21-22 and Algorithm 1
Authors' public manuscript record, arXiv:2008.02033v5
https://arxiv.org/abs/2008.02033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meta-training과 새 환경 적응의 차이
발표 대본
이 슬라이드는 분기 그림을 비교 장식으로 쓰는 것이 아니라, 실제 parameter 흐름을 보입니다. Meta-training은 여러 MDP context로 θ를 업데이트합니다. New context adaptation은 그 θ에서 시작해 local trajectory로 θ_i를 만듭니다. 그 결과 θ_i가 scheduler에서 사용됩니다. Fine-tuning DRL도 pretrained parameter를 시작점으로 쓸 수 있지만, MRLCO는 post-update performance를 목표로 meta objective를 구성한다는 점에서 다릅니다.
공개 출처
arxiv | pp. 2-3, §2.3; pp. 5, 7-8, §4.1-4.3
Authors' public manuscript record, arXiv:2008.02033v5
https://arxiv.org/abs/2008.02033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평가 조건: synthetic DAG와 held-out learning task
발표 대본
원문은 TensorFlow로 two-layer LSTM encoder와 decoder를 구현합니다. UE CPU speed는 1 GHz이고 MEC VM은 four 2.5-GHz cores로 10 GHz입니다. 각 task data size는 5 KB에서 50 KB, CPU cycles는 10^7에서 10^8 사이입니다. Training과 test dataset은 분리했고, topology, task number, transmission rate 변화가 서로 다른 learning task를 구성합니다.
공개 출처
arxiv | p. 8, Table 2 and §5.2
Authors' public manuscript record, arXiv:2008.02033v5
https://arxiv.org/abs/2008.02033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적응 결과: update 수와 test context
발표 대본
Figure 6부터 Figure 8까지는 update steps를 가로축으로 사용합니다. 논문은 Topology I에서 9 step 뒤 MRLCO가 HEFT-based보다 좋아진다고 해석합니다. n=30 case에서는 한 update 뒤 MRLCO latency가 급격히 낮아지고, 20 update 뒤 가장 낮은 baseline result를 보인다고 설명합니다. Transmission-rate experiment는 training에 없던 5.5, 8.5, 11.5 Mbps conditions를 test합니다. 이러한 문장은 각 figure의 simulator 조건을 벗어나 일반적인 guarantee로 바꾸면 안 됩니다.
공개 출처
arxiv | pp. 9-10, Figs. 6-8
Authors' public manuscript record, arXiv:2008.02033v5
https://arxiv.org/abs/2008.02033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Table 3 읽기: MRLCO도 optimal 값과는 차이가 남는다
발표 대본
이 표는 원문 Table 3의 Topology I row만 편집 가능한 형태로 옮긴 것입니다. Table 3은 서로 다른 topology, task count, and transmission-rate test dataset을 함께 제시하므로, 한 row의 latency를 다른 test context의 값과 직접 섞어 비교하지 않아야 합니다. Optimal column은 exhaustive search 가능 조건에서만 존재하며 n=30과 n=40은 N/A입니다. MRLCO의 이점은 original table에서 baseline보다 낮은 conditional latency이지 optimality proof가 아닙니다.
공개 출처
arxiv | p. 10, Table 3
Authors' public manuscript record, arXiv:2008.02033v5
https://arxiv.org/abs/2008.02033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일반 DRL·DMRO·MRLCO의 문제 설정 차이
발표 대본
이 비교는 각 원문이 정의한 formulation에 한정합니다. DMRO는 local, edge, cloud의 세 위치와 parallel Q-learning DNN을 사용하며 meta parameter psi를 학습합니다. MRLCO는 binary UE versus MEC placement, PPO inner loop, first-order outer meta update, DAG seq2seq policy를 사용합니다. 일반 DRL은 하나의 stationary environment에서 policy를 training하고 새로운 context에서 full retraining 또는 fine-tuning을 요구할 수 있다는 논문의 대비 대상입니다.
공개 출처
dmro-paper | arXiv:2008.09930v1, pp. 3-8, Eqs. (1)-(22), Algorithms 1-2
DMRO primary manuscript, arXiv:2008.09930v1
https://arxiv.org/abs/2008.09930
arxiv | pp. 1-3, 5-8
Authors' public manuscript record, arXiv:2008.02033v5
https://arxiv.org/abs/2008.02033
ieee | abstract and §4
IEEE Transactions on Parallel and Distributed Systems paper record
https://doi.org/10.1109/TPDS.2020.3014896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논문이 남긴 가정과 한계
발표 대본
논문의 Discussion은 stable wireless channel, reliable mobile device, sufficient computation resource를 가정한다고 밝힙니다. Outer loop는 모든 UE로부터 task-specific parameter를 모은 뒤 meta policy를 갱신하는 synchronous process이므로, network connection이나 power 부족으로 발생한 straggler가 training performance에 영향을 줄 수 있다고 설명합니다. 또한 first-order approximation은 second-order gradient의 computation cost와 implementation difficulty를 피하기 위한 선택입니다.
공개 출처
arxiv | pp. 7-8, §4.3; pp. 10-11, §7
Authors' public manuscript record, arXiv:2008.02033v5
https://arxiv.org/abs/2008.02033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MRLCO의 핵심 연결
발표 대본
정리하면, MRLCO는 dependency가 있는 DAG를 rank 순서의 decision sequence로 표현하고 seq2seq policy로 local/offload placement를 만듭니다. 새 context에서는 meta initialization θ에서 시작한 inner PPO update가 θ_i를 만들며, outer loop는 많은 context에서 그 시작점을 개선합니다. 실험은 held-out topology, task count, and transmission-rate context에서 낮은 latency와 빠른 adaptation을 보고하지만, 그 결과는 source의 synthetic simulator와 stated assumptions 안에서 해석해야 합니다.
공개 출처
arxiv | pp. 1-11, §§1-8
Authors' public manuscript record, arXiv:2008.02033v5
https://arxiv.org/abs/2008.02033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MRLCO: 변화하는 MEC에서 빠르게 적응하는 DAG 오프로딩</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Fast Adaptive Task Offloading in Edge Computing based on Meta Reinforcement Learning</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Jin Wang, Jia Hu, Geyong Min, Albert Y. Zomaya, Nektarios Georgalas (2020)</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메타 정책으로 시작하고, 새 환경에서는 적은 경험으로 task별 policy를 조정한다</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ieee title, abstract; arxiv title page, v5</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환경이 바뀌면 기존 DRL policy가 다시 학습해야 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DAG 형태, task 수, 전송률이 달라지면 한 환경에 맞춘 policy의 표본 효율이 낮아진다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새 MEC 맥락</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DAG 또는 전송률이 달라진다</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일반 DRL</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새 data로 policy를 오래 조정한다</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MRLCO의 준비</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맥락에서 meta 초기값을 학습한다</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새 맥락 적응</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작은 sample과 update로 task별 policy를 만든다</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목표는 매 환경의 즉시 정답이 아니라 새 환경에서 빠르게 유용해지는 초기 policy다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1-2,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DAG 오프로딩은 의존성을 지키며 task를 배치하는 문제다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child task는 모든 parent task가 끝난 뒤에만 실행할 수 있다</a:t>
            </a:r>
            <a:endParaRPr lang="en-US" sz="1900" dirty="0"/>
          </a:p>
        </p:txBody>
      </p:sp>
      <p:sp>
        <p:nvSpPr>
          <p:cNvPr id="4" name="mechanism-lane-schedul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한 application DAG</a:t>
            </a:r>
            <a:endParaRPr lang="en-US" sz="1250" dirty="0"/>
          </a:p>
        </p:txBody>
      </p:sp>
      <p:sp>
        <p:nvSpPr>
          <p:cNvPr id="5" name="mechanism-edge-dag-rank-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rank-pick-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pick-finish-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dag"/>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DAG 입력</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task와 dependency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CPU cycle, data 크기</a:t>
            </a:r>
            <a:endParaRPr lang="en-US" sz="1150" dirty="0"/>
          </a:p>
        </p:txBody>
      </p:sp>
      <p:sp>
        <p:nvSpPr>
          <p:cNvPr id="9" name="mechanism-node-rank"/>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rank 순서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parent가 child보다</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먼저 오도록 정렬</a:t>
            </a:r>
            <a:endParaRPr lang="en-US" sz="1150" dirty="0"/>
          </a:p>
        </p:txBody>
      </p:sp>
      <p:sp>
        <p:nvSpPr>
          <p:cNvPr id="10" name="mechanism-node-decision"/>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각 task 배치</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UE local 또는</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MEC offload</a:t>
            </a:r>
            <a:endParaRPr lang="en-US" sz="1150" dirty="0"/>
          </a:p>
        </p:txBody>
      </p:sp>
      <p:sp>
        <p:nvSpPr>
          <p:cNvPr id="11" name="mechanism-node-finish"/>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종료 시각</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resource와</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선행 task 완료 고려</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순차 decoder가 결정을 내리더라도, 그 순서는 DAG의 dependency를 보존해야 한다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3-6, Eqs. 5-11</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local과 offload의 latency는 같은 task에도 달라진다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offload는 uplink, VM 실행, downlink를 거치며 parent와 resource의 완료 시각도 기다린다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848104"/>
                <a:gridCol w="2717800"/>
                <a:gridCol w="2609088"/>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배치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계산 시간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통신 시간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종료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UE local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 cycles ÷ fUE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parent 완료와 UE 가용 시각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MEC offload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CPU cycles ÷ fVM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uplink + downlink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parent, 무선, VM 가용 시각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DAG 전체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task 종료 시각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dependency 간 data 이동</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exit task 중 가장 늦은 종료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빠른 VM만으로 offload를 정할 수 없고, 통신과 선행 task 완료를 함께 계산해야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3-4, Eqs. 4-8</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강의용 계산 예시: 전송률이 바뀌면 선택도 바뀐다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 수치는 원문 실험값이 아니라 latency 모델을 재계산하는 예시다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parent A 완료</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A가 4 ms에 local에서 끝난다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B를 local</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20 ms 계산으로 B는 24 ms에 끝난다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B를 offload</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3 ms uplink + 2 ms VM + 1 ms downlink</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첫 조건의 선택</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B는 10 ms에 끝나므로 offload가 빠르다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낮은 전송률</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uplink가 25 ms면 32 ms가 되어 local이 빠르다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같은 DAG에서도 wireless condition이 달라지면 local과 offload의 상대 비용이 바뀐다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3-4, Eqs. 4-8</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MRLCO의 MDP: 상태는 DAG와 지금까지의 배치다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한 learning task는 하나의 MEC 맥락에서 policy를 학습하는 MDP다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348480"/>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논문의 정의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왜 필요한가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encoded DAG와 partial plan A1:i</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앞선 배치가 resource 가용 시각을 바꾼다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action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다음 task의 UE local 또는 MEC offload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실행 경로 중 하나를 선택한다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reward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결정 뒤 늘어난 end-to-end latency의 음수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짧은 전체 latency를 선호한다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learning task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DAG 집합 또는 rate 맥락의 MDP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맥락에서 meta policy를 학습한다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computation task와 learning task를 구분해야 메타 학습의 대상이 선명해진다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2-3, §2.2-2.3; pp. 5-6, §4.2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seq2seq: DAG를 action 순서로 바꾸는 policy</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encoder는 task embedding을 읽고, attention decoder는 이전 action을 참고해 다음 action을 만든다</a:t>
            </a:r>
            <a:endParaRPr lang="en-US" sz="1900" dirty="0"/>
          </a:p>
        </p:txBody>
      </p:sp>
      <p:sp>
        <p:nvSpPr>
          <p:cNvPr id="4" name="mechanism-lane-policy"/>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DAG policy</a:t>
            </a:r>
            <a:endParaRPr lang="en-US" sz="1250" dirty="0"/>
          </a:p>
        </p:txBody>
      </p:sp>
      <p:sp>
        <p:nvSpPr>
          <p:cNvPr id="5" name="mechanism-edge-e-enc-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nc-dec-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dec-head-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embed"/>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task embedding</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task profile과</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DAG 구조를 입력</a:t>
            </a:r>
            <a:endParaRPr lang="en-US" sz="1150" dirty="0"/>
          </a:p>
        </p:txBody>
      </p:sp>
      <p:sp>
        <p:nvSpPr>
          <p:cNvPr id="9" name="mechanism-node-encoder"/>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LSTM encoder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rank 순서의</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representation 생성</a:t>
            </a:r>
            <a:endParaRPr lang="en-US" sz="1150" dirty="0"/>
          </a:p>
        </p:txBody>
      </p:sp>
      <p:sp>
        <p:nvSpPr>
          <p:cNvPr id="10" name="mechanism-node-decoder"/>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attention decoder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이전 action과</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context를 결합</a:t>
            </a:r>
            <a:endParaRPr lang="en-US" sz="1150" dirty="0"/>
          </a:p>
        </p:txBody>
      </p:sp>
      <p:sp>
        <p:nvSpPr>
          <p:cNvPr id="11" name="mechanism-node-head"/>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policy와 value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다음 배치 확률과</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value estimate 출력</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decoder가 각 action을 따로 고르는 것이 아니라, 앞선 placement와 DAG context를 함께 본다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6-7, Eqs. 11-15 and Fig. 4</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PPO inner loop: 새 MEC context 적응</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UE는 meta 초기값에서 시작해 local trajectory로 소수의 policy update를 수행한다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초기값</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meta parameter θ를 UE가 받는다</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trajectory</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sample policy로 DAG 배치 경험을 모은다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PPO 목적</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clipped policy objective와 value loss를 계산한다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m회 update</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Adam으로 task-specific θ_i를 만든다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scheduler</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학습된 policy로 DAG placement를 추론한다</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inner loop는 새 learning task의 policy를 학습하는 단계이며, meta-training 자체가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7-8, Eqs. 16-20; p. 8, Table 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first-order meta: 여러 context의 초기값 갱신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Eq. (22)는 sampled context의 (θ′_i − θ)/(αm)을 평균내어 θ를 Adam으로 갱신한다</a:t>
            </a:r>
            <a:endParaRPr lang="en-US" sz="1900" dirty="0"/>
          </a:p>
        </p:txBody>
      </p:sp>
      <p:sp>
        <p:nvSpPr>
          <p:cNvPr id="4" name="mechanism-lane-meta"/>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meta training</a:t>
            </a:r>
            <a:endParaRPr lang="en-US" sz="1250" dirty="0"/>
          </a:p>
        </p:txBody>
      </p:sp>
      <p:sp>
        <p:nvSpPr>
          <p:cNvPr id="5" name="mechanism-edge-ctx-start-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start-adapt-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adapt-update-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contexts"/>
          <p:cNvSpPr txBox="1"/>
          <p:nvPr/>
        </p:nvSpPr>
        <p:spPr>
          <a:xfrm>
            <a:off x="1739900" y="3359150"/>
            <a:ext cx="207010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sampled contexts</a:t>
            </a:r>
            <a:endParaRPr lang="en-US" sz="1150" dirty="0"/>
          </a:p>
        </p:txBody>
      </p:sp>
      <p:sp>
        <p:nvSpPr>
          <p:cNvPr id="9" name="mechanism-node-contexts-queue-1"/>
          <p:cNvSpPr/>
          <p:nvPr/>
        </p:nvSpPr>
        <p:spPr>
          <a:xfrm>
            <a:off x="1739900" y="36131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DAG context 1</a:t>
            </a:r>
            <a:endParaRPr lang="en-US" sz="950" dirty="0"/>
          </a:p>
        </p:txBody>
      </p:sp>
      <p:sp>
        <p:nvSpPr>
          <p:cNvPr id="10" name="mechanism-node-contexts-queue-2"/>
          <p:cNvSpPr/>
          <p:nvPr/>
        </p:nvSpPr>
        <p:spPr>
          <a:xfrm>
            <a:off x="1739900" y="38036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DAG context 2</a:t>
            </a:r>
            <a:endParaRPr lang="en-US" sz="950" dirty="0"/>
          </a:p>
        </p:txBody>
      </p:sp>
      <p:sp>
        <p:nvSpPr>
          <p:cNvPr id="11" name="mechanism-node-contexts-queue-3"/>
          <p:cNvSpPr/>
          <p:nvPr/>
        </p:nvSpPr>
        <p:spPr>
          <a:xfrm>
            <a:off x="1739900" y="3994150"/>
            <a:ext cx="207010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rate context 3</a:t>
            </a:r>
            <a:endParaRPr lang="en-US" sz="950" dirty="0"/>
          </a:p>
        </p:txBody>
      </p:sp>
      <p:sp>
        <p:nvSpPr>
          <p:cNvPr id="12" name="mechanism-node-start"/>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공통 초기값 θ</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각 context의</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inner loop 시작점</a:t>
            </a:r>
            <a:endParaRPr lang="en-US" sz="1150" dirty="0"/>
          </a:p>
        </p:txBody>
      </p:sp>
      <p:sp>
        <p:nvSpPr>
          <p:cNvPr id="13" name="mechanism-node-adapt"/>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적응 결과 θ′_i</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각 context에서 m회</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PPO update 후의 값</a:t>
            </a:r>
            <a:endParaRPr lang="en-US" sz="1150" dirty="0"/>
          </a:p>
        </p:txBody>
      </p:sp>
      <p:sp>
        <p:nvSpPr>
          <p:cNvPr id="14" name="mechanism-node-meta-update"/>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outer update</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mean (θ′_i−θ)/(αm)</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Adam θ update</a:t>
            </a:r>
            <a:endParaRPr lang="en-US" sz="1150" dirty="0"/>
          </a:p>
        </p:txBody>
      </p:sp>
      <p:sp>
        <p:nvSpPr>
          <p:cNvPr id="15" name="Shape 13"/>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6" name="Text 14"/>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outer loop는 새 context의 빠른 적응을 위한 θ를 학습한다</a:t>
            </a:r>
            <a:endParaRPr lang="en-US" sz="1750" dirty="0"/>
          </a:p>
        </p:txBody>
      </p:sp>
      <p:sp>
        <p:nvSpPr>
          <p:cNvPr id="17" name="Shape 15"/>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8" name="Text 16"/>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7-8, Eqs. 21-22 and Algorithm 1</a:t>
            </a:r>
            <a:endParaRPr lang="en-US" sz="1050" dirty="0"/>
          </a:p>
        </p:txBody>
      </p:sp>
      <p:sp>
        <p:nvSpPr>
          <p:cNvPr id="19" name="Text 17"/>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meta-training과 새 환경 적응의 차이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학습 대상은 둘 다 policy parameter이지만 입력 데이터와 목적이 다르다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policy 구조</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DAG seq2seq policy와 value head</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outer meta-training</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여러 MDP context의 적응 결과로 θ 갱신</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inner adaptation</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한 새 context의 local trajectory로 θ_i 조정</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재사용되는 초기값</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outer θ를 새 inner loop</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시작점으로 재사용</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새 DAG 배치</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θ_i로 DAG action</a:t>
            </a:r>
            <a:endParaRPr lang="en-US" sz="1500" dirty="0"/>
          </a:p>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sequence를 결정</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2-3, §2.3; pp. 5, 7-8, §4.1-4.3</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평가 조건: synthetic DAG와 held-out learning task</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결과는 이 simulator, update 수, test context에서만 읽어야 한다</a:t>
            </a:r>
            <a:endParaRPr lang="en-US" sz="1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1956816"/>
                <a:gridCol w="4348480"/>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발표에서 유지할 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컴퓨팅</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UE 1 GHz, VM 10 GHz</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단말의 training latency를 뜻하지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data 5–50 KB, work 10^7–10^8 cycles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synthetic workload 조건이다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학습</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LSTM 2층, 256 units, inner m=3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특정 architecture와 hyperparameter다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test context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held-out topology, task number, rate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MEC 환경 일반화 증명은 아니다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latency 수치와 adaptation 속도는 source가 정의한 synthetic MEC context에서의 비교 결과다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 8, Table 2 and §5.2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적응 결과: update 수와 test context</a:t>
            </a:r>
            <a:endParaRPr lang="en-US" sz="3100" dirty="0"/>
          </a:p>
        </p:txBody>
      </p:sp>
      <p:sp>
        <p:nvSpPr>
          <p:cNvPr id="3" name="Text 1"/>
          <p:cNvSpPr txBox="1"/>
          <p:nvPr/>
        </p:nvSpPr>
        <p:spPr>
          <a:xfrm>
            <a:off x="838200" y="17399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Topology I에서는 MRLCO가 9회 update 뒤 HEFT-based 방법보다 낮은 latency를 보였다고 원문이 설명한다.</a:t>
            </a:r>
            <a:endParaRPr lang="en-US" sz="2000" dirty="0"/>
          </a:p>
        </p:txBody>
      </p:sp>
      <p:sp>
        <p:nvSpPr>
          <p:cNvPr id="4" name="Shape 2"/>
          <p:cNvSpPr/>
          <p:nvPr/>
        </p:nvSpPr>
        <p:spPr>
          <a:xfrm>
            <a:off x="838200" y="2476500"/>
            <a:ext cx="10693400" cy="0"/>
          </a:xfrm>
          <a:prstGeom prst="line">
            <a:avLst/>
          </a:prstGeom>
          <a:noFill/>
          <a:ln w="12700">
            <a:solidFill>
              <a:srgbClr val="C9D8D4"/>
            </a:solidFill>
            <a:prstDash val="solid"/>
            <a:headEnd type="none"/>
            <a:tailEnd type="none"/>
          </a:ln>
        </p:spPr>
        <p:txBody>
          <a:bodyPr/>
          <a:lstStyle/>
          <a:p>
            <a:endParaRPr lang="ko-KR"/>
          </a:p>
        </p:txBody>
      </p:sp>
      <p:sp>
        <p:nvSpPr>
          <p:cNvPr id="5" name="Text 3"/>
          <p:cNvSpPr txBox="1"/>
          <p:nvPr/>
        </p:nvSpPr>
        <p:spPr>
          <a:xfrm>
            <a:off x="838200" y="25146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Task 수 n=30의 그림에서는 한 번의 update 뒤 latency가 크게 낮아졌고, 20회 뒤 MRLCO가 표시된 baseline 중 가장 낮았다.</a:t>
            </a:r>
            <a:endParaRPr lang="en-US" sz="2000" dirty="0"/>
          </a:p>
        </p:txBody>
      </p:sp>
      <p:sp>
        <p:nvSpPr>
          <p:cNvPr id="6" name="Shape 4"/>
          <p:cNvSpPr/>
          <p:nvPr/>
        </p:nvSpPr>
        <p:spPr>
          <a:xfrm>
            <a:off x="838200" y="3251200"/>
            <a:ext cx="10693400" cy="0"/>
          </a:xfrm>
          <a:prstGeom prst="line">
            <a:avLst/>
          </a:prstGeom>
          <a:noFill/>
          <a:ln w="12700">
            <a:solidFill>
              <a:srgbClr val="C9D8D4"/>
            </a:solidFill>
            <a:prstDash val="solid"/>
            <a:headEnd type="none"/>
            <a:tailEnd type="none"/>
          </a:ln>
        </p:spPr>
        <p:txBody>
          <a:bodyPr/>
          <a:lstStyle/>
          <a:p>
            <a:endParaRPr lang="ko-KR"/>
          </a:p>
        </p:txBody>
      </p:sp>
      <p:sp>
        <p:nvSpPr>
          <p:cNvPr id="7" name="Text 5"/>
          <p:cNvSpPr txBox="1"/>
          <p:nvPr/>
        </p:nvSpPr>
        <p:spPr>
          <a:xfrm>
            <a:off x="838200" y="32893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보지 못한 5.5, 8.5, 11.5 Mbps rate에서도 20회 update 뒤 MRLCO가 가장 낮은 latency를 보였다고 보고한다.</a:t>
            </a:r>
            <a:endParaRPr lang="en-US" sz="2000" dirty="0"/>
          </a:p>
        </p:txBody>
      </p:sp>
      <p:sp>
        <p:nvSpPr>
          <p:cNvPr id="8" name="Shape 6"/>
          <p:cNvSpPr/>
          <p:nvPr/>
        </p:nvSpPr>
        <p:spPr>
          <a:xfrm>
            <a:off x="838200" y="4025900"/>
            <a:ext cx="106934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838200" y="40640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이 관찰은 held-out synthetic test context의 plot 결과이며, 보편적인 update 횟수 보장은 아니다.</a:t>
            </a:r>
            <a:endParaRPr lang="en-US" sz="2000" dirty="0"/>
          </a:p>
        </p:txBody>
      </p:sp>
      <p:sp>
        <p:nvSpPr>
          <p:cNvPr id="10" name="Shape 8"/>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1" name="Text 9"/>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fast adaptation은 적은 update 뒤 낮아지는 실험 결과다</a:t>
            </a:r>
            <a:endParaRPr lang="en-US" sz="1750" dirty="0"/>
          </a:p>
        </p:txBody>
      </p:sp>
      <p:sp>
        <p:nvSpPr>
          <p:cNvPr id="12" name="Shape 1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3" name="Text 1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9-10, Figs. 6-8</a:t>
            </a:r>
            <a:endParaRPr lang="en-US" sz="1050" dirty="0"/>
          </a:p>
        </p:txBody>
      </p:sp>
      <p:sp>
        <p:nvSpPr>
          <p:cNvPr id="14" name="Text 1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Table 3 읽기: MRLCO도 optimal 값과는 차이가 남는다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아래는 held-out Topology I의 average latency 밀리초를 같은 표에서 비교한 값이다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2391664"/>
                <a:gridCol w="2391664"/>
                <a:gridCol w="34787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20 updates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100 updates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비교 기준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Optimal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679.31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679.31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exhaustive search</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HEFT-based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800.75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800.75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heuristic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Fine-tuning DRL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812.32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789.92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pretrained 뒤 새 task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MRLCO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791.03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722.63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meta 초기값 뒤 새 task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Topology I에서 MRLCO는 fine-tuning DRL보다 낮지만, table의 optimal latency보다는 높다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 10, Table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일반 DRL·DMRO·MRLCO의 문제 설정 차이</a:t>
            </a:r>
            <a:endParaRPr lang="en-US" sz="3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60400" y="1676400"/>
          <a:ext cx="10871200" cy="3721100"/>
        </p:xfrm>
        <a:graphic>
          <a:graphicData uri="http://schemas.openxmlformats.org/drawingml/2006/table">
            <a:tbl>
              <a:tblPr/>
              <a:tblGrid>
                <a:gridCol w="2174240"/>
                <a:gridCol w="2717800"/>
                <a:gridCol w="2935224"/>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일반 DRL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DMRO</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MRLCO</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placement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source마다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local, edge, cloud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UE local 또는 MEC</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inner learner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맥락의 RL policy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parallel Q-learning DNN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PPO policy/value seq2seq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meta 역할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보통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환경 간 초기값 ψ</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MDP distribution의 초기값 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문제별 상이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dependent workflow sequence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DAG와 dependency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4516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근거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source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plot 기반 portability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held-out adaptation plots와 Table 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4" name="Shape 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5" name="Text 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MRLCO를 DMRO Q-learning이나 단순 pretraining과 혼동하면 안 된다</a:t>
            </a:r>
            <a:endParaRPr lang="en-US" sz="1750" dirty="0"/>
          </a:p>
        </p:txBody>
      </p:sp>
      <p:sp>
        <p:nvSpPr>
          <p:cNvPr id="6" name="Shape 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7" name="Text 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dmro-paper arXiv:2008.09930v1, pp. 3-8, Eqs. (1)-(22), Algorithms 1-2; arxiv pp. 1-3, 5-8; ieee abstract and §4</a:t>
            </a:r>
            <a:endParaRPr lang="en-US" sz="1050" dirty="0"/>
          </a:p>
        </p:txBody>
      </p:sp>
      <p:sp>
        <p:nvSpPr>
          <p:cNvPr id="8" name="Text 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논문이 남긴 가정과 한계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발표의 결론은 meta-RL의 가능성이지 모든 MEC 환경에서의 무조건적 안정성이나 최적성은 아니다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4674616"/>
                <a:gridCol w="619658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 가정 또는 한계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왜 결과 해석에 중요한가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stable wireless channel, reliable UE, sufficient resource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모바일 네트워크의 변동과 고장, 자원 부족을 직접 검증하지 않는다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synchronous outer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UE parameter를 기다리면 straggler가 training을 지연시킬 수 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synthetic DAG simulator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실제 application trace와 hardware runtime을 측정한 결과는 아니다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first-order approximation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second-order MAML 비용을 줄이지만 approximation trade-off를 둔다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MRLCO는 빠른 적응을 보였지만, scale과 straggler 문제는 논문이 후속 과제로 남긴 영역이다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7-8, §4.3; pp. 10-11, §7</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MRLCO의 핵심 연결</a:t>
            </a:r>
            <a:endParaRPr lang="en-US" sz="3100" dirty="0"/>
          </a:p>
        </p:txBody>
      </p:sp>
      <p:sp>
        <p:nvSpPr>
          <p:cNvPr id="3" name="Text 1"/>
          <p:cNvSpPr txBox="1"/>
          <p:nvPr/>
        </p:nvSpPr>
        <p:spPr>
          <a:xfrm>
            <a:off x="660400" y="170180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4" name="Text 2"/>
          <p:cNvSpPr txBox="1"/>
          <p:nvPr/>
        </p:nvSpPr>
        <p:spPr>
          <a:xfrm>
            <a:off x="1397000" y="170180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DAG 상태</a:t>
            </a:r>
            <a:endParaRPr lang="en-US" sz="1900" dirty="0"/>
          </a:p>
        </p:txBody>
      </p:sp>
      <p:sp>
        <p:nvSpPr>
          <p:cNvPr id="5" name="Text 3"/>
          <p:cNvSpPr txBox="1"/>
          <p:nvPr/>
        </p:nvSpPr>
        <p:spPr>
          <a:xfrm>
            <a:off x="4152900" y="170180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dependency와 partial plan을 policy 입력으로 만든다</a:t>
            </a:r>
            <a:endParaRPr lang="en-US" sz="1650" dirty="0"/>
          </a:p>
        </p:txBody>
      </p:sp>
      <p:sp>
        <p:nvSpPr>
          <p:cNvPr id="6" name="Shape 4"/>
          <p:cNvSpPr/>
          <p:nvPr/>
        </p:nvSpPr>
        <p:spPr>
          <a:xfrm>
            <a:off x="1397000" y="2479675"/>
            <a:ext cx="10134600" cy="0"/>
          </a:xfrm>
          <a:prstGeom prst="line">
            <a:avLst/>
          </a:prstGeom>
          <a:noFill/>
          <a:ln w="12700">
            <a:solidFill>
              <a:srgbClr val="C9D8D4"/>
            </a:solidFill>
            <a:prstDash val="solid"/>
            <a:headEnd type="none"/>
            <a:tailEnd type="none"/>
          </a:ln>
        </p:spPr>
        <p:txBody>
          <a:bodyPr/>
          <a:lstStyle/>
          <a:p>
            <a:endParaRPr lang="ko-KR"/>
          </a:p>
        </p:txBody>
      </p:sp>
      <p:sp>
        <p:nvSpPr>
          <p:cNvPr id="7" name="Shape 5"/>
          <p:cNvSpPr/>
          <p:nvPr/>
        </p:nvSpPr>
        <p:spPr>
          <a:xfrm>
            <a:off x="850900" y="24923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8" name="Text 6"/>
          <p:cNvSpPr txBox="1"/>
          <p:nvPr/>
        </p:nvSpPr>
        <p:spPr>
          <a:xfrm>
            <a:off x="660400" y="267017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9" name="Text 7"/>
          <p:cNvSpPr txBox="1"/>
          <p:nvPr/>
        </p:nvSpPr>
        <p:spPr>
          <a:xfrm>
            <a:off x="1397000" y="267017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seq2seq scheduling</a:t>
            </a:r>
            <a:endParaRPr lang="en-US" sz="1900" dirty="0"/>
          </a:p>
        </p:txBody>
      </p:sp>
      <p:sp>
        <p:nvSpPr>
          <p:cNvPr id="10" name="Text 8"/>
          <p:cNvSpPr txBox="1"/>
          <p:nvPr/>
        </p:nvSpPr>
        <p:spPr>
          <a:xfrm>
            <a:off x="4152900" y="267017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parent를 앞에 두고 local/offload action을 생성한다</a:t>
            </a:r>
            <a:endParaRPr lang="en-US" sz="1650" dirty="0"/>
          </a:p>
        </p:txBody>
      </p:sp>
      <p:sp>
        <p:nvSpPr>
          <p:cNvPr id="11" name="Shape 9"/>
          <p:cNvSpPr/>
          <p:nvPr/>
        </p:nvSpPr>
        <p:spPr>
          <a:xfrm>
            <a:off x="1397000" y="3448050"/>
            <a:ext cx="10134600" cy="0"/>
          </a:xfrm>
          <a:prstGeom prst="line">
            <a:avLst/>
          </a:prstGeom>
          <a:noFill/>
          <a:ln w="12700">
            <a:solidFill>
              <a:srgbClr val="C9D8D4"/>
            </a:solidFill>
            <a:prstDash val="solid"/>
            <a:headEnd type="none"/>
            <a:tailEnd type="none"/>
          </a:ln>
        </p:spPr>
        <p:txBody>
          <a:bodyPr/>
          <a:lstStyle/>
          <a:p>
            <a:endParaRPr lang="ko-KR"/>
          </a:p>
        </p:txBody>
      </p:sp>
      <p:sp>
        <p:nvSpPr>
          <p:cNvPr id="12" name="Shape 10"/>
          <p:cNvSpPr/>
          <p:nvPr/>
        </p:nvSpPr>
        <p:spPr>
          <a:xfrm>
            <a:off x="850900" y="34607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3" name="Text 11"/>
          <p:cNvSpPr txBox="1"/>
          <p:nvPr/>
        </p:nvSpPr>
        <p:spPr>
          <a:xfrm>
            <a:off x="660400" y="3638550"/>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4" name="Text 12"/>
          <p:cNvSpPr txBox="1"/>
          <p:nvPr/>
        </p:nvSpPr>
        <p:spPr>
          <a:xfrm>
            <a:off x="1397000" y="3638550"/>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inner adaptation</a:t>
            </a:r>
            <a:endParaRPr lang="en-US" sz="1900" dirty="0"/>
          </a:p>
        </p:txBody>
      </p:sp>
      <p:sp>
        <p:nvSpPr>
          <p:cNvPr id="15" name="Text 13"/>
          <p:cNvSpPr txBox="1"/>
          <p:nvPr/>
        </p:nvSpPr>
        <p:spPr>
          <a:xfrm>
            <a:off x="4152900" y="3638550"/>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새 MEC context에서 PPO로 θ_i를 조정한다</a:t>
            </a:r>
            <a:endParaRPr lang="en-US" sz="1650" dirty="0"/>
          </a:p>
        </p:txBody>
      </p:sp>
      <p:sp>
        <p:nvSpPr>
          <p:cNvPr id="16" name="Shape 14"/>
          <p:cNvSpPr/>
          <p:nvPr/>
        </p:nvSpPr>
        <p:spPr>
          <a:xfrm>
            <a:off x="1397000" y="4416425"/>
            <a:ext cx="10134600" cy="0"/>
          </a:xfrm>
          <a:prstGeom prst="line">
            <a:avLst/>
          </a:prstGeom>
          <a:noFill/>
          <a:ln w="12700">
            <a:solidFill>
              <a:srgbClr val="C9D8D4"/>
            </a:solidFill>
            <a:prstDash val="solid"/>
            <a:headEnd type="none"/>
            <a:tailEnd type="none"/>
          </a:ln>
        </p:spPr>
        <p:txBody>
          <a:bodyPr/>
          <a:lstStyle/>
          <a:p>
            <a:endParaRPr lang="ko-KR"/>
          </a:p>
        </p:txBody>
      </p:sp>
      <p:sp>
        <p:nvSpPr>
          <p:cNvPr id="17" name="Shape 15"/>
          <p:cNvSpPr/>
          <p:nvPr/>
        </p:nvSpPr>
        <p:spPr>
          <a:xfrm>
            <a:off x="850900" y="44291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8" name="Text 16"/>
          <p:cNvSpPr txBox="1"/>
          <p:nvPr/>
        </p:nvSpPr>
        <p:spPr>
          <a:xfrm>
            <a:off x="660400" y="4606925"/>
            <a:ext cx="571500" cy="7651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19" name="Text 17"/>
          <p:cNvSpPr txBox="1"/>
          <p:nvPr/>
        </p:nvSpPr>
        <p:spPr>
          <a:xfrm>
            <a:off x="1397000" y="4606925"/>
            <a:ext cx="2603500" cy="7651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outer meta-learning</a:t>
            </a:r>
            <a:endParaRPr lang="en-US" sz="1900" dirty="0"/>
          </a:p>
        </p:txBody>
      </p:sp>
      <p:sp>
        <p:nvSpPr>
          <p:cNvPr id="20" name="Text 18"/>
          <p:cNvSpPr txBox="1"/>
          <p:nvPr/>
        </p:nvSpPr>
        <p:spPr>
          <a:xfrm>
            <a:off x="4152900" y="4606925"/>
            <a:ext cx="7378700" cy="7651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여러 context의 적응 결과로 다음 θ를 개선한다</a:t>
            </a:r>
            <a:endParaRPr lang="en-US" sz="1650" dirty="0"/>
          </a:p>
        </p:txBody>
      </p:sp>
      <p:sp>
        <p:nvSpPr>
          <p:cNvPr id="21" name="Shape 19"/>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2" name="Shape 2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3" name="Text 2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DAG-aware policy와 meta 초기값으로 새 context 적응을 빠르게 한다</a:t>
            </a:r>
            <a:endParaRPr lang="en-US" sz="1750" dirty="0"/>
          </a:p>
        </p:txBody>
      </p:sp>
      <p:sp>
        <p:nvSpPr>
          <p:cNvPr id="24" name="Shape 2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5" name="Text 2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arxiv pp. 1-11, §§1-8</a:t>
            </a:r>
            <a:endParaRPr lang="en-US" sz="1050" dirty="0"/>
          </a:p>
        </p:txBody>
      </p:sp>
      <p:sp>
        <p:nvSpPr>
          <p:cNvPr id="26" name="Text 2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MRLCO: 변화하는 MEC에서 빠르게 적응하는 DAG 오프로딩</dc:title>
  <dc:subject>Fast Adaptive Task Offloading in Edge Computing based on Meta Reinforcement Learning</dc:subject>
  <dc:creator>Research Seminars</dc:creator>
  <cp:lastModifiedBy>Research Seminars</cp:lastModifiedBy>
  <cp:revision>1</cp:revision>
  <dcterms:created xsi:type="dcterms:W3CDTF">2026-09-12T05:10:31Z</dcterms:created>
  <dcterms:modified xsi:type="dcterms:W3CDTF">2026-09-12T05:10:31Z</dcterms:modified>
</cp:coreProperties>
</file>