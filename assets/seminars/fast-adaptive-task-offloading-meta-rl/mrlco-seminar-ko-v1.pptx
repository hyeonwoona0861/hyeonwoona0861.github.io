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E5286AE0-20D1-4A7D-9DE3-7A361B84FE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MRLCO: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빠르게 적응하는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왜 필요한지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오프로딩을 어떻게 순차 의사결정으로 바꾸는지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메타 학습과 일반적인 온라인 강화학습이 어디에서 다른지를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용어는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meta-RL learning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구분해서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computation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정점이고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learning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맥락에서 정책을 배울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Parallel and Distributed Systems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https://doi.org/10.1109/TPDS.2020.3014896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title page, 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2E3CFC-2ABF-4778-A372-99A5366581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환경이 바뀌면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다시 학습해야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 방법이 새로운 환경에서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efficiency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학습해야 한다고 문제를 제기합니다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맥락에서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맥락에서 소수의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task-specific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얻으려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새 맥락은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집합이나 전송률 조건이 달라진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1-2,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4F71A5-532C-4FF7-B375-059E30D977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오프로딩은 의존성을 지키며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배치하는 문제다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간선은 선행 관계입니다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내림차순으로 정렬되어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먼저 배치됩니다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 덕분에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placement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finish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누적할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3-6, Eqs. 5-11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04FB64-0622-478B-8B9A-554AC9FBDC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Offload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data transmission, MEC VM computation, downlink result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finish-time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finish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비는 시각의 최댓값을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exit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finish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3-4, Eqs. 4-8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D2EAD1-EA66-442C-9D2C-BD685CA5BE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계산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전송률이 바뀌면 선택도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설명하기 위해 만든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remote compute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million cycles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GHz VM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조건에서는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3+2+1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더해져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길어지면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remote total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이와 같은 시스템 상태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3-4, Eqs. 4-8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11727A-06F6-4FF7-9D44-3EBB4B9E46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지금까지의 배치다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 Ti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distribution rho(T)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샘플됩니다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encoded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placement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증가한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음수입니다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transition, initial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2-3, §2.2-2.3; pp. 5-6,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2405A67-B24C-4DCE-9726-642788B07C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seq2seq: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순서로 바꾸는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seq2seq 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가중합으로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state, attention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6-7, Eqs. 11-15 and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927745-8EAA-420D-9213-D706D5CDBC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PPO inner loop: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context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Sample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clipped surrogate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value-function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5e-4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step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학습이 끝난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probability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7-8, Eqs. 16-20; p. 8,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C4688B-0A82-4930-B1A7-32ADC57799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first-order meta: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초기값 갱신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distribution rho(T)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샘플하고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초기화해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PPO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Inner loop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θ′_i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(22)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first-order meta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sampled contexts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(θ′_i − θ)/(αm)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평균낸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gradients of gradients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비용을 줄이기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first-order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outer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g_MRLCO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7-8, Eqs. 21-22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743E2C-35DB-40FF-AA48-AC8D63AE0B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meta-training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새 환경 적응의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분기 그림을 비교 장식으로 쓰는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흐름을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Meta-training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업데이트합니다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New context adaptation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Fine-tuning 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pretrained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시작점으로 쓸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post-update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목표로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구성한다는 점에서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2-3, §2.3; pp. 5, 7-8, §4.1-4.3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FA55EA-4B7A-4400-9B88-6DB7C43CD4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조건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synthetic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held-out learning task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two-layer LSTM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UE CPU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VM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2.5-GHz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data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KB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KB, CPU cycles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10^7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10^8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분리했고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topology, task number, transmission 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Table 2 and §5.2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267225-70E0-4A0C-97E4-6D4220759B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적응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context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steps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가로축으로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 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HEFT-based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좋아진다고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n=30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MRLCO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급격히 낮아지고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20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가장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보인다고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Transmission-rate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없던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5.5, 8.5, 11.5 Mbps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이러한 문장은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벗어나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9-10, Figs. 6-8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9E06BB-1687-4377-96EE-14AE55016B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Table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값과는 차이가 남는다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 I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편집 가능한 형태로 옮긴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topology, task count, and transmission-rate test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제시하므로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값과 직접 섞어 비교하지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Optimal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exhaustive search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 조건에서만 존재하며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N/A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conditional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optimality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10,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77BCB5-F0B8-44ED-B14B-FF570AD624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DRL·DMRO·MRLCO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문제 설정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각 원문이 정의한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한정합니다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local, edge,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위치와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 Q-learning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parameter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UE versus MEC placement, PPO inner loop, first-order outer meta update, DAG seq2seq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retraining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요구할 수 있다는 논문의 대비 대상입니다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arXiv:2008.09930v1, pp. 3-8, Eqs. (1)-(22),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primary manuscript, arXiv:2008.09930v1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1-3, 5-8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abstract and §4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Parallel and Distributed Systems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https://doi.org/10.1109/TPDS.2020.3014896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32FB87-5EEE-4190-93BD-A689120816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남긴 가정과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stable wireless channel, reliable mobile device, sufficient computation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가정한다고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Outer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task-specific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synchronous process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network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부족으로 발생한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straggler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영향을 줄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first-order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difficulty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피하기 위한 선택입니다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7-8, §4.3; pp. 10-11, §7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FBC35D-4856-463C-8600-B1C05B5329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MRLCO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seq2seq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local/offload 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initialization 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PPO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outer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그 시작점을 개선합니다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held-out topology, task count, and transmission-rate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assumptions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해석해야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1-11, §§1-8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arXiv:2008.02033v5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https://arxiv.org/abs/2008.02033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BD782F-FC69-48B7-92CD-81DB59C2DB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MRLCO: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변화하는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빠르게 적응하는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Fast Adaptive Task Offloading in Edge Computing based on Meta Reinforcement Learning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Jin Wang, Jia Hu, Geyong Min, Albert Y. Zomaya, Nektarios Georgalas (2020)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메타 정책으로 시작하고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환경에서는 적은 경험으로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title, abstract; arxiv title page, v5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환경이 바뀌면 기존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DRL policy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다시 학습해야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형태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전송률이 달라지면 한 환경에 맞춘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표본 효율이 낮아진다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맥락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전송률이 달라진다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오래 조정한다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준비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맥락에서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초기값을 학습한다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맥락 적응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매 환경의 즉시 정답이 아니라 새 환경에서 빠르게 유용해지는 초기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1-2,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오프로딩은 의존성을 지키며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배치하는 문제다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child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끝난 뒤에만 실행할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schedul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application DAG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dag-rank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rank-pick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pick-finish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node-dag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cycle, data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rank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rank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오도록 정렬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decision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local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offload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finish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 시각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선행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고려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결정을 내리더라도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순서는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보존해야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3-6, Eqs. 5-11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에도 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uplink, VM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downlink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거치며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완료 시각도 기다린다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2717640"/>
                <a:gridCol w="26089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cycles ÷ fUE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가용 시각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cycles ÷ fVM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+ downlink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parent,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VM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가용 시각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시각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exit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가장 늦은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정할 수 없고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통신과 선행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완료를 함께 계산해야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3-4, Eqs. 4-8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계산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전송률이 바뀌면 선택도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수치는 원문 실험값이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latency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모델을 재계산하는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 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끝난다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 ms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24 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끝난다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 ms uplink + 2 ms VM + 1 ms downlink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조건의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 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끝나므로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빠르다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낮은 전송률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 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32 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되어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빠르다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wireless condition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달라지면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상대 비용이 바뀐다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3-4, Eqs. 4-8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지금까지의 배치다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맥락에서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encoded DAG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plan A1:i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앞선 배치가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가용 시각을 바꾼다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실행 경로 중 하나를 선택한다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뒤 늘어난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음수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선호한다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맥락의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맥락에서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학습한다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computation 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구분해야 메타 학습의 대상이 선명해진다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2-3, §2.2-2.3; pp. 5-6,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seq2seq: DAG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순서로 바꾸는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encoder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읽고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attention decoder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참고해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echanism-lane-policy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policy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mechanism-edge-e-enc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mechanism-edge-enc-dec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mechanism-edge-dec-head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mechanism-node-embed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embedding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profile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구조를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node-encoder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encoder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echanism-node-decoder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attention decoder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mechanism-node-hea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배치 확률과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estimate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고르는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context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6-7, Eqs. 11-15 and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 inner loop: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context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적응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초기값에서 시작해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trajectory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소수의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초기값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 parameter θ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받는다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 경험을 모은다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clipped policy objective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loss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task-specific θ_i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scheduler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placement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학습하는 단계이며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meta-training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7-8, Eqs. 16-20; p. 8,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first-order meta: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초기값 갱신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(22)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sampled context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(θ′_i − θ)/(αm)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평균내어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θ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mechanism-lane-meta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 training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mechanism-edge-ctx-start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mechanism-edge-start-adapt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mechanism-edge-adapt-update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mechanism-node-contexts"/>
          <p:cNvSpPr/>
          <p:nvPr/>
        </p:nvSpPr>
        <p:spPr>
          <a:xfrm>
            <a:off x="173988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sampled contexts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node-contexts-queue-1"/>
          <p:cNvSpPr/>
          <p:nvPr/>
        </p:nvSpPr>
        <p:spPr>
          <a:xfrm>
            <a:off x="173988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context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node-contexts-queue-2"/>
          <p:cNvSpPr/>
          <p:nvPr/>
        </p:nvSpPr>
        <p:spPr>
          <a:xfrm>
            <a:off x="173988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context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node-contexts-queue-3"/>
          <p:cNvSpPr/>
          <p:nvPr/>
        </p:nvSpPr>
        <p:spPr>
          <a:xfrm>
            <a:off x="173988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context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node-start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초기값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loop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mechanism-node-adapt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적응 결과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θ′_i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 update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후의 값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mechanism-node-meta-update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outer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 (θ′_i−θ)/(αm)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Adam θ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outer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빠른 적응을 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7-8, Eqs. 21-22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새 환경 적응의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대상은 둘 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이지만 입력 데이터와 목적이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seq2seq policy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head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outer meta-training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 context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적응 결과로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inner adaptation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새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trajectory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θ_i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재사용되는 초기값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outer θ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새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loop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시작점으로 재사용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θ_i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2-3, §2.3; pp. 5, 7-8, §4.1-4.3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조건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synthetic DAG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held-out learning task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결과는 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simulator, update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test context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에서만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유지할 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컴퓨팅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1 GHz, VM 10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단말의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뜻하지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5–50 KB, work 10^7–10^8 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workload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조건이다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256 units, inner m=3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held-out topology, task number,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일반화 증명은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정의한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synthetic MEC context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비교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Table 2 and §5.2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적응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update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context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838080" y="1739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Topology 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HEFT-based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방법보다 낮은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보였다고 원문이 설명한다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"/>
          <p:cNvSpPr/>
          <p:nvPr/>
        </p:nvSpPr>
        <p:spPr>
          <a:xfrm>
            <a:off x="838080" y="24764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838080" y="251460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n=30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그림에서는 한 번의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크게 낮아졌고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20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표시된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가장 낮았다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4"/>
          <p:cNvSpPr/>
          <p:nvPr/>
        </p:nvSpPr>
        <p:spPr>
          <a:xfrm>
            <a:off x="838080" y="3251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838080" y="328932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보지 못한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5.5, 8.5, 11.5 Mbps rate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낮은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보였다고 보고한다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6"/>
          <p:cNvSpPr/>
          <p:nvPr/>
        </p:nvSpPr>
        <p:spPr>
          <a:xfrm>
            <a:off x="838080" y="4025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838080" y="40640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관찰은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held-out synthetic test context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plot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보편적인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횟수 보장은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fast adaptation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낮아지는 실험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9-10, Figs. 6-8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3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MRLCO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값과는 차이가 남는다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held-out Topology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latency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밀리초를 같은 표에서 비교한 값이다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391480"/>
                <a:gridCol w="23914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updates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updates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679.31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679.31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exhaustive search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HEFT-based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Fine-tuning 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812.32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789.92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pretrained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MRLCO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791.03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722.63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초기값 뒤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Topology 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fine-tuning DRL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낮지만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table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보다는 높다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10,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DRL·DMRO·MRLCO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 설정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7" name="Table 0"/>
          <p:cNvGraphicFramePr/>
          <p:nvPr/>
        </p:nvGraphicFramePr>
        <p:xfrm>
          <a:off x="660240" y="1676520"/>
          <a:ext cx="10870920" cy="378324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29350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DMRO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MRLCO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placement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local, edge, 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inner learner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맥락의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 Q-learning DNN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PPO policy/value seq2seq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보통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간 초기값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 distribution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초기값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문제별 상이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dependent workflow 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portability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held-out adaptation plots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 Q-learning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단순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혼동하면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arXiv:2008.09930v1, pp. 3-8, Eqs. (1)-(22), Algorithms 1-2; arxiv pp. 1-3, 5-8; ieee abstract and §4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남긴 가정과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발표의 결론은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meta-RL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가능성이지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환경에서의 무조건적 안정성이나 최적성은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674600"/>
                <a:gridCol w="6196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가정 또는 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결과 해석에 중요한가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stable wireless channel, reliable UE, sufficient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모바일 네트워크의 변동과 고장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부족을 직접 검증하지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synchronous outer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기다리면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straggler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지연시킬 수 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DAG simulator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application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 runtime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측정한 결과는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first-order approximation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second-order MAML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비용을 줄이지만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approximation trade-off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빠른 적응을 보였지만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scale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straggler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논문이 후속 과제로 남긴 영역이다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7-8, §4.3; pp. 10-11, §7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MRLCO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plan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입력으로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seq2seq scheduling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앞에 두고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local/offload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생성한다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inner adaptation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context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조정한다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outer meta-learning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적응 결과로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개선한다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DAG-aware 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초기값으로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적응을 빠르게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1-11, §§1-8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2026-09-12T05:10:31Z</dcterms:created>
  <dc:creator>Research Seminars</dc:creator>
  <dc:description/>
  <dc:language>ko-KR</dc:language>
  <cp:lastModifiedBy>Research Seminars</cp:lastModifiedBy>
  <dcterms:modified xsi:type="dcterms:W3CDTF">2026-09-12T05:10:31Z</dcterms:modified>
  <cp:revision>1</cp:revision>
  <dc:subject>Fast Adaptive Task Offloading in Edge Computing based on Meta Reinforcement Learning</dc:subject>
  <dc:title>MRLCO: 변화하는 MEC에서 빠르게 적응하는 DAG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