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603C89E5-8A6A-446E-AEB6-EC7A2B53FD1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User-centric Cell-free Massive MIMO: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선택적 협력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새 알고리즘을 제안한다고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cell-free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구성하는 설계 선택과 연구 문헌을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모든 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사용자를 돕는 협력을 어떻게 사용자별로 제한하면서도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간섭 관리와 서비스 품질을 유지할 것인가입니다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title page,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|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Communications Surveys &amp; Tutorials, 24(1), 2022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https://doi.org/10.1109/COMST.2021.3135119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2E94FEF-8BED-488F-AD49-6469B80373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무엇을 종합하는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fronthaul, CSI, cluster formation, resource allocation, latency, scalability, IRS, machine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폭넓게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뒤의 표에서 서로 다른 참고문헌이 보이면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그것은 하나의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문제 유형의 지도입니다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발표의 수치와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고정한 시점의 범위로만 해석합니다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1–5, §I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BD65148-48B4-44B7-9D1E-550C296513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더 촘촘한 무선망이 자동으로 쉬워지지 않는가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densification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셀 경계의 간섭과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키운다고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Cell-free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공간적으로 분산된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협력하여 이 문제를 다루려 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사용자에 관여하면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CSI, fronthaul, computation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부담이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User-centric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협력의 범위를 사용자별로 제한하는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1–2,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8D2F01D-FB68-46F3-979F-1DD0BF621C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네 가지 용어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unit, 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잇는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user-centric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무선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한 사용자를 서비스할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없다’는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access 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관점이지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backhaul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계층이 사라졌다는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구분도 공유 정보의 양에 관한 구분입니다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2 footnote 1; p. 7, §III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E301BC-FF05-4FA3-9475-3A5E87F733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차이는 협력 집합의 범위다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기존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사용자를 서비스하는 형태로 자주 모델링되지만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 loss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기여가 작을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User-centric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방식은 이 암묵적 효과를 사용자별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serving set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제한으로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그림의 두 갈래는 두 선택지를 비교하는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 방식이 동시에 수행된다는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2, §I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993C6B-0F29-4655-92C6-ECF6FCC5610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구성한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사용자마다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원문의 실험이나 고정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재현한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large-scale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12, 8, 2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4, 10, 7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membership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사용자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사용자별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상태에 따른 선택임을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2, 17–18, §§I,V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39262C-ECF9-42F7-A0A9-F9E73E939E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CU topology: single-CU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multiple-CU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축이다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multiple-CU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single-CU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described hierarchy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multiple-CU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측면의 장점을 가질 수 있다고 정리하지만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요구를 바꿀 수도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 topology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축으로 합치면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6–7, Fig. 4 and Table 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633609-240E-4A47-95E2-EAD1245A408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Downlink delivery mode: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DU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sharing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수준으로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JT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공동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CS/CB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beamforming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Coherent JT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synchronization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non-coherent transmission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요구될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정의이지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rate ranking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7, §II-A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39F5AA-45A0-414B-A7AC-8239D2C31FA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설계 연결을 다섯 축으로 요약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organization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architecture, fronthaul, CSI, cluster formation, resource allocation,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미래 연구 주제로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estimation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대상과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정보가 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allocation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변수도 커집니다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화살표는 영향을 설명하는 교육용 순서이며 원문이 하나의 필수 실행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p. 5,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E49B22-6EC9-49D6-9421-B192C9C0EF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Fronthaul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흐르지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외에도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CSI, beamformers, power allocation, scheduling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operational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오갈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logical roles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보인 교육용 도식이지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구현이 이 순서로 처리한다는 물리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도면이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항목을 압축하거나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먼저 처리하는지에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7–8, §III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6E1C1C-31CC-4ACB-B5A5-B20EC4F6A42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Fronthaul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설계는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최소화 규칙이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§III-A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compression, reduced cooperation, partial centralization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부담 감소 접근을 논의합니다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§III-B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wired·wireless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serial fronthaul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표의 항목은 공식적으로 서로 독립한 하위 절이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절에서 교차해 다루는 설계 선택입니다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선택해도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representation, quantization, estimation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위치가 달라지고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shared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정보의 범위가 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8–11, §III-A–B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BBD097-C9D8-4DB0-9969-2D020C2EAB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Uplink compression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compress-forward-estimate, estimate-compress-forward, estimate-multiply-compress-forward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절차를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절차는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수행하는 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절차들은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estimate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먼저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이들을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processing trade-off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하나의 보편적 순위를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9–10, Fig. 6 and §III-A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598136-A340-4B20-93BF-79E8731BF5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CSI: channel 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어떻게 얻는가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favorable propagation, channel hardening,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or user-centric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약해질 수 있는 조건과 논쟁을 함께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‘정확하다’고 가정한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소개할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TDD/FDD, pilot reuse, antenna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propagation model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조건을 밝혀야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12–17, §IV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EFE5708-96A1-4939-83EE-46D4982C7A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Hardening·favorable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channel-gain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관점에서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antenna, shadowing, path-loss assumptions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co-located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illustrative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cell-free or user-centric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hardening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favorable propagation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언제 성립하는지 계속 점검할 필요가 있음을 강조합니다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12–15, Eq. 6 and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1CB7D6-81D9-4353-AF38-357C06836B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Pilot assignment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assignment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정책을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distributed,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 여러 방향으로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study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negligible contamination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3% average spectral-efficiency decrease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정의할 때 필요한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만큼 줄 수 있다고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그 정의와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결과이지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정량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14–16, Table V and §IV-B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E0D84E7-C251-4472-97E0-9E0392BB25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Cluster 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바꾸는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explicit clustering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 computational load, CSI estimation, fronthaul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path-loss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제거할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rate, interference, fairness, mobility, coordination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얽힐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앞에서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toy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개념 설명일 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권장하는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membership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17–18, §V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868DEE-C9E2-45D3-930A-49328F01CC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Cluster 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시간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목표를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인용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 [43]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static, semi-dynamic, dynamic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membership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갱신 정보와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구분으로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sum-rate utility, combinatorial search, static clustering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formation solution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장단점을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Utility-based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 strength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utility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서로 다른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비교할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 time scale, information availability,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17–18, §V; Table 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0018974-5F57-4D4A-8CB4-55FBC64D32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Resource allocation: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무엇을 최적화하는지 적는다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WSR template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δu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SINR γu(x)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써서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 δu log(1+γu(x))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속해야 한다고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beamformer, schedule,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포함될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분자와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 power consumption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분모의 설정에 따라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formula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읽는 변수 지도를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18, 22; Eqs. 7 and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823B5C-CD3D-4FF2-B5E6-544483F293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§VI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resource-allocation taxonomy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beamforming/precoding, power, user scheduling, energy efficiency, cluster 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metric·problem type·approach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queue·QoS-aware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요약한 것이고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distributed optimization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§VI-C discussion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sum-rate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max–min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인지에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자체가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18–25, Table VIII; §VI-C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7D0F70-15E1-4F79-B939-A2CB208832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Centralized·distributed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정보 위치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 and distributed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Centralized formulation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넓은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jointly optimize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computational 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문제가 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Distributed 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per-node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줄일 수 있으나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coupled decisions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information loss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performance 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생길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가지가 동일한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순차 단계라고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18–28, §VI and Table XIII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E3D7C0-E77D-4C03-BE4E-6CD2223F46D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maximization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넣는다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latency, uRLLC, MEC, queue-aware or Lyapunov-based control, punctured scheduling, synchronization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carrier frequency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이들은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확정된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lines of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computing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assumption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없이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general wireless rate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옮길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27–30, §VII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4C8F46F-2C91-41F1-94F4-AEECC63E3F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수치는 어디까지 말할 수 있는가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유지한다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원문이 소개한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observations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조건과 함께 보존한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5-fold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10-fold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uncorrelated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correlated shadow fading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small-cell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pilot length reduction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negligible contamination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3% average SE decrease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때의 보고입니다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각각 인용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범위를 벗어나지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2, 9, 14; Fig. 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ADC610E-F0C2-468B-A213-6FF1CCE53A6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Scalability, IRS, 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별도 연구 축이다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§VIII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scalability, IRS, machine learning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miscellaneous topics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scalable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growing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gracefully accommodate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문제로 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distributed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가능한 접근으로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claims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역시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나열한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cited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들을 지금의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universally settled system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소개하지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30–32, §VIII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E4B3AF0-5372-428D-8471-6B249E7433B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Fig.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네 연결로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cell-free massive MIMO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research directions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architecture, CSI, resource allocation,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기타 주제로 그립니다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Multi-CU fronthaul, distributed SDN, FDD CSI, pilot allocation, high mobility, robust cluster formation, scalability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등이 목록에 포함됩니다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목록은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2021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agenda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최신 분야 전체를 완전하게 대변한다고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32–34, Fig. 13 and §IX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1C2178-6026-4BB5-B39F-2D85C5283D3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논문을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위에서 읽는 확인표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확인표는 원문 내용을 재구성한 독해 도구입니다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topology, channel model, link direction, traffic assumption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가진 연구를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새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claim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옮길 때는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cluster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들어가며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CSI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fronthaul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어디에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무엇인지부터 확인해야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1–34, §§I–IX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485ACFC-91D0-4845-9D37-62A6152F92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선택적 협력은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knob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가장 교육적인 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user-centric cell-free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protocol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외우지 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Serving cluster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useful signal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남기는 동시에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CSI, fronthaul, computation, scheduling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변수와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한 방법의 성능이나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issue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재사용할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topology, information, objective,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보존해야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arxiv-v2 | pp. 32–34, §IX–X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Ammar et al., arXiv:2104.14589v2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https://arxiv.org/abs/2104.14589v2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E4B27E1-4E03-4C7E-9193-3813391B23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Cell-free Massive MIMO: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선택적 협력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 Cell-free Massive MIMO Networks: A Survey of Opportunities, Challenges and Solutions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Hussein A. Ammar, Raviraj Adve, Shahram Shahbazpanahi, Gary Boudreau, Kothapalli Venkata Srinivas (2022)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선택적 협력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fronthaul, CSI, cluster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allocation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읽는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지도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title page, abstract; ieee article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자료는 무엇을 종합하는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journal 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분류를 따라간다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67460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user-centric cell-free massive MIMO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고정 배치가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 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fronthaul, CSI, cluster,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강하게 연결된다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인용 연구와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qualitative table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실험 조건의 순위가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시점의 문헌과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open issue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표준이나 최신 통계로 읽지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논문의 기여는 단일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controller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설계 선택과 연구 공백을 체계적으로 연결한 데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1–5, §I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더 촘촘한 무선망이 자동으로 쉬워지지 않는가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가까운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늘어도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간섭과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정보량이 함께 늘어난다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많은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 가까이에 송신점을 둘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더 많은 링크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유용한 신호와 간섭 후보가 함께 늘어난다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공동 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CSI, data, power, scheduling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맞춰야 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제한된 협력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사용자마다 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선택하는 문제가 생긴다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과제는 송신점을 없애는 것이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협력을 유지할지 정하는 것이다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1–2,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네 가지 용어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access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협력과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CU–DU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관리 연결을 같은 것으로 보지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56588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자료의 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설계에서 바뀌는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공간적으로 분산된 송수신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사용자에게 제공할 무선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관리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 unit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사이의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운영 정보를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serving 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사용자를 도울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범위와 부담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송신점 사이 정보 공유의 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scheduling·beamforming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집합을 사용자별로 고르는 말이며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소멸을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2 footnote 1; p. 7, §III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차이는 협력 집합의 범위다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분산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환경에서도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쓸지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쓸지는 별도 선택이다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사용자가 같은 영역에 존재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cell-free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협력을 모델에 둘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사용자마다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serving DU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명시적으로 제한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목적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간섭을 관리하며 서비스 품질을 유지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핵심 설계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누가 누구를 도울지와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결정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2, §I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구성한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사용자마다 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집합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논문 알고리즘이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per-user 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재계산해 보는 교육용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mechanism-lane-clust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mechanism-edge-u-th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mechanism-edge-th-uc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mechanism-edge-uc-v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mechanism-edge-uc-v-label"/>
          <p:cNvSpPr/>
          <p:nvPr/>
        </p:nvSpPr>
        <p:spPr>
          <a:xfrm>
            <a:off x="8623440" y="32130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규칙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mechanism-node-u"/>
          <p:cNvSpPr/>
          <p:nvPr/>
        </p:nvSpPr>
        <p:spPr>
          <a:xfrm>
            <a:off x="173988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gain: A=12, B=8, C=2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mechanism-node-uv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 5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이상인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남긴다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mechanism-node-uc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 cluster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{A, B}; C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제외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mechanism-node-v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gain 4,10,7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{B,C}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배치라도 사용자가 다르면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serving cluster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달라질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2, 17–18, §§I,V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 topology: single-CU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multiple-CU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별도 축이다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사용자를 돕는지와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control·processing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어느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맡는지는 같은 질문이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8920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특징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single-CU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하나의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연결하는 모델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요구가 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multiple-CU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 group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나누는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hierarchy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qualitative scalability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쪽에서 일부 처리를 수행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부담 완화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user-centric 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사용자의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topology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위에서 별도로 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multiple-CU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절대 순위가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fronthaul·delay·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복잡도의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다루는 모형이다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6–7, Fig. 4 and Table 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Downlink delivery mode: 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DU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JT, DPS, CS/CB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만드는 방식이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delivery choice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7833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active DU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협력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공유해 공동 송신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 JT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phase synchronization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시점에는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transmission point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CS/CB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두고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scheduling·beamforming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정보의 범위를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non-coherent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신호를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 없이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수신 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복잡도가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delivery mode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synchronization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receiver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함께 봐야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7, §II-A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설계 연결을 다섯 축으로 요약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선택이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estimation, fronthaul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allocation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문제를 연쇄적으로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 topology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delivery mode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fronthaul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transport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knowledge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cooperation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allocation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power, scheduling, latency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taxonomy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독립된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chapter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목록이 아니라 서로 결합된 설계 변수의 지도다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p. 5,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흐르지 않는다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CU–DU 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channel·control information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운반하며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위치에 따라 양이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lane-data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mechanism-lane-control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mechanism-edge-d1-segment-1"/>
          <p:cNvSpPr/>
          <p:nvPr/>
        </p:nvSpPr>
        <p:spPr>
          <a:xfrm>
            <a:off x="380988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d2-segment-1"/>
          <p:cNvSpPr/>
          <p:nvPr/>
        </p:nvSpPr>
        <p:spPr>
          <a:xfrm>
            <a:off x="636264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edge-d3-segment-1"/>
          <p:cNvSpPr/>
          <p:nvPr/>
        </p:nvSpPr>
        <p:spPr>
          <a:xfrm>
            <a:off x="8915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mechanism-edge-c1-segment-1"/>
          <p:cNvSpPr/>
          <p:nvPr/>
        </p:nvSpPr>
        <p:spPr>
          <a:xfrm>
            <a:off x="3809880" y="45529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mechanism-edge-c1-label"/>
          <p:cNvSpPr/>
          <p:nvPr/>
        </p:nvSpPr>
        <p:spPr>
          <a:xfrm>
            <a:off x="3517920" y="39942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edge-c2-segment-1"/>
          <p:cNvSpPr/>
          <p:nvPr/>
        </p:nvSpPr>
        <p:spPr>
          <a:xfrm>
            <a:off x="6362640" y="4552920"/>
            <a:ext cx="482400" cy="360"/>
          </a:xfrm>
          <a:prstGeom prst="line">
            <a:avLst/>
          </a:prstGeom>
          <a:ln w="12700">
            <a:solidFill>
              <a:srgbClr val="5E6D69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0" name="mechanism-edge-c2-label"/>
          <p:cNvSpPr/>
          <p:nvPr/>
        </p:nvSpPr>
        <p:spPr>
          <a:xfrm>
            <a:off x="6070680" y="3994200"/>
            <a:ext cx="10663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node-cu-data"/>
          <p:cNvSpPr/>
          <p:nvPr/>
        </p:nvSpPr>
        <p:spPr>
          <a:xfrm>
            <a:off x="173988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 user 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전송할 사용자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node-fh-data"/>
          <p:cNvSpPr/>
          <p:nvPr/>
        </p:nvSpPr>
        <p:spPr>
          <a:xfrm>
            <a:off x="429264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fronthaul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전달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mechanism-node-du-tx"/>
          <p:cNvSpPr/>
          <p:nvPr/>
        </p:nvSpPr>
        <p:spPr>
          <a:xfrm>
            <a:off x="684540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 transmission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link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송신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mechanism-node-air"/>
          <p:cNvSpPr/>
          <p:nvPr/>
        </p:nvSpPr>
        <p:spPr>
          <a:xfrm>
            <a:off x="9398160" y="266076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wireless access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사용자에게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mechanism-node-cu-ctrl"/>
          <p:cNvSpPr/>
          <p:nvPr/>
        </p:nvSpPr>
        <p:spPr>
          <a:xfrm>
            <a:off x="173988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 control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CSI, beamformer, power, scheduling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mechanism-node-fh-ctrl"/>
          <p:cNvSpPr/>
          <p:nvPr/>
        </p:nvSpPr>
        <p:spPr>
          <a:xfrm>
            <a:off x="429264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 transport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operational information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mechanism-node-du-ctrl"/>
          <p:cNvSpPr/>
          <p:nvPr/>
        </p:nvSpPr>
        <p:spPr>
          <a:xfrm>
            <a:off x="6845400" y="42228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DU control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processing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radio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줄이면 무선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뿐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CSI·scheduling·fronthaul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처리 범위도 함께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7–8, §III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설계는 하나의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최소화 규칙이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transport, compression, cooperation reduction, centralization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위치를 함께 다룬다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8920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바꾸나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wired·wireless transport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CU–DU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물리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전달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전달하는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baseband·CSI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reduced cooperation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data·control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공유할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centralization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사이의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processing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serial connection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잇는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transport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§III-B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fronthaul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수뿐 아니라 정보 처리 위치와 공유 범위의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8–11, §III-A–B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compression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processing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Fig. 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세 가지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placement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나열하며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하나가 모든 조건에서 최선이라고 결론내리지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7827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위치와 순서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compress-first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압축해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보내고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estimate-first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뒤 결과를 압축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multiply-first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estimate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먼저 결합하고 압축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fronthaul, DU computation, achievable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함께 본다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compression’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이라도 처리 순서가 달라지면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CU–DU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교환하는 객체와 부담이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9–10, Fig. 6 and §III-A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CSI: channel knowledge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어떻게 얻는가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contamination, mobility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propagation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특성이 함께 걸린다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 resource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제한된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sequence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사용자에 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estimate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형성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propagation check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hardening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favorable propagation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가정할지 점검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decision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power, scheduling, beamforming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hardening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자동 전제로 두지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configuration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확인해야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12–17, §IV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Hardening·favorable propagation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antenna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수라는 말 하나만으로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link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변동성이 사라진다고 결론낼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434844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뜻하나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hardening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gain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변동이 작아지는 성질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적절한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antenna·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 조건이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favorable propagation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channel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충분히 직교에 가까워지는 성질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spatial distribution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propagation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좌우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co-located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shadowing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 measurement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보편 결론이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design implication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pilot·beamforming·rate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가정을 재점검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바뀌면 조건도 바뀜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hardening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cluster·antenna·shadowing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조건과 분리해 읽을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12–15, Eq. 6 and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assignment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pilot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더 길게 쓰거나 더 정교하게 배정할수록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덜 남긴다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0222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 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줄이려는 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함께 확인할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orthogonal pilot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contamination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coherence block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reuse-aware assignment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interference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large-scale CSI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centralized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contamination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fronthaul·central 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coupled user decision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손실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pilot assignment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coherence resource·coordination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함께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14–16, Table V and §IV-B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formation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바꾸는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membership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바꾸면 유용한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signal, CSI workload, fronthaul traffic, optimization dimension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동시에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DU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 근처의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관측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membership rule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distance, gain, utility, resource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반영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cluster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협력하고 약한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제외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system burden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CSI·fronthaul·computation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범위가 함께 변함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formation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후속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변수 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바꾸는 선택이다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17–18, §V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 formation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시간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목표를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§V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static·semi-dynamic·dynamic construction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Table VI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선택된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formation solution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장단점을 요약한다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45716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membership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핵심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trade-off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장기간 같은 또는 천천히 변하는 정보로 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signaling, environment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반영 제한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semi-dynamic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large-scale fading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등 느린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정보에 맞춰 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adaptation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절충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빠른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상황을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control·computation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부담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utility-based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rate·interference·cost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목표를 함께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utility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정의에 따라 해가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‘최적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cluster’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frequency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utility definition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없이 하나로 정해지지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17–18, §V; Table VI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allocation: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무엇을 최적화하는지 적는다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link 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WSR, energy efficiency, QoS constraint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만들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8920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sum of weight times log of 1 plus SINR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크게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power, beamformer, schedule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spectrum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당 전송량을 크게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pilot, power, user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소비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비를 고려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radiated·circuit power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QoS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rate·delay·reliability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admission, power, cluster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allocation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전에는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objective, feasible set, link direction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맞춰야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18, 22; Eqs. 7 and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§VI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resource-allocation taxonomy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VIII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metric·problem type·approach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§VI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operation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더 넓게 종합한다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4131000"/>
                <a:gridCol w="3587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allocation family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접근의 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반드시 붙일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max–min, WSR, fractional programming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UL/DL, CSI, power constraint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selection, queue·QoS-aware policy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traffic model, latency target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AP/DU association, cooperation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metric, update 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updates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information exchange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message scope, convergence, 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VIII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§VI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방법은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가정이 달라 바로 순위화할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18–25, Table VIII; §VI-C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Centralized·distributed allocation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정보 위치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경로는 대안적인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formulation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실제 설계에서는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hybrid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가능하다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6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0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2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공통 입력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CSI, queue·QoS, power, cluster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centralized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넓은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joint decision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decision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제한된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message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확인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feasibility, signaling, computation, utility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조건부 선택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규모와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coordination capacity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맞춰 설계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18–28, §VI and Table XIII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maximization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넣는다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delay target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있으면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traffic arrival, queue, execution, synchronization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범위가 넓어진다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50004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추가로 봐야 할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uRLLC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reliability target, finite resource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research challenge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survey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offload·execution·queue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 allocation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와의 결합을 논의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stability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energy·rate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cited approach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punctured scheduling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서로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접근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synchronization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time·phase consistency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구현 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 latency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외에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traffic·queue·execution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27–30, §VII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수치는 어디까지 말할 수 있는가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source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조건을 유지한다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인용한 개별 연구의 결과는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configuration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정의를 떼어내면 의미가 달라진다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402228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observation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condition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말하지 말아야 할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인용 연구의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small-cell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shadow fading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cell-free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length 3–3.75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3% average-SE decrease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negligible contamination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pilot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정책의 일반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 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연구의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perfect-fronthaul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접근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fronthaul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필요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9 difference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antenna·shadowing·path-loss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 deployment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결론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수치는 결론의 장식이 아니라 조건을 확인해야만 재사용할 수 있는 문헌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2, 9, 14; Fig. 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Scalability, IRS, ML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별도 연구 축이다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chapter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들은 하나의 통합 성능 수치를 내는 것이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future direction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cited approach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500040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나타나는가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DU·user·decision variable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증가를 감당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distributed allocation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IRS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propagation environment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조절하는 추가 요소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study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assumptions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한정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 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decision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근사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data, training, generalization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cooperation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link·message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공유하지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같이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scalability claim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state·message·training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모델링해야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30–32, §VIII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13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open issue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네 연결로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2021 survey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공백은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architecture·CSI·resource·service requirement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만나는 곳에 남아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multi-CU fronthaul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distributed SDN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CSI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FDD CSI, pilot allocation, high mobility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robust cluster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scalable allocation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delay, synchronization, emerging applications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open issue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여러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맞춰야 하는 결합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32–34, Fig. 13 and §IX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논문을 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위에서 읽는 확인표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결과 숫자보다 먼저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coordination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맞추면 비교 오류를 줄일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45716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확인할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누가 협력하나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cluster rule, size, update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CSI·fronthaul burden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누가 계산하나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single/multiple CU, DU processing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delay·complexity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최적화하나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WSR, EE, QoS, queue, reliability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숫자 비교를 막음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알고 있나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CSI, TDD/FDD, mobility, pilot reuse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rate·hardening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가정을 정함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simulation·citation·taxonomy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claim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막음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user-centric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cluster·information·objective·condition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읽는다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1–34, §§I–IX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선택적 협력은 단일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knob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user-centric cell-free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per-user cluster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중심으로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radio, transport, estimation, control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문제를 다시 묶는다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cell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완화하지만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CU·fronthaul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남는다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cluster, CSI, fronthaul, allocation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coupled decision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centralized·distributed, coherent·non-coherent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조건과 부담이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survey table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수치는 공통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leaderboard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문헌 지도다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5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open issue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2021 survey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시점의 연구 출발점이다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설계 주장은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cluster·information·objective·condition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함께 말해야 비교 가능하다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arxiv-v2 pp. 32–34, §IX–X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2026-09-12T07:58:37Z</dcterms:created>
  <dc:creator>Research Seminars</dc:creator>
  <dc:description/>
  <dc:language>ko-KR</dc:language>
  <cp:lastModifiedBy>Research Seminars</cp:lastModifiedBy>
  <dcterms:modified xsi:type="dcterms:W3CDTF">2026-09-12T07:58:37Z</dcterms:modified>
  <cp:revision>1</cp:revision>
  <dc:subject>User-centric Cell-free Massive MIMO Networks: A Survey of Opportunities, Challenges and Solutions</dc:subject>
  <dc:title>User-centric Cell-free Massive MIMO: 선택적 협력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