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85A1E813-47EF-4B0E-8021-525FB4982CD0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6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배터리 제약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어느 사용자를 오프로딩할까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자료는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Naderializadeh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Hashemi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2019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년 논문을 학습용으로 소개합니다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 질문은 모든 사용자를 한꺼번에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보내는 것이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배터리와 대기열이 계속 변하는 상황에서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서버가 이번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어느 사용자를 선택할지입니다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title, abstract, 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Energy-Aware Multi-Server Mobile Edge Computing: A Deep Reinforcement Learning Approach, arXiv:1912.10485v1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https://arxiv.org/abs/1912.10485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6974FB7-3CF2-48BE-BEE2-908914370B6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왜 ‘모두 오프로딩’이 답이 아닌가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여러 에너지 제약 사용자가 공유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wireless medium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통해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 server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하는 상황을 다룹니다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사용자가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하면 각자의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communication resource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줄고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server-side 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computation burden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커질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long-term channel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보고 정한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association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위에서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time-varying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따라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served user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고르는 문제가 출발점입니다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p. 1, abstract and Introduction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Energy-Aware Multi-Server Mobile Edge Computing: A Deep Reinforcement Learning Approach, arXiv:1912.10485v1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https://arxiv.org/abs/1912.10485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27500DB-48D8-4180-B702-9D3271DE4B3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논문이 실제로 결정하는 범위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사용자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arrival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strongest long-term channel gain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가진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 server S_j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association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pool U_i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disjoint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 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time interval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자기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사용자 한 명만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offloading user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선택합니다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다른 사용자는 해당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computing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시도합니다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제한을 알아야 논문을 일반적인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joint association, spectrum allocation, server migration 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과장하지 않게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pp. 2-3, System Model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Energy-Aware Multi-Server Mobile Edge Computing: A Deep Reinforcement Learning Approach, arXiv:1912.10485v1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https://arxiv.org/abs/1912.10485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DFA109A-915A-469B-852F-976A481090C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time slot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변하는 상태와 행동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 observation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associated user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 length, energy level, average task waiting time, uplink SNR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count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independent Poisson arrival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따르고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크기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 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저장됩니다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바꾸고 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arrival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더해지므로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같은 사용자를 다시 선택할지 판단할 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pp. 3-4, System Model and proposed approach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Energy-Aware Multi-Server Mobile Edge Computing: A Deep Reinforcement Learning Approach, arXiv:1912.10485v1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https://arxiv.org/abs/1912.10485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A06AB2B-13F8-4B2E-B1EC-95AA58FC9DC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local computing: battery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 capacity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제한한다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computing power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slot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battery E_j(t)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slot duration tau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나눈 값보다 클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CPU frequency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hardware maximum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energy-derived cubic-root cap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minimum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bit capacity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tau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곱하기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frequency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cycles-per-bit L_j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나눈 값의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floor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FIFO head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capacity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크면 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처리하지 않고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있다고 해서 항상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service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가능한 것은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p. 3, Eqs. (2)–(4), Local Computation Model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Energy-Aware Multi-Server Mobile Edge Computing: A Deep Reinforcement Learning Approach, arXiv:1912.10485v1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https://arxiv.org/abs/1912.10485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ECE3EA9-AAEE-4E97-8B47-8FBE9657B67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offloading: battery·SNR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uplink bit cap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정한다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Offloading user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transmit power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E_j(t)/tau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maximum transmit power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minimum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제한됩니다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bandwidth times log2(1 plus SNR times feasible power)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형태로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maximum uplink 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정하고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tau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곱하기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floor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수만큼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FIFO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Multiple users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spectrum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공유할 수 있으며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FDMA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선택이 곧 무제한 전송이라는 뜻은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p. 3, Eq. (5), Task Offloading Model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Energy-Aware Multi-Server Mobile Edge Computing: A Deep Reinforcement Learning Approach, arXiv:1912.10485v1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https://arxiv.org/abs/1912.10485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CB24F1D-1863-422D-BCCB-5EA419D763A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energy transition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두 평가 지표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epsilon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local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computing 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epsilon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offload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radio 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epsilon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만큼 줄어듭니다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System lifetime 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positive 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갖는 마지막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명이라도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battery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소진되면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episode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끝납니다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Average task completion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종료 전 완료된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completion slot minus arrival slot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평균한 값입니다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곱하지 않는 한 이 값은 초가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slot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p. 3, Energy Model; Eqs. (6)–(8)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Energy-Aware Multi-Server Mobile Edge Computing: A Deep Reinforcement Learning Approach, arXiv:1912.10485v1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https://arxiv.org/abs/1912.10485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3AD4432-E477-41DC-B2B3-EB47E04BCAC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 server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 feedback loop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 server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 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associated users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 length, energy, mean waiting time, uplink SNR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받고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선택합니다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Selected user's immediate individual 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offloaded or computed bits divided by that user's offloading 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system lifetime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completion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직접 더한 식이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실행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 transition,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arrival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next observation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만들며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동일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server agents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각자의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disjoint pool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고릅니다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p. 4, proposed multi-agent approach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Energy-Aware Multi-Server Mobile Edge Computing: A Deep Reinforcement Learning Approach, arXiv:1912.10485v1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https://arxiv.org/abs/1912.10485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9F95F43-6218-4FAD-9B7D-488E72303F8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논문이 보고한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KPI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분리해 읽기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selected user's energy efficiency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individual 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정의하고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numerical result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system lifetime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average task completion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함께 보고합니다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bit per joule 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two-KPI trade-off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이어지는 것은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simulation evidence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읽어야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short paper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KPI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globally optimal scalarization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theorem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제시되지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pp. 1, 4-5, abstract and numerical results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Energy-Aware Multi-Server Mobile Edge Computing: A Deep Reinforcement Learning Approach, arXiv:1912.10485v1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https://arxiv.org/abs/1912.10485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4F34FF4-A861-4FA6-9748-96C5921CA66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교육용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slot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 뒤 무엇이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되나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표는 논문 결과가 아닌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teaching-only construction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server pool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있고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arrival, 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arrival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없다고 가정합니다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선택했을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2,000 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radio energy 0.2 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쓰면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immediate 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10,000 bits/J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service, 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offload, idle epsilon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모두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battery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바꿉니다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size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KB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channel·feasibility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service 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pp. 3-4, system transition; constructed example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Energy-Aware Multi-Server Mobile Edge Computing: A Deep Reinforcement Learning Approach, arXiv:1912.10485v1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https://arxiv.org/abs/1912.10485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D8576EB-F096-4945-8C61-8DD9730748C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episode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 training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어떻게 진행되는가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episode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시작에는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 servers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 m by 10 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영역에 무작위로 배치하고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all users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maximum 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Slots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진행하다 적어도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battery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소진되면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episode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종료되며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locations, task buffers, energy levels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Simulation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replay buffer 100,000, discount factor 0.9, batch size 64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episode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끝마다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p. 4, training and simulation setup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Energy-Aware Multi-Server Mobile Edge Computing: A Deep Reinforcement Learning Approach, arXiv:1912.10485v1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https://arxiv.org/abs/1912.10485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56A120E-FAA4-4295-BEC0-8B0F795C5D3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보고된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결과를 떼어 읽지 않기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 locations in a 10 m by 10 m area, 100 ms time slot, 20 MHz bandwidth, FDMA, 1 KB homogeneous task, mean arrival rate 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Initial maximum 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episode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시작마다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uniform distribution over 0.01 to 1 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뽑습니다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200-node tanh hidden layer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개를 쓰고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epsilon-greedy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첫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 pretraining episode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이후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10,000 intervals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걸쳐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percent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줄어듭니다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p. 4, simulation setup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Energy-Aware Multi-Server Mobile Edge Computing: A Deep Reinforcement Learning Approach, arXiv:1912.10485v1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https://arxiv.org/abs/1912.10485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E0B5DB9-3B72-4167-92AB-BBC825B4B1C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어떤 사용자만 우선하는가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Time-Greedy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every time interval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average task waiting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가장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선택합니다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Energy-Greedy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current energy level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가장 낮은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선택합니다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 length, energy, average waiting time, uplink SNR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observation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learned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baseline definition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어떤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KPI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반드시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optimal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하게 만든다는 증명은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p. 4, baseline definitions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Energy-Aware Multi-Server Mobile Edge Computing: A Deep Reinforcement Learning Approach, arXiv:1912.10485v1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https://arxiv.org/abs/1912.10485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9745764-33C6-42E5-A801-4638F4FEB3B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Figure 4: training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server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수가 바꾸는 모습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 users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두고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1, 2, 3 MEC servers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 training episode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system lifetime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average task completion time curve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그립니다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본문은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 agents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around 1,000 episodes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converge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한다고 설명하고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multiple servers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load balancing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개선한다고 해석합니다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Figure plot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아니므로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자료에서는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curve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대략 숫자를 정밀한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reported 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처럼 인용하지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pp. 4-5, Fig. 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Energy-Aware Multi-Server Mobile Edge Computing: A Deep Reinforcement Learning Approach, arXiv:1912.10485v1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https://arxiv.org/abs/1912.10485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666019D-191D-4C9C-A9E5-4141A263401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Figure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핵심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방법이 두 축을 모두 이기지 않는다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Rendered Figure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x-axis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number of servers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3, 4, 5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Time-Greedy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shorter completion time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쪽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Energy-Greedy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longer lifetime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쪽에 있고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양쪽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extreme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balance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소개하는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p.4 prose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 MEC servers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 users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fix’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했다고 써서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visible x-axis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충돌합니다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자료는 이를 해소하지 않고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 internal inconsistency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남기며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exact numerical comparison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만들지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pp. 4-5, Fig. 5 and adjacent prose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Energy-Aware Multi-Server Mobile Edge Computing: A Deep Reinforcement Learning Approach, arXiv:1912.10485v1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https://arxiv.org/abs/1912.10485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B38E0B6-526F-430A-9376-2D7548A59CC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논문에서 얻을 수 있는 것과 아직 남는 것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multi-server MEC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battery·queue·channel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관측해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per-server offloading user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선택하는 구조를 명확히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experiment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 m by 10 m, homogeneous 1 KB tasks, given simulator 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이뤄졌고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seed number, confidence interval, error bar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fixed association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 user selection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field deployment, dynamic association, or a universal optimality claim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확장해서 읽지 않아야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pp. 2-5, model and numerical results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Energy-Aware Multi-Server Mobile Edge Computing: A Deep Reinforcement Learning Approach, arXiv:1912.10485v1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https://arxiv.org/abs/1912.10485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89AB053-C04F-4348-A77A-90827E84D95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논리 사슬을 한 장으로 정리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논문의 핵심은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multi-agent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이름만이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Fixed association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만든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disjoint user pool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안에서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each server 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current queue, energy, waiting time, SNR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 user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하도록 선택합니다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Feasibility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 transition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next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만들고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immediate bit/J 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학습된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lifetime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completion-time trade-off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평가합니다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분리해서 읽으면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reward, action space, and reported result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경계를 지킬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pp. 1-5, abstract through conclusion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Energy-Aware Multi-Server Mobile Edge Computing: A Deep Reinforcement Learning Approach, arXiv:1912.10485v1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https://arxiv.org/abs/1912.10485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079522B-7268-4C27-A9B2-91F5DCB7D7F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배터리 제약 </a:t>
            </a: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MEC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</a:t>
            </a: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어느 사용자를 오프로딩할까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Energy-Aware Multi-Server Mobile Edge Computing: A Deep Reinforcement Learning Approach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Navid Naderializadeh, Morteza Hashemi (2019)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여러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MEC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서버가 각자의 사용자 중 한 명을 고르는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multi-agent DQN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title, abstract, v1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왜 ‘모두 오프로딩’이 답이 아닌가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공유 무선 자원과 서버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queue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때문에 집중 오프로딩은 처리량을 낮출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여러 사용자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battery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FIFO task queue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가진다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공유 무선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동시에 보내면 통신 자원을 나눈다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서버 부담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집중된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queue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연산 부담을 만든다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동적 선택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이번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slot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보낼 사용자를 고른다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문제는 서버 선택 자체보다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서버가 제한된 자원을 누구에게 쓸지 정하는 것이다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p. 1, abstract and Introduction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논문이 실제로 결정하는 범위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일반적인 전역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resource allocation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아니라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미리 연결된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pool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안의 한 사용자 선택이다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065320"/>
                <a:gridCol w="3043800"/>
                <a:gridCol w="1847880"/>
                <a:gridCol w="39135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논문의 설정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slot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변화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범위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association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가장 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long-term gain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server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아니오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slot server migration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 pool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server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마다 서로 겹치지 않는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U_i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아니오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서버들이 같은 사용자를 다투지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agent action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자기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pool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한 사용자 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예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사용자마다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server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고르는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나머지 사용자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energy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되면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computing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예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offload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하는 구조가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MEC agent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자신의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disjoint pool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한 명을 고른다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pp. 2-3, System Model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time slot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변하는 상태와 행동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FIFO queue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쌓이고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battery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channel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다음 선택의 입력이 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739160"/>
                <a:gridCol w="3043800"/>
                <a:gridCol w="3152520"/>
                <a:gridCol w="29350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뜻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이번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slot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영향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다음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slot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queue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도착한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homogeneous task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FIFO buffer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offload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빠짐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새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arrival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남은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관측됨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energy E_j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slot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시작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battery energy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idle, local, radio energy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빠짐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작아지면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feasible power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줄어듦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uplink SNR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uplink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품질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offload bit capacity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바꿈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새 관측값으로 들어감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waiting time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queue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안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들의 평균 대기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priority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관측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feature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service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arrival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따라 바뀜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정책은 고정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rule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아니라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queue·energy·waiting time·SNR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현재 관측에 반응한다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pp. 3-4, System Model and proposed approach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computing: battery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CPU capacity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 제한한다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hardware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최대 주파수와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slot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에너지 예산 중 더 엄격한 쪽이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 service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정한다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slot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시작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energy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E_j(t)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slot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길이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tau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본다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7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8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feasible power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E_j(t) / tau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넘지 않는다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2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3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CPU frequency cap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hardware cap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energy cap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중 작은 값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7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8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FIFO service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capacity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안에 드는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head task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부터 처리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2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3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battery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작아지면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CPU frequency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처리 가능한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수도 함께 줄어든다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5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p. 3, Eqs. (2)–(4), Local Computation Model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offloading: battery·SNR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uplink bit cap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정한다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선택되었다고 해서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queue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전체를 보내는 것이 아니라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이번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slot rate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허용한 만큼만 보낸다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selected user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server agent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pool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한 명을 고른다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3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4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feasible TX power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battery budget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hardware cap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함께 적용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8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9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uplink rate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bandwidth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SNR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rate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계산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3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4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FIFO offload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rate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허용한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head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부터 전송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8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9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offload capacity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선택 여부만이 아니라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slot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channel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남은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energy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에도 달려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1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p. 3, Eq. (5), Task Offloading Model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energy transition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두 평가 지표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빠른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service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battery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더 쓸 수 있으므로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completion time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lifetime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충돌할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3043800"/>
                <a:gridCol w="3152520"/>
                <a:gridCol w="25002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slot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후 변화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idle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E(next)=E-epsilon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standby energy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도 소비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아무것도 안 해도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battery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감소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/ offload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E(next)=E-action-epsilon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에너지를 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radio energy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다름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system lifetime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첫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battery depletion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종료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살아 있는 마지막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slot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battery lifetime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completion time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완료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slot - arrival slot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종료 전 완료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평균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기본 단위는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slot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빠른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service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battery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더 써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lifetime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충돌할 수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p. 3, Energy Model; Eqs. (6)–(8)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MEC server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보는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DQN feedback loop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아래는 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server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serial view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disjoint pool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다른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agents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slot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병렬로 선택한다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mechanism-lane-server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server i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mechanism-edge-e1-segment-1"/>
          <p:cNvSpPr/>
          <p:nvPr/>
        </p:nvSpPr>
        <p:spPr>
          <a:xfrm>
            <a:off x="3299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5" name="mechanism-edge-e2-segment-1"/>
          <p:cNvSpPr/>
          <p:nvPr/>
        </p:nvSpPr>
        <p:spPr>
          <a:xfrm>
            <a:off x="534132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6" name="mechanism-edge-e3-segment-1"/>
          <p:cNvSpPr/>
          <p:nvPr/>
        </p:nvSpPr>
        <p:spPr>
          <a:xfrm>
            <a:off x="738360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7" name="mechanism-edge-e4-segment-1"/>
          <p:cNvSpPr/>
          <p:nvPr/>
        </p:nvSpPr>
        <p:spPr>
          <a:xfrm>
            <a:off x="9425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8" name="mechanism-node-obs"/>
          <p:cNvSpPr/>
          <p:nvPr/>
        </p:nvSpPr>
        <p:spPr>
          <a:xfrm>
            <a:off x="1739880" y="3263760"/>
            <a:ext cx="1559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현재 관측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mechanism-node-obs-queue-1"/>
          <p:cNvSpPr/>
          <p:nvPr/>
        </p:nvSpPr>
        <p:spPr>
          <a:xfrm>
            <a:off x="1739880" y="351792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queue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mechanism-node-obs-queue-2"/>
          <p:cNvSpPr/>
          <p:nvPr/>
        </p:nvSpPr>
        <p:spPr>
          <a:xfrm>
            <a:off x="1739880" y="370836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energy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mechanism-node-obs-queue-3"/>
          <p:cNvSpPr/>
          <p:nvPr/>
        </p:nvSpPr>
        <p:spPr>
          <a:xfrm>
            <a:off x="1739880" y="389880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wait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mechanism-node-obs-queue-4"/>
          <p:cNvSpPr/>
          <p:nvPr/>
        </p:nvSpPr>
        <p:spPr>
          <a:xfrm>
            <a:off x="1739880" y="408924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SNR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mechanism-node-dqn"/>
          <p:cNvSpPr/>
          <p:nvPr/>
        </p:nvSpPr>
        <p:spPr>
          <a:xfrm>
            <a:off x="37821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DQN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pool state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user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하나 선택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mechanism-node-execute"/>
          <p:cNvSpPr/>
          <p:nvPr/>
        </p:nvSpPr>
        <p:spPr>
          <a:xfrm>
            <a:off x="58240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실행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선택자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offload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나머지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mechanism-node-reward"/>
          <p:cNvSpPr/>
          <p:nvPr/>
        </p:nvSpPr>
        <p:spPr>
          <a:xfrm>
            <a:off x="78663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reward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selected bits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/ joule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mechanism-node-next"/>
          <p:cNvSpPr/>
          <p:nvPr/>
        </p:nvSpPr>
        <p:spPr>
          <a:xfrm>
            <a:off x="990864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next state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queue·energy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새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arrival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1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8" name="Text 1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reward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selected user's bit/J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이고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lifetime·completion time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별도다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1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0" name="Text 1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p. 4, proposed multi-agent approach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2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학습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reward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논문이 보고한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KPI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분리해 읽기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두 종류의 수치를 같은 목적함수로 합쳐 썼다고 가정하면 논문의 설명 범위를 넘는다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3152520"/>
                <a:gridCol w="2391480"/>
                <a:gridCol w="31525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무엇을 재나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범위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논문에서의 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immediate reward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bit / offload energy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agent,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slot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DQN action learning signal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system lifetime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첫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battery depletion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전까지의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slot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trade-off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completion time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arrival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부터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completion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까지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완료된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trade-off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reward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KPI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관련될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실험 설정에 의존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동일한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scalar objective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DQN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bit/J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학습한다고 해서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lifetime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completion time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최적성이 증명된 것은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pp. 1, 4-5, abstract and numerical results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교육용 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slot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 뒤 무엇이 다음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되나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가정한 숫자이며 논문의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simulation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측정값이나 실제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DQN action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5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2935080"/>
                <a:gridCol w="2935080"/>
                <a:gridCol w="25002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이번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slot action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next observation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 A: queue 2, E=4 J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 task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처리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E(next)=4-0.1-epsilon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queue: 2-1+1=2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 B: queue 3, E=2 J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가상의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policy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offload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2,000 bit / 0.2 J = 10,000 bit/J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E(next)=2-0.2-epsilon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toy task size 1,000 bit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 task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전송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queue: 3-2+0=1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 queue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energy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새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input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선택은 한 번의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reward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만들지 않고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queue·energy·waiting time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바꿔 다음 선택을 바꾼다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pp. 3-4, system transition; constructed example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episode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DQN training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어떻게 진행되는가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network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무작정 반복하는 것이 아니라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first battery depletion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까지의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episode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experience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모은다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episode reset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user·server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위치와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buffer·energy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초기화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4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5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slot action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server agent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user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하나를 선택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9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0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 transition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service, energy, arrival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갱신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4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5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episode end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첫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battery depletion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뒤 다음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layout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reset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9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0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DQN update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replay buffer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experience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network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갱신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4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5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종료 조건은 모든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user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평균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battery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아니라 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user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battery depletion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7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p. 4, training and simulation setup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보고된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simulation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결과를 떼어 읽지 않기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아래 수치는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deployment specification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아니라 이 논문의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numerical setting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9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847880"/>
                <a:gridCol w="3587400"/>
                <a:gridCol w="1847880"/>
                <a:gridCol w="35874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범주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범주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area / slot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 m × 10 m / 100 ms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wireless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 MHz, FDMA, noise -174 dBm/Hz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 energy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initial max energy: uniform (0.01, 1) J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mean arrival 10, size 1 KB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hardware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 CPU 1 GHz; server CPU 3 GHz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power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max TX 27 dBm; kappa 10^-27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DQN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 tanh layers, each 200 nodes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exploration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 episode random, then 1%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까지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decay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reported trade-off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FDMA simulator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training setting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조건부다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p. 4, simulation setup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baseline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어떤 사용자만 우선하는가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greedy rule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two-KPI trade-off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양끝을 보여 주는 비교 기준이다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9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2935080"/>
                <a:gridCol w="2717640"/>
                <a:gridCol w="30438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server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고르는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직관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예상되는 편향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Time-Greedy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average queue waiting time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가장 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오래 기다린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먼저 처리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completion time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낮추려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battery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더 빨리 쓸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Energy-Greedy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energy level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가장 낮은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battery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약한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우선 보호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service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늦어져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completion time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커질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DQN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observation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으로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learned selection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queue·energy·wait·SNR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함께 관측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지표를 동시에 지배한다고 가정할 수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baseline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서로 다른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priority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extreme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보여 주는 비교 기준이다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p. 4, baseline definitions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Figure 4: training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중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server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수가 바꾸는 모습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5 users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1·2·3 servers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비교한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learning curves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정확한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tabulated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수치가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2935080"/>
                <a:gridCol w="2717640"/>
                <a:gridCol w="25002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보이는 비교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저자 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읽을 때 주의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 users, 1/2/3 servers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system lifetime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completion time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DQN curves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1,000 episodes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convergence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plot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임의의 정확한 수치를 만들지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더 많은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servers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curves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상대적 변화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load balancing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overall performance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area·arrival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에도 보장된다는 뜻은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training episode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learning progress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x-axis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policy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안정되는 과정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물리적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seconds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slot time axis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Figure 4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setup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learning curve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general scaling law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pp. 4-5, Fig. 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Figure 5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핵심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방법이 두 축을 모두 이기지 않는다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source plot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3·4·5 server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비교에서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DQN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two greedy extremes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사이의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trade-off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보인다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2608920"/>
                <a:gridCol w="2717640"/>
                <a:gridCol w="33699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system lifetime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completion time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Time-Greedy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그림에서 더 짧은 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그림에서 더 낮은 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대기시간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priority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fast-service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extreme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Energy-Greedy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그림에서 더 긴 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그림에서 더 높은 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battery priority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lifetime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extreme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DQN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extreme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extreme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저자가 말한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balanced trade-off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 주의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Figure 5 x-axis: 3, 4, 5 servers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본문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p.4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 servers fixed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라고 서술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내부 조건 불일치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DQN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simulation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두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extreme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사이의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trade-off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보인다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pp. 4-5, Fig. 5 and adjacent prose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논문에서 얻을 수 있는 것과 아직 남는 것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mechanism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분명하지만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result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범위는 작은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simulator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stated action space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묶여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2"/>
          <p:cNvSpPr/>
          <p:nvPr/>
        </p:nvSpPr>
        <p:spPr>
          <a:xfrm>
            <a:off x="838080" y="21718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fixed long-term association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뒤의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per-server one-user selection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설명한다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3"/>
          <p:cNvSpPr/>
          <p:nvPr/>
        </p:nvSpPr>
        <p:spPr>
          <a:xfrm>
            <a:off x="838080" y="2755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5" name="Text 4"/>
          <p:cNvSpPr/>
          <p:nvPr/>
        </p:nvSpPr>
        <p:spPr>
          <a:xfrm>
            <a:off x="838080" y="279396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battery·queue·SNR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next-slot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선택으로 되먹임된다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5"/>
          <p:cNvSpPr/>
          <p:nvPr/>
        </p:nvSpPr>
        <p:spPr>
          <a:xfrm>
            <a:off x="838080" y="33778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7" name="Text 6"/>
          <p:cNvSpPr/>
          <p:nvPr/>
        </p:nvSpPr>
        <p:spPr>
          <a:xfrm>
            <a:off x="838080" y="341640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10 m × 10 m simulator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밖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deployment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성능은 직접 측정하지 않는다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7"/>
          <p:cNvSpPr/>
          <p:nvPr/>
        </p:nvSpPr>
        <p:spPr>
          <a:xfrm>
            <a:off x="838080" y="40003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9" name="Text 8"/>
          <p:cNvSpPr/>
          <p:nvPr/>
        </p:nvSpPr>
        <p:spPr>
          <a:xfrm>
            <a:off x="838080" y="40384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seed·confidence interval·error bar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없어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significance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읽을 수 없다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9"/>
          <p:cNvSpPr/>
          <p:nvPr/>
        </p:nvSpPr>
        <p:spPr>
          <a:xfrm>
            <a:off x="838080" y="462276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1" name="Text 10"/>
          <p:cNvSpPr/>
          <p:nvPr/>
        </p:nvSpPr>
        <p:spPr>
          <a:xfrm>
            <a:off x="838080" y="466092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selected-user bit/J reward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two-KPI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최적성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theorem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아니다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Shape 1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3" name="Text 1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제한된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 space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energy-aware selection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trade-off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보였다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Shape 1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5" name="Text 1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pp. 2-5, model and numerical results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1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논문의 논리 사슬을 한 장으로 정리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shared wireless MEC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병목을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per-server learned selection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 feedback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으로 다룬다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문제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모두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offload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wireless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server burden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커진다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3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4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제약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FIFO, CPU/radio cap, battery transition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8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9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정책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server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DQN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pool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안 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user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선택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3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4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feedback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queue·energy·arrival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next observation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만든다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8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9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결과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greedy extremes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사이의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conditioned trade-off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3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4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정책은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server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하나의 현재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pool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next-slot state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단위로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6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pp. 1-5, abstract through conclusion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2026-09-12T05:48:35Z</dcterms:created>
  <dc:creator>Research Seminars</dc:creator>
  <dc:description/>
  <dc:language>ko-KR</dc:language>
  <cp:lastModifiedBy>Research Seminars</cp:lastModifiedBy>
  <dcterms:modified xsi:type="dcterms:W3CDTF">2026-09-12T05:48:35Z</dcterms:modified>
  <cp:revision>1</cp:revision>
  <dc:subject>Energy-Aware Multi-Server Mobile Edge Computing: A Deep Reinforcement Learning Approach</dc:subject>
  <dc:title>배터리 제약 MEC에서: 어느 사용자를 오프로딩할까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17</vt:r8>
  </property>
  <property fmtid="{D5CDD505-2E9C-101B-9397-08002B2CF9AE}" pid="3" name="PresentationFormat">
    <vt:lpwstr>On-screen Show (16:9)</vt:lpwstr>
  </property>
  <property fmtid="{D5CDD505-2E9C-101B-9397-08002B2CF9AE}" pid="4" name="Slides">
    <vt:r8>17</vt:r8>
  </property>
</Properties>
</file>