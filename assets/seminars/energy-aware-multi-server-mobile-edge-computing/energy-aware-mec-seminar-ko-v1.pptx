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배터리 제약 MEC에서: 어느 사용자를 오프로딩할까
발표 대본
이 자료는 Naderializadeh와 Hashemi의 2019년 논문을 학습용으로 소개합니다. 핵심 질문은 모든 사용자를 한꺼번에 edge로 보내는 것이 아니라, 배터리와 대기열이 계속 변하는 상황에서 각 MEC 서버가 이번 slot에 어느 사용자를 선택할지입니다.
공개 출처
arxiv-v1 | title, abstract, v1
Energy-Aware Multi-Server Mobile Edge Computing: A Deep Reinforcement Learning Approach, arXiv:1912.10485v1
https://arxiv.org/abs/1912.10485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왜 ‘모두 오프로딩’이 답이 아닌가
발표 대본
논문은 여러 에너지 제약 사용자가 공유 wireless medium을 통해 여러 MEC server에 offload하는 상황을 다룹니다. 모든 사용자가 offload하면 각자의 communication resource가 줄고 server-side queue와 computation burden도 커질 수 있습니다. 따라서 long-term channel만 보고 정한 association 위에서, time-varying state에 따라 served user를 고르는 문제가 출발점입니다.
공개 출처
arxiv-v1 | p. 1, abstract and Introduction
Energy-Aware Multi-Server Mobile Edge Computing: A Deep Reinforcement Learning Approach, arXiv:1912.10485v1
https://arxiv.org/abs/1912.10485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이 논문이 실제로 결정하는 범위
발표 대본
사용자 j는 task arrival 전에 strongest long-term channel gain을 가진 MEC server S_j에 association됩니다. 따라서 각 server의 local pool U_i는 disjoint입니다. 각 DQN agent는 매 time interval에 자기 pool의 사용자 한 명만 offloading user로 선택합니다. 다른 사용자는 해당 slot에 local computing을 시도합니다. 이 제한을 알아야 논문을 일반적인 joint association, spectrum allocation, server migration policy로 과장하지 않게 됩니다.
공개 출처
arxiv-v1 | pp. 2-3, System Model
Energy-Aware Multi-Server Mobile Edge Computing: A Deep Reinforcement Learning Approach, arXiv:1912.10485v1
https://arxiv.org/abs/1912.10485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한 time slot에서 변하는 상태와 행동
발표 대본
논문의 DQN observation은 associated user별 queue length, energy level, average task waiting time, uplink SNR입니다. 각 user의 task count는 independent Poisson arrival을 따르고, 같은 크기 B bit의 task가 FIFO로 저장됩니다. 한 slot의 action이 queue와 energy를 바꾸고 새 arrival가 더해지므로, 다음 slot은 같은 사용자를 다시 선택할지 판단할 새 state가 됩니다.
공개 출처
arxiv-v1 | pp. 3-4, System Model and proposed approach
Energy-Aware Multi-Server Mobile Edge Computing: A Deep Reinforcement Learning Approach, arXiv:1912.10485v1
https://arxiv.org/abs/1912.10485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local computing: battery가 CPU capacity도 제한한다
발표 대본
Local computing power는 slot 시작 battery E_j(t)를 slot duration tau로 나눈 값보다 클 수 없습니다. CPU frequency는 hardware maximum과 energy-derived cubic-root cap의 minimum이며, bit capacity는 tau 곱하기 frequency를 cycles-per-bit L_j로 나눈 값의 floor입니다. FIFO head task가 이 capacity보다 크면 그 slot에는 local task를 처리하지 않고 idle합니다. 따라서 queue가 있다고 해서 항상 local service가 가능한 것은 아닙니다.
공개 출처
arxiv-v1 | p. 3, Eqs. (2)–(4), Local Computation Model
Energy-Aware Multi-Server Mobile Edge Computing: A Deep Reinforcement Learning Approach, arXiv:1912.10485v1
https://arxiv.org/abs/1912.10485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offloading: battery·SNR가 uplink bit cap을 정한다
발표 대본
Offloading user의 transmit power도 E_j(t)/tau와 maximum transmit power의 minimum으로 제한됩니다. 논문은 bandwidth times log2(1 plus SNR times feasible power) 형태로 maximum uplink rate를 정하고, tau 곱하기 rate를 floor한 bit 수만큼 FIFO task를 offload합니다. Multiple users가 spectrum을 공유할 수 있으며 simulation에서는 FDMA를 사용합니다. 선택이 곧 무제한 전송이라는 뜻은 아닙니다.
공개 출처
arxiv-v1 | p. 3, Eq. (5), Task Offloading Model
Energy-Aware Multi-Server Mobile Edge Computing: A Deep Reinforcement Learning Approach, arXiv:1912.10485v1
https://arxiv.org/abs/1912.10485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energy transition과 두 평가 지표
발표 대본
Energy는 idle이면 epsilon만큼, local이면 local computing energy와 epsilon만큼, offload이면 radio energy와 epsilon만큼 줄어듭니다. System lifetime LT는 모든 user가 positive energy를 갖는 마지막 slot이며, 한 명이라도 battery가 소진되면 episode가 끝납니다. Average task completion time은 종료 전 완료된 task마다 completion slot minus arrival slot을 평균한 값입니다. tau를 곱하지 않는 한 이 값은 초가 아니라 slot 단위입니다.
공개 출처
arxiv-v1 | p. 3, Energy Model; Eqs. (6)–(8)
Energy-Aware Multi-Server Mobile Edge Computing: A Deep Reinforcement Learning Approach, arXiv:1912.10485v1
https://arxiv.org/abs/1912.10485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한 MEC server가 보는 DQN feedback loop
발표 대본
각 MEC server의 DQN agent는 associated users의 queue length, energy, mean waiting time, uplink SNR을 input으로 받고 한 user를 선택합니다. Selected user's immediate individual reward는 offloaded or computed bits divided by that user's offloading energy입니다. 이 reward는 system lifetime과 task completion time을 직접 더한 식이 아닙니다. 실행 뒤 queue와 energy transition, 다음 task arrival가 next observation을 만들며, 동일 slot에 다른 server agents도 각자의 disjoint pool에서 action을 고릅니다.
공개 출처
arxiv-v1 | p. 4, proposed multi-agent approach
Energy-Aware Multi-Server Mobile Edge Computing: A Deep Reinforcement Learning Approach, arXiv:1912.10485v1
https://arxiv.org/abs/1912.10485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학습 reward와 논문이 보고한 KPI를 분리해 읽기
발표 대본
논문은 각 selected user's energy efficiency를 individual reward로 정의하고, numerical result에서는 system lifetime과 average task completion time을 함께 보고합니다. 따라서 bit per joule reward가 이 two-KPI trade-off로 이어지는 것은 이 paper의 simulation evidence로 읽어야 합니다. 이 short paper 안에는 reward가 두 KPI의 globally optimal scalarization이라는 theorem은 제시되지 않습니다.
공개 출처
arxiv-v1 | pp. 1, 4-5, abstract and numerical results
Energy-Aware Multi-Server Mobile Edge Computing: A Deep Reinforcement Learning Approach, arXiv:1912.10485v1
https://arxiv.org/abs/1912.10485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교육용 한 slot 계산: 선택 뒤 무엇이 다음 state가 되나
발표 대본
이 표는 논문 결과가 아닌 teaching-only construction입니다. A와 B가 한 server pool에 있고, A에는 한 task arrival, B에는 arrival가 없다고 가정합니다. Policy가 B를 선택했을 때 B가 2,000 bit를 offload하고 radio energy 0.2 J를 쓰면 immediate reward는 10,000 bits/J입니다. A의 local service, B의 offload, idle epsilon은 모두 다음 battery와 queue state를 바꿉니다. 실제 paper에서는 task size가 1 KB이고 channel·feasibility가 service bit를 정합니다.
공개 출처
arxiv-v1 | pp. 3-4, system transition; constructed example
Energy-Aware Multi-Server Mobile Edge Computing: A Deep Reinforcement Learning Approach, arXiv:1912.10485v1
https://arxiv.org/abs/1912.10485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episode와 DQN training은 어떻게 진행되는가
발표 대본
매 episode의 시작에는 users와 MEC servers를 10 m by 10 m 영역에 무작위로 배치하고 all users에 maximum energy를 둡니다. Slots를 진행하다 적어도 한 node의 battery가 소진되면 episode가 종료되며, locations, task buffers, energy levels를 reset합니다. Simulation은 replay buffer 100,000, discount factor 0.9, batch size 64를 사용하고 episode 끝마다 DQN을 update합니다.
공개 출처
arxiv-v1 | p. 4, training and simulation setup
Energy-Aware Multi-Server Mobile Edge Computing: A Deep Reinforcement Learning Approach, arXiv:1912.10485v1
https://arxiv.org/abs/1912.10485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보고된 simulation 조건: 결과를 떼어 읽지 않기
발표 대본
논문은 random locations in a 10 m by 10 m area, 100 ms time slot, 20 MHz bandwidth, FDMA, 1 KB homogeneous task, mean arrival rate 10을 사용합니다. Initial maximum energy는 episode 시작마다 uniform distribution over 0.01 to 1 J에서 뽑습니다. DQN은 200-node tanh hidden layer 두 개를 쓰고, epsilon-greedy action은 첫 100 pretraining episode에서 모두 random이며 이후 10,000 intervals에 걸쳐 1 percent로 줄어듭니다.
공개 출처
arxiv-v1 | p. 4, simulation setup
Energy-Aware Multi-Server Mobile Edge Computing: A Deep Reinforcement Learning Approach, arXiv:1912.10485v1
https://arxiv.org/abs/1912.10485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비교 baseline은 어떤 사용자만 우선하는가
발표 대본
Time-Greedy는 every time interval에 average task waiting time이 가장 큰 user를 선택합니다. Energy-Greedy는 current energy level이 가장 낮은 user를 선택합니다. DQN은 queue length, energy, average waiting time, uplink SNR을 observation으로 써 learned action을 정합니다. 이 baseline definition은 각 rule이 어떤 KPI를 반드시 optimal하게 만든다는 증명은 아닙니다.
공개 출처
arxiv-v1 | p. 4, baseline definitions
Energy-Aware Multi-Server Mobile Edge Computing: A Deep Reinforcement Learning Approach, arXiv:1912.10485v1
https://arxiv.org/abs/1912.10485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Figure 4: training 중 server 수가 바꾸는 모습
발표 대본
Figure 4는 5 users를 두고 1, 2, 3 MEC servers일 때 DQN training episode별 system lifetime과 average task completion time curve를 그립니다. 본문은 DQN agents가 around 1,000 episodes 이후 converge한다고 설명하고, multiple servers가 load balancing을 개선한다고 해석합니다. Figure plot은 table data가 아니므로, 이 자료에서는 curve의 대략 숫자를 정밀한 reported value처럼 인용하지 않습니다.
공개 출처
arxiv-v1 | pp. 4-5, Fig. 4
Energy-Aware Multi-Server Mobile Edge Computing: A Deep Reinforcement Learning Approach, arXiv:1912.10485v1
https://arxiv.org/abs/1912.10485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Figure 5의 핵심: 한 방법이 두 축을 모두 이기지 않는다
발표 대본
Rendered Figure 5의 x-axis는 number of servers이며 3, 4, 5를 표시합니다. Plot상 Time-Greedy는 shorter completion time 쪽, Energy-Greedy는 longer lifetime 쪽에 있고 DQN은 양쪽 extreme 사이의 balance를 보입니다. 다만 Figure 5를 소개하는 p.4 prose는 ‘3 MEC servers와 5 users를 fix’했다고 써서 visible x-axis와 충돌합니다. 이 자료는 이를 해소하지 않고 source internal inconsistency로 남기며, exact numerical comparison을 만들지 않습니다.
공개 출처
arxiv-v1 | pp. 4-5, Fig. 5 and adjacent prose
Energy-Aware Multi-Server Mobile Edge Computing: A Deep Reinforcement Learning Approach, arXiv:1912.10485v1
https://arxiv.org/abs/1912.10485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이 논문에서 얻을 수 있는 것과 아직 남는 것
발표 대본
이 논문은 multi-server MEC에서 battery·queue·channel state를 관측해 per-server offloading user를 선택하는 구조를 명확히 보여 줍니다. 그러나 experiment는 10 m by 10 m, homogeneous 1 KB tasks, given simulator parameter에서 이뤄졌고, source에는 seed number, confidence interval, error bar가 없습니다. 또한 action은 fixed association 아래 one user selection입니다. 따라서 field deployment, dynamic association, or a universal optimality claim으로 확장해서 읽지 않아야 합니다.
공개 출처
arxiv-v1 | pp. 2-5, model and numerical results
Energy-Aware Multi-Server Mobile Edge Computing: A Deep Reinforcement Learning Approach, arXiv:1912.10485v1
https://arxiv.org/abs/1912.10485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논문의 논리 사슬을 한 장으로 정리
발표 대본
이 논문의 핵심은 multi-agent라는 이름만이 아닙니다. Fixed association으로 만든 disjoint user pool 안에서, each server agent가 current queue, energy, waiting time, SNR을 보고 one user를 offload하도록 선택합니다. Feasibility와 energy transition이 next state를 만들고, immediate bit/J reward로 학습된 policy를 lifetime과 completion-time trade-off에서 평가합니다. 이 chain을 분리해서 읽으면 reward, action space, and reported result의 경계를 지킬 수 있습니다.
공개 출처
arxiv-v1 | pp. 1-5, abstract through conclusion
Energy-Aware Multi-Server Mobile Edge Computing: A Deep Reinforcement Learning Approach, arXiv:1912.10485v1
https://arxiv.org/abs/1912.10485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5900" cy="6858000"/>
          </a:xfrm>
          <a:prstGeom prst="rect">
            <a:avLst/>
          </a:prstGeom>
          <a:solidFill>
            <a:srgbClr val="0D685C"/>
          </a:solidFill>
          <a:ln w="12700">
            <a:solidFill>
              <a:srgbClr val="0D685C">
                <a:alpha val="0"/>
              </a:srgbClr>
            </a:solidFill>
            <a:prstDash val="solid"/>
          </a:ln>
        </p:spPr>
        <p:txBody>
          <a:bodyPr/>
          <a:lstStyle/>
          <a:p>
            <a:endParaRPr lang="ko-KR"/>
          </a:p>
        </p:txBody>
      </p:sp>
      <p:sp>
        <p:nvSpPr>
          <p:cNvPr id="3" name="Text 1"/>
          <p:cNvSpPr txBox="1"/>
          <p:nvPr/>
        </p:nvSpPr>
        <p:spPr>
          <a:xfrm>
            <a:off x="889000" y="889000"/>
            <a:ext cx="8763000" cy="1346200"/>
          </a:xfrm>
          <a:prstGeom prst="rect">
            <a:avLst/>
          </a:prstGeom>
          <a:noFill/>
          <a:ln/>
        </p:spPr>
        <p:txBody>
          <a:bodyPr wrap="square" lIns="0" tIns="0" rIns="0" bIns="0" rtlCol="0" anchor="t"/>
          <a:lstStyle/>
          <a:p>
            <a:pPr algn="l" indent="0" marL="0">
              <a:lnSpc>
                <a:spcPct val="115000"/>
              </a:lnSpc>
              <a:buNone/>
            </a:pPr>
            <a:r>
              <a:rPr lang="en-US" sz="4000" b="1" dirty="0">
                <a:solidFill>
                  <a:srgbClr val="0D685C"/>
                </a:solidFill>
                <a:latin typeface="AppleGothic" pitchFamily="34" charset="0"/>
                <a:ea typeface="AppleGothic" pitchFamily="34" charset="-122"/>
                <a:cs typeface="AppleGothic" pitchFamily="34" charset="-120"/>
              </a:rPr>
              <a:t>배터리 제약 MEC에서: 어느 사용자를 오프로딩할까</a:t>
            </a:r>
            <a:endParaRPr lang="en-US" sz="4000" dirty="0"/>
          </a:p>
        </p:txBody>
      </p:sp>
      <p:sp>
        <p:nvSpPr>
          <p:cNvPr id="4" name="Text 2"/>
          <p:cNvSpPr txBox="1"/>
          <p:nvPr/>
        </p:nvSpPr>
        <p:spPr>
          <a:xfrm>
            <a:off x="889000" y="2413000"/>
            <a:ext cx="9652000" cy="1333500"/>
          </a:xfrm>
          <a:prstGeom prst="rect">
            <a:avLst/>
          </a:prstGeom>
          <a:noFill/>
          <a:ln/>
        </p:spPr>
        <p:txBody>
          <a:bodyPr wrap="square" lIns="0" tIns="0" rIns="0" bIns="0" rtlCol="0" anchor="t"/>
          <a:lstStyle/>
          <a:p>
            <a:pPr algn="l" indent="0" marL="0">
              <a:lnSpc>
                <a:spcPct val="125000"/>
              </a:lnSpc>
              <a:buNone/>
            </a:pPr>
            <a:r>
              <a:rPr lang="en-US" sz="2200" dirty="0">
                <a:solidFill>
                  <a:srgbClr val="173C37"/>
                </a:solidFill>
                <a:latin typeface="AppleGothic" pitchFamily="34" charset="0"/>
                <a:ea typeface="AppleGothic" pitchFamily="34" charset="-122"/>
                <a:cs typeface="AppleGothic" pitchFamily="34" charset="-120"/>
              </a:rPr>
              <a:t>Energy-Aware Multi-Server Mobile Edge Computing: A Deep Reinforcement Learning Approach</a:t>
            </a:r>
            <a:endParaRPr lang="en-US" sz="2200" dirty="0"/>
          </a:p>
        </p:txBody>
      </p:sp>
      <p:sp>
        <p:nvSpPr>
          <p:cNvPr id="5" name="Shape 3"/>
          <p:cNvSpPr/>
          <p:nvPr/>
        </p:nvSpPr>
        <p:spPr>
          <a:xfrm>
            <a:off x="889000" y="4076700"/>
            <a:ext cx="96520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89000" y="4368800"/>
            <a:ext cx="9652000" cy="685800"/>
          </a:xfrm>
          <a:prstGeom prst="rect">
            <a:avLst/>
          </a:prstGeom>
          <a:noFill/>
          <a:ln/>
        </p:spPr>
        <p:txBody>
          <a:bodyPr wrap="square" lIns="0" tIns="0" rIns="0" bIns="0" rtlCol="0" anchor="t"/>
          <a:lstStyle/>
          <a:p>
            <a:pPr algn="l" indent="0" marL="0">
              <a:lnSpc>
                <a:spcPct val="125000"/>
              </a:lnSpc>
              <a:buNone/>
            </a:pPr>
            <a:r>
              <a:rPr lang="en-US" sz="1750" dirty="0">
                <a:solidFill>
                  <a:srgbClr val="5E6D69"/>
                </a:solidFill>
                <a:latin typeface="AppleGothic" pitchFamily="34" charset="0"/>
                <a:ea typeface="AppleGothic" pitchFamily="34" charset="-122"/>
                <a:cs typeface="AppleGothic" pitchFamily="34" charset="-120"/>
              </a:rPr>
              <a:t>Navid Naderializadeh, Morteza Hashemi (2019)</a:t>
            </a:r>
            <a:endParaRPr lang="en-US" sz="1750" dirty="0"/>
          </a:p>
        </p:txBody>
      </p:sp>
      <p:sp>
        <p:nvSpPr>
          <p:cNvPr id="7" name="Text 5"/>
          <p:cNvSpPr txBox="1"/>
          <p:nvPr/>
        </p:nvSpPr>
        <p:spPr>
          <a:xfrm>
            <a:off x="889000" y="5245100"/>
            <a:ext cx="9652000" cy="571500"/>
          </a:xfrm>
          <a:prstGeom prst="rect">
            <a:avLst/>
          </a:prstGeom>
          <a:noFill/>
          <a:ln/>
        </p:spPr>
        <p:txBody>
          <a:bodyPr wrap="square" lIns="0" tIns="0" rIns="0" bIns="0" rtlCol="0" anchor="t"/>
          <a:lstStyle/>
          <a:p>
            <a:pPr algn="l" indent="0" marL="0">
              <a:lnSpc>
                <a:spcPct val="125000"/>
              </a:lnSpc>
              <a:buNone/>
            </a:pPr>
            <a:r>
              <a:rPr lang="en-US" sz="1750" dirty="0">
                <a:solidFill>
                  <a:srgbClr val="0D685C"/>
                </a:solidFill>
                <a:latin typeface="AppleGothic" pitchFamily="34" charset="0"/>
                <a:ea typeface="AppleGothic" pitchFamily="34" charset="-122"/>
                <a:cs typeface="AppleGothic" pitchFamily="34" charset="-120"/>
              </a:rPr>
              <a:t>여러 MEC 서버가 각자의 사용자 중 한 명을 고르는 multi-agent DQN</a:t>
            </a:r>
            <a:endParaRPr lang="en-US" sz="1750" dirty="0"/>
          </a:p>
        </p:txBody>
      </p:sp>
      <p:sp>
        <p:nvSpPr>
          <p:cNvPr id="8" name="Shape 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9" name="Text 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title, abstract, v1</a:t>
            </a:r>
            <a:endParaRPr lang="en-US" sz="1050" dirty="0"/>
          </a:p>
        </p:txBody>
      </p:sp>
      <p:sp>
        <p:nvSpPr>
          <p:cNvPr id="10" name="Text 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왜 ‘모두 오프로딩’이 답이 아닌가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공유 무선 자원과 서버 queue 때문에 집중 오프로딩은 처리량을 낮출 수 있다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여러 사용자</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battery와 FIFO task queue를 가진다</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공유 무선</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동시에 보내면 통신 자원을 나눈다</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서버 부담</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집중된 task는 queue와 연산 부담을 만든다</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동적 선택</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이번 slot에 보낼 사용자를 고른다</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문제는 서버 선택 자체보다, 각 서버가 제한된 자원을 누구에게 쓸지 정하는 것이다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 1, abstract and Introduction</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이 논문이 실제로 결정하는 범위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일반적인 전역 resource allocation이 아니라, 미리 연결된 pool 안의 한 사용자 선택이다</a:t>
            </a:r>
            <a:endParaRPr lang="en-US" sz="1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065528"/>
                <a:gridCol w="3043936"/>
                <a:gridCol w="1848104"/>
                <a:gridCol w="391363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논문의 설정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slot 변화</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범위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association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가장 큰 long-term gain의 server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아니오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매 slot server migration이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user pool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server마다 서로 겹치지 않는 U_i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아니오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서버들이 같은 사용자를 다투지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agent action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자기 pool에서 한 사용자 선택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예</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사용자마다 server를 고르는 action이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나머지 사용자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energy가 되면 local computing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예</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모두 offload하는 구조가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각 MEC agent는 자신의 disjoint pool에서 한 명을 고른다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pp. 2-3, System Model</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한 time slot에서 변하는 상태와 행동</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task는 FIFO queue에 쌓이고, battery와 channel은 다음 선택의 입력이 된다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739392"/>
                <a:gridCol w="3043936"/>
                <a:gridCol w="3152648"/>
                <a:gridCol w="293522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상태</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뜻</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이번 slot의 영향</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다음 slot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queue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도착한 homogeneous task의 FIFO buffer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local 또는 offload한 task가 빠짐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새 arrival와 남은 task가 관측됨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energy E_j</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slot 시작 battery energy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idle, local, radio energy가 빠짐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작아지면 feasible power가 줄어듦</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uplink SNR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현재 uplink 품질</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offload bit capacity를 바꿈</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새 관측값으로 들어감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waiting time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queue 안 task들의 평균 대기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선택 priority의 관측 feature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service와 arrival에 따라 바뀜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정책은 고정 rule이 아니라, queue·energy·waiting time·SNR의 현재 관측에 반응한다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pp. 3-4, System Model and proposed approach</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local computing: battery가 CPU capacity도 제한한다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hardware 최대 주파수와 slot 에너지 예산 중 더 엄격한 쪽이 local service를 정한다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slot 시작 energy</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E_j(t)와 slot 길이 tau를 본다</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feasible power</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E_j(t) / tau를 넘지 않는다</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CPU frequency cap</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hardware cap과 energy cap 중 작은 값</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FIFO service</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capacity 안에 드는 head task부터 처리</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battery가 작아지면 local CPU frequency와 처리 가능한 bit 수도 함께 줄어든다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 3, Eqs. (2)–(4), Local Computation Model</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offloading: battery·SNR가 uplink bit cap을 정한다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선택되었다고 해서 queue 전체를 보내는 것이 아니라, 이번 slot rate가 허용한 만큼만 보낸다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selected user</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server agent가 pool에서 한 명을 고른다</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feasible TX power</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battery budget과 hardware cap을 함께 적용</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uplink rate</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bandwidth와 SNR로 rate를 계산</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FIFO offload</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rate가 허용한 bit만 head부터 전송</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offload capacity는 선택 여부만이 아니라, slot의 channel과 남은 energy에도 달려 있다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 3, Eq. (5), Task Offloading Model</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energy transition과 두 평가 지표</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빠른 service는 battery를 더 쓸 수 있으므로, completion time과 lifetime은 충돌할 수 있다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3043936"/>
                <a:gridCol w="3152648"/>
                <a:gridCol w="250037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한 slot 후 변화</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정의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주의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idle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E(next)=E-epsilon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standby energy도 소비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아무것도 안 해도 battery는 감소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local / offload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E(next)=E-action-epsilon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action의 에너지를 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local과 radio energy는 다름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system lifetime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첫 battery depletion에서 종료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user가 살아 있는 마지막 slot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평균 battery lifetime이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task completion time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완료 slot - arrival slot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종료 전 완료 task의 평균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기본 단위는 slot 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빠른 task service는 battery를 더 써 lifetime과 충돌할 수 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 3, Energy Model; Eqs. (6)–(8)</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한 MEC server가 보는 DQN feedback loop</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아래는 한 server의 serial view이며, disjoint pool의 다른 agents는 같은 slot에 병렬로 선택한다</a:t>
            </a:r>
            <a:endParaRPr lang="en-US" sz="1900" dirty="0"/>
          </a:p>
        </p:txBody>
      </p:sp>
      <p:sp>
        <p:nvSpPr>
          <p:cNvPr id="4" name="mechanism-lane-server"/>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server i</a:t>
            </a:r>
            <a:endParaRPr lang="en-US" sz="1250" dirty="0"/>
          </a:p>
        </p:txBody>
      </p:sp>
      <p:sp>
        <p:nvSpPr>
          <p:cNvPr id="5" name="mechanism-edge-e1-segment-1"/>
          <p:cNvSpPr/>
          <p:nvPr/>
        </p:nvSpPr>
        <p:spPr>
          <a:xfrm>
            <a:off x="329946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e2-segment-1"/>
          <p:cNvSpPr/>
          <p:nvPr/>
        </p:nvSpPr>
        <p:spPr>
          <a:xfrm>
            <a:off x="534162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e3-segment-1"/>
          <p:cNvSpPr/>
          <p:nvPr/>
        </p:nvSpPr>
        <p:spPr>
          <a:xfrm>
            <a:off x="738378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edge-e4-segment-1"/>
          <p:cNvSpPr/>
          <p:nvPr/>
        </p:nvSpPr>
        <p:spPr>
          <a:xfrm>
            <a:off x="942594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9" name="mechanism-node-obs"/>
          <p:cNvSpPr txBox="1"/>
          <p:nvPr/>
        </p:nvSpPr>
        <p:spPr>
          <a:xfrm>
            <a:off x="1739900" y="3263900"/>
            <a:ext cx="1559560" cy="228600"/>
          </a:xfrm>
          <a:prstGeom prst="rect">
            <a:avLst/>
          </a:prstGeom>
          <a:noFill/>
          <a:ln/>
        </p:spPr>
        <p:txBody>
          <a:bodyPr wrap="square" lIns="0" tIns="0" rIns="0" bIns="0" rtlCol="0" anchor="ctr"/>
          <a:lstStyle/>
          <a:p>
            <a:pPr algn="ctr" indent="0" marL="0">
              <a:lnSpc>
                <a:spcPct val="120000"/>
              </a:lnSpc>
              <a:buNone/>
            </a:pPr>
            <a:r>
              <a:rPr lang="en-US" sz="1150" b="1" dirty="0">
                <a:solidFill>
                  <a:srgbClr val="0D685C"/>
                </a:solidFill>
                <a:latin typeface="AppleGothic" pitchFamily="34" charset="0"/>
                <a:ea typeface="AppleGothic" pitchFamily="34" charset="-122"/>
                <a:cs typeface="AppleGothic" pitchFamily="34" charset="-120"/>
              </a:rPr>
              <a:t>현재 관측</a:t>
            </a:r>
            <a:endParaRPr lang="en-US" sz="1150" dirty="0"/>
          </a:p>
        </p:txBody>
      </p:sp>
      <p:sp>
        <p:nvSpPr>
          <p:cNvPr id="10" name="mechanism-node-obs-queue-1"/>
          <p:cNvSpPr/>
          <p:nvPr/>
        </p:nvSpPr>
        <p:spPr>
          <a:xfrm>
            <a:off x="1739900" y="3517900"/>
            <a:ext cx="155956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queue</a:t>
            </a:r>
            <a:endParaRPr lang="en-US" sz="950" dirty="0"/>
          </a:p>
        </p:txBody>
      </p:sp>
      <p:sp>
        <p:nvSpPr>
          <p:cNvPr id="11" name="mechanism-node-obs-queue-2"/>
          <p:cNvSpPr/>
          <p:nvPr/>
        </p:nvSpPr>
        <p:spPr>
          <a:xfrm>
            <a:off x="1739900" y="3708400"/>
            <a:ext cx="155956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energy</a:t>
            </a:r>
            <a:endParaRPr lang="en-US" sz="950" dirty="0"/>
          </a:p>
        </p:txBody>
      </p:sp>
      <p:sp>
        <p:nvSpPr>
          <p:cNvPr id="12" name="mechanism-node-obs-queue-3"/>
          <p:cNvSpPr/>
          <p:nvPr/>
        </p:nvSpPr>
        <p:spPr>
          <a:xfrm>
            <a:off x="1739900" y="3898900"/>
            <a:ext cx="155956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wait</a:t>
            </a:r>
            <a:endParaRPr lang="en-US" sz="950" dirty="0"/>
          </a:p>
        </p:txBody>
      </p:sp>
      <p:sp>
        <p:nvSpPr>
          <p:cNvPr id="13" name="mechanism-node-obs-queue-4"/>
          <p:cNvSpPr/>
          <p:nvPr/>
        </p:nvSpPr>
        <p:spPr>
          <a:xfrm>
            <a:off x="1739900" y="4089400"/>
            <a:ext cx="155956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SNR</a:t>
            </a:r>
            <a:endParaRPr lang="en-US" sz="950" dirty="0"/>
          </a:p>
        </p:txBody>
      </p:sp>
      <p:sp>
        <p:nvSpPr>
          <p:cNvPr id="14" name="mechanism-node-dqn"/>
          <p:cNvSpPr/>
          <p:nvPr/>
        </p:nvSpPr>
        <p:spPr>
          <a:xfrm>
            <a:off x="378206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DQN</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pool state로</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user 하나 선택</a:t>
            </a:r>
            <a:endParaRPr lang="en-US" sz="1150" dirty="0"/>
          </a:p>
        </p:txBody>
      </p:sp>
      <p:sp>
        <p:nvSpPr>
          <p:cNvPr id="15" name="mechanism-node-execute"/>
          <p:cNvSpPr/>
          <p:nvPr/>
        </p:nvSpPr>
        <p:spPr>
          <a:xfrm>
            <a:off x="582422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실행</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선택자 offload</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나머지 local</a:t>
            </a:r>
            <a:endParaRPr lang="en-US" sz="1150" dirty="0"/>
          </a:p>
        </p:txBody>
      </p:sp>
      <p:sp>
        <p:nvSpPr>
          <p:cNvPr id="16" name="mechanism-node-reward"/>
          <p:cNvSpPr/>
          <p:nvPr/>
        </p:nvSpPr>
        <p:spPr>
          <a:xfrm>
            <a:off x="786638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reward</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selected bits</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 joule</a:t>
            </a:r>
            <a:endParaRPr lang="en-US" sz="1150" dirty="0"/>
          </a:p>
        </p:txBody>
      </p:sp>
      <p:sp>
        <p:nvSpPr>
          <p:cNvPr id="17" name="mechanism-node-next"/>
          <p:cNvSpPr/>
          <p:nvPr/>
        </p:nvSpPr>
        <p:spPr>
          <a:xfrm>
            <a:off x="990854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next state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queue·energy</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새 arrival</a:t>
            </a:r>
            <a:endParaRPr lang="en-US" sz="1150" dirty="0"/>
          </a:p>
        </p:txBody>
      </p:sp>
      <p:sp>
        <p:nvSpPr>
          <p:cNvPr id="18" name="Shape 1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9" name="Text 1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reward는 selected user's bit/J이고, lifetime·completion time은 별도다</a:t>
            </a:r>
            <a:endParaRPr lang="en-US" sz="1750" dirty="0"/>
          </a:p>
        </p:txBody>
      </p:sp>
      <p:sp>
        <p:nvSpPr>
          <p:cNvPr id="20" name="Shape 1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1" name="Text 1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 4, proposed multi-agent approach</a:t>
            </a:r>
            <a:endParaRPr lang="en-US" sz="1050" dirty="0"/>
          </a:p>
        </p:txBody>
      </p:sp>
      <p:sp>
        <p:nvSpPr>
          <p:cNvPr id="22" name="Text 2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학습 reward와 논문이 보고한 KPI를 분리해 읽기</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두 종류의 수치를 같은 목적함수로 합쳐 썼다고 가정하면 논문의 설명 범위를 넘는다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3152648"/>
                <a:gridCol w="2391664"/>
                <a:gridCol w="315264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구분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무엇을 재나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범위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논문에서의 역할</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immediate reward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선택 user의 bit / offload energy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한 agent, 한 slot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DQN action learning signal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system lifetime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첫 battery depletion 전까지의 slot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users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trade-off 평가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completion time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arrival부터 completion까지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완료된 tasks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trade-off 평가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해석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reward와 KPI는 관련될 수 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실험 설정에 의존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동일한 scalar objective는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DQN이 bit/J를 학습한다고 해서 lifetime과 completion time의 최적성이 증명된 것은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pp. 1, 4-5, abstract and numerical results</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교육용 한 slot 계산: 선택 뒤 무엇이 다음 state가 되나</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가정한 숫자이며 논문의 simulation 측정값이나 실제 DQN action이 아니다</a:t>
            </a:r>
            <a:endParaRPr lang="en-US" sz="1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500376"/>
                <a:gridCol w="2935224"/>
                <a:gridCol w="2935224"/>
                <a:gridCol w="250037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가정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이번 slot action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계산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next observation</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user A: queue 2, E=4 J</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local로 1 task 처리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E(next)=4-0.1-epsilon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queue: 2-1+1=2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user B: queue 3, E=2 J</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가상의 policy가 B를 offload 선택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2,000 bit / 0.2 J = 10,000 bit/J</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E(next)=2-0.2-epsilon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toy task size 1,000 bit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B가 2 task를 전송</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queue: 3-2+0=1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 queue와 energy가 새 input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선택은 한 번의 reward만 만들지 않고, queue·energy·waiting time을 바꿔 다음 선택을 바꾼다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pp. 3-4, system transition; constructed example</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episode와 DQN training은 어떻게 진행되는가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network를 무작정 반복하는 것이 아니라, first battery depletion까지의 episode에서 experience를 모은다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episode reset</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user·server 위치와 buffer·energy를 초기화</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slot action</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각 server agent가 user 하나를 선택</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state transition</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service, energy, arrival로 state를 갱신</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episode end</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첫 battery depletion 뒤 다음 layout으로 reset</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DQN update</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replay buffer의 experience로 network를 갱신</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종료 조건은 모든 user의 평균 battery가 아니라 한 user의 battery depletion이다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 4, training and simulation setup</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보고된 simulation 조건: 결과를 떼어 읽지 않기</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아래 수치는 deployment specification이 아니라 이 논문의 numerical setting이다</a:t>
            </a:r>
            <a:endParaRPr lang="en-US" sz="1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848104"/>
                <a:gridCol w="3587496"/>
                <a:gridCol w="1848104"/>
                <a:gridCol w="358749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범주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설정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범주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설정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area / slot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 m × 10 m / 100 ms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wireless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20 MHz, FDMA, noise -174 dBm/Hz</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user energy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initial max energy: uniform (0.01, 1) J</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task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mean arrival 10, size 1 KB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hardware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user CPU 1 GHz; server CPU 3 GHz</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power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max TX 27 dBm; kappa 10^-27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DQN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 tanh layers, each 200 nodes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exploration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100 episode random, then 1%까지 decay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reported trade-off는 이 FDMA simulator와 training setting에 조건부다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 4, simulation setup</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비교 baseline은 어떤 사용자만 우선하는가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두 greedy rule은 같은 two-KPI trade-off의 양끝을 보여 주는 비교 기준이다</a:t>
            </a:r>
            <a:endParaRPr lang="en-US" sz="1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2935224"/>
                <a:gridCol w="2717800"/>
                <a:gridCol w="304393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방법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server가 고르는 user</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직관</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예상되는 편향</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Time-Greedy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average queue waiting time이 가장 큰 user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오래 기다린 task를 먼저 처리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completion time을 낮추려 battery를 더 빨리 쓸 수 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Energy-Greedy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energy level이 가장 낮은 user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battery가 약한 user를 우선 보호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service가 늦어져 completion time이 커질 수 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DQN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현재 observation으로 learned selection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queue·energy·wait·SNR을 함께 관측</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두 지표를 동시에 지배한다고 가정할 수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baseline은 서로 다른 priority의 extreme을 보여 주는 비교 기준이다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 4, baseline definitions</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Figure 4: training 중 server 수가 바꾸는 모습</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5 users에서 1·2·3 servers를 비교한 learning curves이며, 정확한 tabulated 수치가 아니다</a:t>
            </a:r>
            <a:endParaRPr lang="en-US" sz="1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2935224"/>
                <a:gridCol w="2717800"/>
                <a:gridCol w="250037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보이는 비교</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저자 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읽을 때 주의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 users, 1/2/3 servers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system lifetime과 completion time의 DQN curves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약 1,000 episodes 뒤 convergence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plot에서 임의의 정확한 수치를 만들지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더 많은 servers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curves의 상대적 변화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load balancing과 overall performance 개선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다른 area·arrival에도 보장된다는 뜻은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training episode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learning progress의 x-axis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policy가 안정되는 과정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물리적 seconds나 slot time axis가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Figure 4는 이 setup의 learning curve이지 general scaling law가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pp. 4-5, Fig. 4</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Figure 5의 핵심: 한 방법이 두 축을 모두 이기지 않는다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source plot의 3·4·5 server 비교에서 DQN은 two greedy extremes 사이의 trade-off를 보인다</a:t>
            </a:r>
            <a:endParaRPr lang="en-US" sz="1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2609088"/>
                <a:gridCol w="2717800"/>
                <a:gridCol w="337007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방법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system lifetime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task completion time</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Time-Greedy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그림에서 더 짧은 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그림에서 더 낮은 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대기시간 priority의 fast-service 쪽 extreme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Energy-Greedy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그림에서 더 긴 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그림에서 더 높은 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battery priority의 lifetime 쪽 extreme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DQN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두 extreme 사이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두 extreme 사이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저자가 말한 balanced trade-off</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조건 주의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Figure 5 x-axis: 3, 4, 5 servers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본문 p.4는 3 servers fixed라고 서술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원문 내부 조건 불일치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DQN은 이 simulation에서 두 extreme 사이의 trade-off를 보인다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pp. 4-5, Fig. 5 and adjacent prose</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이 논문에서 얻을 수 있는 것과 아직 남는 것</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mechanism은 분명하지만, result의 범위는 작은 simulator와 stated action space에 묶여 있다</a:t>
            </a:r>
            <a:endParaRPr lang="en-US" sz="1900" dirty="0"/>
          </a:p>
        </p:txBody>
      </p:sp>
      <p:sp>
        <p:nvSpPr>
          <p:cNvPr id="4" name="Text 2"/>
          <p:cNvSpPr txBox="1"/>
          <p:nvPr/>
        </p:nvSpPr>
        <p:spPr>
          <a:xfrm>
            <a:off x="838200" y="21717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fixed long-term association 뒤의 per-server one-user selection을 설명한다</a:t>
            </a:r>
            <a:endParaRPr lang="en-US" sz="2000" dirty="0"/>
          </a:p>
        </p:txBody>
      </p:sp>
      <p:sp>
        <p:nvSpPr>
          <p:cNvPr id="5" name="Shape 3"/>
          <p:cNvSpPr/>
          <p:nvPr/>
        </p:nvSpPr>
        <p:spPr>
          <a:xfrm>
            <a:off x="838200" y="27559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27940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battery·queue·SNR가 next-slot 선택으로 되먹임된다</a:t>
            </a:r>
            <a:endParaRPr lang="en-US" sz="2000" dirty="0"/>
          </a:p>
        </p:txBody>
      </p:sp>
      <p:sp>
        <p:nvSpPr>
          <p:cNvPr id="7" name="Shape 5"/>
          <p:cNvSpPr/>
          <p:nvPr/>
        </p:nvSpPr>
        <p:spPr>
          <a:xfrm>
            <a:off x="838200" y="33782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34163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10 m × 10 m simulator 밖 deployment 성능은 직접 측정하지 않는다</a:t>
            </a:r>
            <a:endParaRPr lang="en-US" sz="2000" dirty="0"/>
          </a:p>
        </p:txBody>
      </p:sp>
      <p:sp>
        <p:nvSpPr>
          <p:cNvPr id="9" name="Shape 7"/>
          <p:cNvSpPr/>
          <p:nvPr/>
        </p:nvSpPr>
        <p:spPr>
          <a:xfrm>
            <a:off x="838200" y="40005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40386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seed·confidence interval·error bar가 없어 significance를 읽을 수 없다</a:t>
            </a:r>
            <a:endParaRPr lang="en-US" sz="2000" dirty="0"/>
          </a:p>
        </p:txBody>
      </p:sp>
      <p:sp>
        <p:nvSpPr>
          <p:cNvPr id="11" name="Shape 9"/>
          <p:cNvSpPr/>
          <p:nvPr/>
        </p:nvSpPr>
        <p:spPr>
          <a:xfrm>
            <a:off x="838200" y="4622800"/>
            <a:ext cx="10693400" cy="0"/>
          </a:xfrm>
          <a:prstGeom prst="line">
            <a:avLst/>
          </a:prstGeom>
          <a:noFill/>
          <a:ln w="12700">
            <a:solidFill>
              <a:srgbClr val="C9D8D4"/>
            </a:solidFill>
            <a:prstDash val="solid"/>
            <a:headEnd type="none"/>
            <a:tailEnd type="none"/>
          </a:ln>
        </p:spPr>
        <p:txBody>
          <a:bodyPr/>
          <a:lstStyle/>
          <a:p>
            <a:endParaRPr lang="ko-KR"/>
          </a:p>
        </p:txBody>
      </p:sp>
      <p:sp>
        <p:nvSpPr>
          <p:cNvPr id="12" name="Text 10"/>
          <p:cNvSpPr txBox="1"/>
          <p:nvPr/>
        </p:nvSpPr>
        <p:spPr>
          <a:xfrm>
            <a:off x="838200" y="46609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selected-user bit/J reward는 two-KPI 최적성 theorem이 아니다</a:t>
            </a:r>
            <a:endParaRPr lang="en-US" sz="2000" dirty="0"/>
          </a:p>
        </p:txBody>
      </p:sp>
      <p:sp>
        <p:nvSpPr>
          <p:cNvPr id="13" name="Shape 1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4" name="Text 1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제한된 action space에서 energy-aware selection의 trade-off를 보였다</a:t>
            </a:r>
            <a:endParaRPr lang="en-US" sz="1750" dirty="0"/>
          </a:p>
        </p:txBody>
      </p:sp>
      <p:sp>
        <p:nvSpPr>
          <p:cNvPr id="15" name="Shape 1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6" name="Text 1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pp. 2-5, model and numerical results</a:t>
            </a:r>
            <a:endParaRPr lang="en-US" sz="1050" dirty="0"/>
          </a:p>
        </p:txBody>
      </p:sp>
      <p:sp>
        <p:nvSpPr>
          <p:cNvPr id="17" name="Text 1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논문의 논리 사슬을 한 장으로 정리</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shared wireless MEC의 병목을 per-server learned selection과 state feedback으로 다룬다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문제</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모두 offload하면 wireless와 server burden이 커진다</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제약</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FIFO, CPU/radio cap, battery transition</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정책</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server별 DQN이 pool 안 한 user를 선택</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feedback</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queue·energy·arrival가 next observation을 만든다</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결과</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greedy extremes 사이의 conditioned trade-off</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정책은 server 하나의 현재 pool과 next-slot state를 단위로 한다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arxiv-v1 pp. 1-5, abstract through conclusion</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17</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ple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배터리 제약 MEC에서: 어느 사용자를 오프로딩할까</dc:title>
  <dc:subject>Energy-Aware Multi-Server Mobile Edge Computing: A Deep Reinforcement Learning Approach</dc:subject>
  <dc:creator>Research Seminars</dc:creator>
  <cp:lastModifiedBy>Research Seminars</cp:lastModifiedBy>
  <cp:revision>1</cp:revision>
  <dcterms:created xsi:type="dcterms:W3CDTF">2026-09-12T05:48:35Z</dcterms:created>
  <dcterms:modified xsi:type="dcterms:W3CDTF">2026-09-12T05:48:35Z</dcterms:modified>
</cp:coreProperties>
</file>