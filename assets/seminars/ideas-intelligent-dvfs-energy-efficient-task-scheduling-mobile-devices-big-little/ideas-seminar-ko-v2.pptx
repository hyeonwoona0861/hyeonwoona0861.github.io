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30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583C092F-F030-4A4B-B9B5-9460714A155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iDEAS: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모바일 계산의 위치와 속도를 함께 선택하기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Nima Samadi, Farbod Yadollahi, Hamed Shah-Mansouri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Access 2025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논문을 소개합니다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목표는 모바일 기기의 작업 마감시간을 고려하면서 기기에서 소모하는 에너지를 줄이는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모델과 수치 실험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저자가 공개한 구현의 동작을 구분해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결과가 실제 스마트폰이나 특정 가속기에서 검증되었다는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200711–200724; title,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CE2F379-3ABD-4539-A724-EDF2A866282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출발점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느리게 계산해도 항상 절약되지는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코어 선택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주파수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오프로딩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송신 전력을 함께 결정합니다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전력은 순간 소비율이고 에너지는 시간 동안 누적한 소비량입니다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빨리 끝내거나 전력을 낮춘다는 사실 하나만으로 에너지 최소화를 보장할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클라우드 일반론이 아니라 근처 엣지 서버로 전체 작업을 보내는 모델입니다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200711–200714, §§I–III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61CDFD9-9EC9-4562-ADBC-D94B8941B7C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용어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실행시간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가치를 구분한다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DVFS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Dynamic Voltage and Frequency Scaling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WCET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Worst-Case Execution Time, AET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Actual Execution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에너지 값을 그대로 출력하는 회귀기라기보다 보상으로 정의한 행동 가치를 근사합니다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big.LITTLE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빠른 코어와 전력 효율 중심 코어를 함께 사용하는 이기종 구조를 가리킵니다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200712, 200714, 200717–200718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E0F7093-D54C-4440-B72D-E56E046EC26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작업의 경로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셋 중 하나만 선택한다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도식의 행은 선택 경로를 구분하며 장치별 물리적 소유 영역이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도착한 작업을 가운데 놓았다고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먼저 실행한다는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화살표는 동시에 실행되는 복제 경로가 아니라 선택 가능한 대안입니다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Eq.11–12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xL, xb, xO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합이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독립 작업과 실행 중 비이동을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목적식은 모바일 기기의 에너지이므로 엣지 서버가 쓰는 전력은 이 비용에 포함되지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반환 데이터가 작아 반환 통신 비용을 무시한다는 가정도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200714–200716, Fig. 1, Eqs. 10–12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95A0DA9-484A-4264-8DE9-22E8D3B05D2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반복되는 작업과 그 부하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반복 작업 유형과 그 유형에서 생성되는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WCET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 주파수는 실험에서 엣지의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2.8GHz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w/p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실제 로컬 코어 부하는 같지 않을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Fig.4–5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가로축은 총 활용률을 작업 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나눈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독립 작업 가정이므로 의존성 그래프의 선후관계는 다루지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200714, 200719, 200721, Eqs.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B25BC9F-0F03-498B-9EF2-72013CD558F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번의 결정 구간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주기들의 최소공배수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예는 원문 측정값이 아닌 최소공배수의 계산 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한 시간 단계의 길이를 그 단계 작업 주기들의 최소공배수로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작업 유형이 구간 안에서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생성할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정의가 현실에서 임의의 비정수 주기와 모든 도착 패턴을 그대로 지원한다는 보장은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200717, §IV-A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B56ECED-C7E4-4468-9286-36FAE7670E9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DVFS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에너지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×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실행시간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주파수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전압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스위칭 정전용량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누설 전류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송신 전력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전송률입니다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λ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모델 계수입니다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식만으로 모든 기기의 소비를 정확히 예측할 수는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논문의 평가에서는 코어별 주파수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전력 표를 사용하며 서버 계산 에너지는 모바일 목적식 밖입니다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200715–200716, Eqs. 3–10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C97D7B8-98E9-41D3-B3E8-DA64421F4DD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실행시간 모델과 실제 평가 가정은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앞부분은 메모리 병목 때문에 실행시간과 주파수가 단순 반비례하지 않을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평가 절에서는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WCET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 주파수에 역비례해 조정한다고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문장을 합쳐 비선형 실측 기반 스마트폰 실험이라고 소개하면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Tables1–2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마지막 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Consumption(J)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표기되어 있어 전력 열과 혼동하지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200715, 200719–200720, 200723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EA615DD-8D08-42D9-8E02-673E532EF98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작업의 세 선택지를 비교한다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실험값이 아닌 산술 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추가 통신 비용은 제외합니다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전송률은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6Mbit/s,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송신 전력은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0.1W,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서버 계산시간은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0.02s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가정했습니다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LITTLE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에너지가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작더라도 마감시간을 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엣지 에너지는 기기의 송신 부분만 계산했으며 서버가 소비한 에너지가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학습 보상과 이 단일 작업의 조건 비교를 동일시하지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200715–200718, Eqs. 10–15;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5B37FC3-4DB1-40A6-BBB7-F7AA43B3855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채널이 나빠지면 같은 선택의 결과도 바뀐다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역시 설명용 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고정해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감소한 경우만 비교했습니다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무선 모델은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r=W log2(1+qh/σ)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전력을 바꾸면 전송률과 에너지가 함께 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항상 최대 송신 전력이 유리하다고 결론 내릴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200715–200716, Eqs. 3, 10;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C930915-D531-4B99-835E-D59D8733C95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최적화 문제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주파수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전력을 묶는다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장기 목표는 여러 단계의 에너지 절감입니다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매번 정확히 풀어 최적해를 내는 알고리즘이 아니라 보상으로 학습한 정책을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τ≤p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여러 작업이 공유하는 코어의 대기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경합까지 검증되었다고 볼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평가에는 마감시간을 넘겨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집계된 작업이 존재합니다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200716–200718, Eqs. 12–15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AE9447F-1EA8-4692-BC9C-FB282FD7203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복잡성 주장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제시된 축약식은 따로 점검한다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 숫자는 설명용입니다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표시된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목적식은 작업별 선형 비용의 합이고 제약은 각 작업에서 정확히 하나를 선택하는 것뿐입니다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해는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min(cb_i,cL_i,cO_i)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관찰은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NP-hard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증명을 그대로 받아들일 수 없다는 뜻이며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확장 스케줄링 문제가 쉽다는 주장이나 원문 전체 문제의 분류를 새로 확정한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200716, Theorem 1, Eq. 13; mathematical check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7927024-55D5-40FF-958C-5D9309FDD1E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상태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작업과 자원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채널을 함께 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표기는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s=(u,w,b,h,ub,uL)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 네 항은 작업별 벡터이고 뒤는 코어 활용률입니다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 표기 자체를 입력 뉴런 수가 항상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뜻으로 읽으면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장에서 공개 구현의 작업별 입력을 별도로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200717–200718, §IV-B States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822A9DB-A2A3-4237-9867-74B04CF392F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구현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작업별 여섯 숫자를 넣는다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행은 한 작업의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입력입니다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값은 설정 범위에 맞춰 잘라내고 정규화합니다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벡터 표기와 다른 구현 표현임을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설명은 고정된 공개 코드의 정적 확인이며 실험 재현 결과가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 | HetrogenEnv._get_system_state; commit 1187ed4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 implementation: environment observation and reward (1187ed4)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https://github.com/NimaSamadi007/iDEAS-Implementation/blob/1187ed4199770f5332e474918cd3a730b02cea1b/env_models/env.py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200717–200718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1AADC4D-5579-49D6-B03F-9D7AC4E6A9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행동 번호는 실행 대상과 설정값의 쌍이다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코드는 대상 순서를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offload, little, big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두고 후보 개수를 누적해 번호를 해석합니다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공유 신경망이 작업별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값을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주파수와 전력의 연속 최적화 문제를 그대로 해결한 것이 아니라 이산 후보 선택입니다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| DQN_DVFS action decoding; 1187ed4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 implementation: DQN and action decoding (1187ed4)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https://github.com/NimaSamadi007/iDEAS-Implementation/blob/1187ed4199770f5332e474918cd3a730b02cea1b/dvfs/dqn_dvfs.py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config | cpus / channel configs; 1187ed4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 implementation: main, CPU and wireless configurations (1187ed4)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https://github.com/NimaSamadi007/iDEAS-Implementation/tree/1187ed4199770f5332e474918cd3a730b02cea1b/configs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BA4B863-4A20-43D1-A067-05D8641090C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 흐름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관측에서 세 경로 분배까지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탐험 시 임의 행동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외에는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 행동을 선택하고 세 작업 집합으로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집합을 실행한 결과에서 비용과 보상을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탐험 행동을 실제 기기에 무제한 적용해도 안전하다는 보장은 없고 실물 안전 제어는 후속 과제로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200718–200719,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487C15F-D261-4801-943C-81FFCBA00BD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에너지와 지연으로 비용을 만든다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에너지와 지연을 합하므로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ζ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단위와 수치가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작업별 지수 보상의 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구현은 유형별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비용을 평균내 지수 변환한 보상 배열을 사용하며 논문의 집합 표기와 구분해야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큰 비용을 준다고 모든 상태에서 기한을 만족하는 행동이 존재하거나 그 행동을 반드시 찾는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200718, Eqs. 14–15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 | HetrogenEnv._cal_reward; 1187ed4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 implementation: environment observation and reward (1187ed4)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https://github.com/NimaSamadi007/iDEAS-Implementation/blob/1187ed4199770f5332e474918cd3a730b02cea1b/env_models/env.py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CC9758D-30E8-4F78-8EFB-95A92A3F948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보상 계산 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 작은 비용에 더 큰 점수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앞의 경로 예를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환산한 구성 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10+0.005×120=10.6, 40+0.005×80=40.4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위반 비용의 구체적인 수치는 이 표에서 가정하지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지수 보상 합의 최대화는 에너지 합의 최소화와 일반적으로 동치가 아니므로 학습 목적과 본래 목표의 차이도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200718, 200720, Eqs. 14–15, Table 5;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663FAD4-BDD5-436B-A423-43F7F240730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흐름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과거 경험으로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망을 갱신한다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smooth L1 loss,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표본 재사용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갱신을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모든 최적화 제약을 정확히 풀어 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 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Q-learning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식의 출력에는 덧셈 표기 누락으로 보이는 부분이 있으므로 이를 알고리즘 정의로 확대하지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구현의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기준으로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200717–200720, Algorithm 1, Table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28E6866-499D-42D2-93F7-9E88242F4D3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지금 보상과 다음 가치의 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코드의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R+γ(1−done)max Qtarget(s′,a′)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수치는 설명용입니다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행동 선택과 평가를 두 망으로 분리하는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DQN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식이 아니라 기본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최대값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| DQN_DVFS._compute_net_loss; 1187ed4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 implementation: DQN and action decoding (1187ed4)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https://github.com/NimaSamadi007/iDEAS-Implementation/blob/1187ed4199770f5332e474918cd3a730b02cea1b/dvfs/dqn_dvfs.py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200717–200719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6078784-A595-4173-880F-9EA5A27246A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네트워크가 작다는 주장과 전체 메모리는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파라미터 산식은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bias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세지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64+32+30=126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bias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더한 계산이며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FP32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바이트로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3518×4=14072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바이트입니다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입력과 출력 크기를 고정한 망의 연산 분석은 상태 수집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 런타임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운영체제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DVFS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무선 송신 비용을 포함한 실측 지연이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200718–200719, §IV-D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| Network; 1187ed4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 implementation: DQN and action decoding (1187ed4)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https://github.com/NimaSamadi007/iDEAS-Implementation/blob/1187ed4199770f5332e474918cd3a730b02cea1b/dvfs/dqn_dvfs.py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config | iDEAS_Main: state_dim; 1187ed4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 implementation: main, CPU and wireless configurations (1187ed4)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https://github.com/NimaSamadi007/iDEAS-Implementation/tree/1187ed4199770f5332e474918cd3a730b02cea1b/configs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9837DC9-979B-4F2B-9425-657D20D4203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코드의 실행 모델에도 경계가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CPU.step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생성하고 기한 초과를 검사하며 선택 주파수의 전력을 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함수에 다중 코어 점유 시간표나 경합 대기열이 보이지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RRLO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CPU_CC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EDF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진행이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읽은 함수의 범위에 대한 관찰이며 모든 구현이 잘못되었다는 판정이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| CPU.step / CPU_CC.step; 1187ed4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 implementation: CPU execution model (1187ed4)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https://github.com/NimaSamadi007/iDEAS-Implementation/blob/1187ed4199770f5332e474918cd3a730b02cea1b/env_models/cpu.py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config | iDEAS_Main.yaml; 1187ed4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 implementation: main, CPU and wireless configurations (1187ed4)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https://github.com/NimaSamadi007/iDEAS-Implementation/tree/1187ed4199770f5332e474918cd3a730b02cea1b/configs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033B805-992D-4823-9F49-849391160C4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 조건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시뮬레이션과 고정 작업 집합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Tables3–4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주기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·WCET·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 값과 훈련 범위로 작업을 생성합니다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γ=.95,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5e−6, replay10000, batch32, 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 반복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회를 독립 학습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seed10000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개로 해석하면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오차 막대와 다양한 실물 기기 검증은 이 자료에서 확인되지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200719–200720, Tables 1–5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9B4329C-2D45-47A6-B60E-FCF5FA4FDA5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두 비교 실험을 구분한다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§V-D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명시한 공정 비교 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그 절의 절감률을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LITTLE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모두 사용하는 장치의 효과라고 설명하면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RRLO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DRLDO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특성 비교는 이 논문에서 제시한 설명 범위이며 원 논문의 전체 기능을 별도로 검증했다는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200721–200722, §§V-C–D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A4A8339-0DE6-49C6-978D-FB6E52E8E05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Fig.6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모바일 에너지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수치입니다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절감률을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62.8%/59.75%, Local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81.13%/79.18%, Edge-only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84.26%/84.25%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수치를 일반적인 모든 작업이나 기기에 적용하지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별도 막대 값과 미세하게 다른 숫자도 섞지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200721, Fig. 6, Table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108CA2B-D70D-44F5-9499-7FE026428D2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 연구 비교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big-only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절감률은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1−iDEAS/baseline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초록과 기여 요약은 무거운 작업과 가벼운 작업의 절감률 대응을 이 그림 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§V-D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반대로 기술합니다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발표는 작업 집합 정의와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Fig.8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막대값에 기준을 고정합니다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해당 불일치를 숨기거나 서로 다른 조건의 결과를 평균내지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200722, Fig. 8, §V-D; compare abstract / §I-B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9831F58-0B84-469D-95EA-F194A208AD6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부하가 커지면 마감시간 실패도 늘어난다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막대 숫자를 사용했습니다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'0.375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minimal drop'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바꾸면 틀립니다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기존 연구 비교에서는 낮은 부하에서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DRLDO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적게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실험의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곡선을 한 실험의 숫자처럼 결합하지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200721, 200723, Figs. 5, 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1468F68-EAE4-428F-B9EA-A37964424D2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온디바이스 적용을 판단할 때 남는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결론에서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Linux kernel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관측 지연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하드웨어 비이상성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DVFS switching overhead, safe 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후속 과제로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온디바이스 연산을 연구하는 데 참고할 수 있지만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Tenstorrent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 특정 플랫폼의 지원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성능을 이 논문만으로 확정할 수는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새로운 장치 실험을 수행한 자료가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200723, §VI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E5A68B4-303B-41AD-A3C8-5635A7B2C5C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적용 범위를 넓히기 전에 구분할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추가로 정리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축약 증명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모델과 평가 실행시간의 차이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초록과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작업 집합 대응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논문과 코드의 상태 및 계수 차이를 구분했습니다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이런 경계를 밝히는 것은 연구의 공동 제어 아이디어를 버리기 위한 것이 아니라 무엇을 다시 시험해야 하는지 알기 위한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200714–200723, §§III–VI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572C2CC-F7B4-4D62-BEB1-BF8090F44CD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정리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속도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전력을 함께 학습한다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발표를 마칠 때 청중이 구분해야 할 것은 세 가지입니다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무엇을 함께 제어하는가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상태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행동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보상은 무엇인가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어떤 실험 조건에서 무엇이 개선되었는가입니다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구현과 수식의 차이를 부록 취급으로 숨기지 않고 정확한 해석 범위에 연결했습니다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200711–200724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iDEAS: Intelligent DVFS for Energy-Efficient Task Scheduling in Mobile Devices With big.LITTLE Computing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https://doi.org/10.1109/ACCESS.2025.3636995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A1B18BB-BB3E-4ABA-881A-8401EA1FBB9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iDEAS: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모바일 계산의 위치와 속도를 함께 선택하기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iDEAS: Intelligent DVFS for Energy-Efficient Task Scheduling in Mobile Devices With big.LITTLE Computing Architecture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Nima Samadi, Farbod Yadollahi, Hamed Shah-Mansouri (2025)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big.LITTLE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코어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DVFS,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엣지 오프로딩을 연결하는 강화학습 기반 설계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200711–200724; title,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출발점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느리게 계산해도 항상 절약되지는 않는다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기기 안에서의 계산과 무선 전송에는 서로 다른 비용과 시간 제약이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391356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얻는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함께 따져야 할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LITTLE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코어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상대적으로 낮은 전력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긴 처리시간과 마감시간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코어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높은 계산 성능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큰 소비전력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낮은 주파수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동작 전력 감소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늘어난 실행시간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엣지 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기기 계산을 외부로 이동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 에너지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 지연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위치를 정한 뒤 속도를 따로 고르면 더 좋은 조합을 놓칠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200711–200714, §§I–III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용어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전력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실행시간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가치를 구분한다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표기의 뜻을 먼저 고정하면 뒤의 계산을 직접 따라갈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23972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논문에서의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DVFS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전압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주파수 동적 조절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전력과 시간의 절충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WCET / AET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최악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실행시간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상한 정보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Mobile Edge Computing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근처 서버로 계산 이전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Deep Q-Network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신경망으로 행동 가치 추정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Q(s,a)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행동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미래 할인 보상의 예상 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성능이나 즉시 에너지 자체가 아니라 학습된 행동 가치다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200712, 200714, 200717–200718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작업의 경로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셋 중 하나만 선택한다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작업을 쪼개어 세 곳에 동시에 보내는 부분 오프로딩 모델이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mechanism-lane-little"/>
          <p:cNvSpPr/>
          <p:nvPr/>
        </p:nvSpPr>
        <p:spPr>
          <a:xfrm>
            <a:off x="660240" y="220968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LITTLE 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mechanism-lane-big"/>
          <p:cNvSpPr/>
          <p:nvPr/>
        </p:nvSpPr>
        <p:spPr>
          <a:xfrm>
            <a:off x="660240" y="325116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big 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mechanism-lane-edge"/>
          <p:cNvSpPr/>
          <p:nvPr/>
        </p:nvSpPr>
        <p:spPr>
          <a:xfrm>
            <a:off x="660240" y="429264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엣지 경로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mechanism-edge-e0-segment-1"/>
          <p:cNvSpPr/>
          <p:nvPr/>
        </p:nvSpPr>
        <p:spPr>
          <a:xfrm>
            <a:off x="4660560" y="3568680"/>
            <a:ext cx="12096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mechanism-edge-e0-segment-2"/>
          <p:cNvSpPr/>
          <p:nvPr/>
        </p:nvSpPr>
        <p:spPr>
          <a:xfrm flipV="1">
            <a:off x="4781520" y="2730240"/>
            <a:ext cx="360" cy="838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" name="mechanism-edge-e0-segment-3"/>
          <p:cNvSpPr/>
          <p:nvPr/>
        </p:nvSpPr>
        <p:spPr>
          <a:xfrm>
            <a:off x="4781520" y="2730240"/>
            <a:ext cx="3618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mechanism-edge-e1-segment-1"/>
          <p:cNvSpPr/>
          <p:nvPr/>
        </p:nvSpPr>
        <p:spPr>
          <a:xfrm>
            <a:off x="466056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" name="mechanism-edge-e2-segment-1"/>
          <p:cNvSpPr/>
          <p:nvPr/>
        </p:nvSpPr>
        <p:spPr>
          <a:xfrm>
            <a:off x="4660560" y="3974760"/>
            <a:ext cx="24156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mechanism-edge-e2-segment-2"/>
          <p:cNvSpPr/>
          <p:nvPr/>
        </p:nvSpPr>
        <p:spPr>
          <a:xfrm>
            <a:off x="4902120" y="3974760"/>
            <a:ext cx="360" cy="838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" name="mechanism-edge-e2-segment-3"/>
          <p:cNvSpPr/>
          <p:nvPr/>
        </p:nvSpPr>
        <p:spPr>
          <a:xfrm>
            <a:off x="4902120" y="481320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mechanism-edge-e3-segment-1"/>
          <p:cNvSpPr/>
          <p:nvPr/>
        </p:nvSpPr>
        <p:spPr>
          <a:xfrm>
            <a:off x="8064360" y="273024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mechanism-edge-e4-segment-1"/>
          <p:cNvSpPr/>
          <p:nvPr/>
        </p:nvSpPr>
        <p:spPr>
          <a:xfrm>
            <a:off x="806436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mechanism-edge-e5-segment-1"/>
          <p:cNvSpPr/>
          <p:nvPr/>
        </p:nvSpPr>
        <p:spPr>
          <a:xfrm>
            <a:off x="8064360" y="481320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" name="mechanism-node-task"/>
          <p:cNvSpPr/>
          <p:nvPr/>
        </p:nvSpPr>
        <p:spPr>
          <a:xfrm>
            <a:off x="173988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도착한 작업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데이터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주기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·WCET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mechanism-node-l"/>
          <p:cNvSpPr/>
          <p:nvPr/>
        </p:nvSpPr>
        <p:spPr>
          <a:xfrm>
            <a:off x="5143680" y="240048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LITTLE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코어의 주파수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mechanism-node-b"/>
          <p:cNvSpPr/>
          <p:nvPr/>
        </p:nvSpPr>
        <p:spPr>
          <a:xfrm>
            <a:off x="514368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big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코어의 주파수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mechanism-node-o"/>
          <p:cNvSpPr/>
          <p:nvPr/>
        </p:nvSpPr>
        <p:spPr>
          <a:xfrm>
            <a:off x="5143680" y="448308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오프로딩 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송신 전력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mechanism-node-lr"/>
          <p:cNvSpPr/>
          <p:nvPr/>
        </p:nvSpPr>
        <p:spPr>
          <a:xfrm>
            <a:off x="8547120" y="240048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기기 내 실행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에너지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mechanism-node-br"/>
          <p:cNvSpPr/>
          <p:nvPr/>
        </p:nvSpPr>
        <p:spPr>
          <a:xfrm>
            <a:off x="854712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기기 내 실행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에너지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mechanism-node-or"/>
          <p:cNvSpPr/>
          <p:nvPr/>
        </p:nvSpPr>
        <p:spPr>
          <a:xfrm>
            <a:off x="8547120" y="448308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전송 후 서버 실행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기기 전송 에너지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2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" name="Text 2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변수의 합은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도중 코어를 옮기는 마이그레이션은 제외한다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2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Text 2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200714–200716, Fig. 1, Eqs. 10–12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반복되는 작업과 그 부하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작업은 주기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크기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최악 실행시간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나타낸다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391356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작업이 다시 도착하는 간격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마감시간의 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크기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서버에 보낼 데이터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무선 전송시간에 영향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활용률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 / 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주기 대비 계산 요구량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총 활용률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작업의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그림에서는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U/N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정규화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활용률 축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코어의 실측 점유율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100%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라는 뜻이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200714, 200719, 200721, Eqs. 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번의 결정 구간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주기들의 최소공배수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설명용 예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작업의 주기가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20ms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30ms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라면 구간 길이는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60ms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89204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60ms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안의 도착 시점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구간 내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job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A: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0, 20, 40ms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B: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0, 30ms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60ms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구간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60ms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부터 다시 시작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상태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강화학습의 한 단계와 개별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job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번의 실행을 같은 것으로 보지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200717, §IV-A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DVFS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=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전력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×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실행시간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전압과 주파수를 내리면 동작 전력이 줄 수 있지만 실행시간도 변한다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02228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동적 전력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Pdyn = C × f × V²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스위칭에 드는 전력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정적 전력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Pstatic = V × Is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누설 등에 드는 전력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 에너지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τ × (λPdyn + ρPstatic)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τ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동안 누적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송신 에너지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× b/r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송신 전력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×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전송시간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낮은 전력과 작은 에너지는 다르므로 주파수의 최솟값이 항상 정답은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200715–200716, Eqs. 3–10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일반 실행시간 모델과 실제 평가 가정은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논문의 허용 모델과 수치 실험에서 사용한 설정을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34844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설명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§III-D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τ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경험적으로 얻을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비선형 관계를 허용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§V-A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실행시간을 주파수 역비례로 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평가는 더 단순한 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Tables 1–2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주파수별 전력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에너지 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 입력으로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§VI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하드웨어 구현은 후속 과제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온디바이스 측정 결과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비선형 실행시간을 허용한다는 설계 설명이 실물 검증을 대신하지는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200715, 200719–200720, 200723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예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작업의 세 선택지를 비교한다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설명용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0.6Mbit,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전송률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6Mbit/s,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서버 계산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0.02s,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0.15s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3478680"/>
                <a:gridCol w="304380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완료까지 시간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기기 에너지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LITTLE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0.18s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0.2W × 0.18s = 0.036J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0.08s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0.5W × 0.08s = 0.040J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충족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엣지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0.6/6 + 0.02 = 0.12s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0.1W × 0.10s = 0.010J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충족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LITTLE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에너지가 작지만 기한을 넘는다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조건에서는 엣지가 유리하다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200715–200718, Eqs. 10–15;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채널이 나빠지면 같은 선택의 결과도 바뀐다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앞의 계산 예에서 다른 조건은 그대로 두고 전송률만 절반으로 낮춘다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3587400"/>
                <a:gridCol w="293508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채널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 시간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송신 에너지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6Mbit/s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0.10 + 0.02 = 0.12s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0.010J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충족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3Mbit/s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0.20 + 0.02 = 0.22s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0.020J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0.08s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0.040J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충족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기기 계산을 외부로 옮기는 결정에는 작업 크기뿐 아니라 현재 채널도 필요하다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200715–200716, Eqs. 3, 10;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최적화 문제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위치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주파수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전력을 묶는다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Eq.12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한 단계 작업 집합의 모바일 에너지 합을 줄이는 문제다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423972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 또는 제약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주의할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대상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작업을 세 경로 중 하나로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분할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복제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주파수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허용된 이산 주파수 집합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연속 임의 주파수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송신 전력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오프로딩의 속도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비용 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구현은 후보값으로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제약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실행시간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τ ≤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결과의 보장과 별개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정식화의 제약과 학습 정책이 실제로 달성한 성공률을 따로 확인한다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200716–200718, Eqs. 12–15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복잡성 주장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제시된 축약식은 따로 점검한다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NP-hard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주장하지만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Eq.13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에는 작업 사이의 결합 제약이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5109120"/>
                <a:gridCol w="3152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big / LITTLE /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엣지 비용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 최솟값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 / 2 /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LITTLE: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/ 3 / 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big: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행에서 하나씩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최솟값 합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Eq.13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놓고 보면 작업별 세 비용 비교로 풀리므로 제시된 증명에는 빈틈이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200716, Theorem 1, Eq. 13; mathematical check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상태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작업과 자원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채널을 함께 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§IV-B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한 단계의 작업 집합을 벡터로 표현한다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2717640"/>
                <a:gridCol w="5326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이유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 활용률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주기 대비 계산 수요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WCET·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w, 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요구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채널 상태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전송률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코어 활용률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ub, uL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직전 결정의 자원 상태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관측이 빠지면 같은 작업이라도 언제 오프로딩이 유리한지 구분하기 어렵다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200717–200718, §IV-B States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공개 구현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작업별 여섯 숫자를 넣는다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저자 구현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1187ed4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HetrogenEnv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관측을 설명한다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152520"/>
                <a:gridCol w="4348440"/>
                <a:gridCol w="33699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공유 여부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총 활용률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작업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w/p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작업들이 공유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LITTLE·big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활용률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자원 상태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작업들이 공유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작업의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WCET·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채널 전송률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채널의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작업들이 공유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작업 집합의 모든 조합을 한 번에 출력하는 거대한 네트워크는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env HetrogenEnv._get_system_state; commit 1187ed4; paper pp. 200717–200718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행동 번호는 실행 대상과 설정값의 쌍이다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공개 구현의 기본 구성에서는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8 + 9 + 13 = 30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행동 후보를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3152520"/>
                <a:gridCol w="4783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번호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함께 고르는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0–7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오프로딩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송신 전력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8–16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LITTLE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주파수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17–29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주파수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작업별 번호 하나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대상별로 모아 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전체 작업 배치 조합 수가 아니라 한 작업의 선택 후보 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dqn DQN_DVFS action decoding; 1187ed4; config cpus / channel configs; 1187ed4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흐름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관측에서 세 경로 분배까지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선택과 실행을 한 번의 계산 과정으로 이어 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관측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작업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자원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채널 정보 구성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가치 추정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후보 행동의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2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행동 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탐험 또는 가장 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대상별 분배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LITTLE·big·offload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구분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기한 위반 기록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정책의 출력은 명령 선택이고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소비량은 실행 모델에서 계산된다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200718–200719,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보상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에너지와 지연으로 비용을 만든다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기한을 만족한 작업은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 = E + ζ × AET,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보상 기여는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exp(−βC)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80484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값이 커질 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기기 에너지 절감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ζ × AET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긴 처리시간 억제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기한 초과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비용 부여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위반을 불리하게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exp(−βC)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작을수록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작업별 값을 합산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기한 위반 벌점은 위반을 막는 하드웨어 차단 장치가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200718, Eqs. 14–15; env HetrogenEnv._cal_reward; 1187ed4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보상 계산 예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더 작은 비용에 더 큰 점수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설명용 수치에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ζ=0.005, β=0.05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적용한다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587400"/>
                <a:gridCol w="217404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E(mJ) / AET(ms)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비용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exp(−0.05C)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엣지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/ 120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0.589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 / 80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0.133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기한 초과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매우 큰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가까움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보상은 에너지만의 함수가 아니므로 지연 계수와 단위를 함께 읽는다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200718, 200720, Eqs. 14–15, Table 5;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흐름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과거 경험으로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망을 갱신한다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Algorithm1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buffer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별도의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network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망과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망 준비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경험 저장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행동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보상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상태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표본 추출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 경험에서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minibatch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주망 갱신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smooth L1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오차를 줄임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주기 갱신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복사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탐험률 감소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주망은 자주 바꾸고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주기적으로 복사해 학습 목표의 변동을 줄인다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200717–200720, Algorithm 1, Table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예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지금 보상과 다음 가치의 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종료가 아닌 전이의 설명용 값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R=0.6, γ=0.95,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최대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Q=0.8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152520"/>
                <a:gridCol w="336996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가치 할인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0.95 × 0.8 = 0.76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미래 기여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목표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 + 0.76 = 1.36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망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Q=1.10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smooth L1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종료 전이라면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 = 0.6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미래 항을 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값을 보상 하나와 같게 만드는 것이 아니라 미래 가치까지 포함한 목표에 맞춘다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dqn DQN_DVFS._compute_net_loss; 1187ed4; paper pp. 200717–200719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네트워크가 작다는 주장과 전체 메모리는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본문의 구조는 입력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 → 64 → 32 → 30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23972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개수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산술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포함하지 않는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가중치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64M + 3008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bias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M=6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3392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가중치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코드의 입력 구성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bias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3518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학습 파라미터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FP32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13.7KiB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target·replay·optimizer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망의 추론 비용만으로 온디바이스 학습 전체가 가볍다고 결론 내릴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200718–200719, §IV-D; dqn Network; 1187ed4; config iDEAS_Main: state_dim; 1187ed4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공개 코드의 실행 모델에도 경계가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정적 코드 확인은 논문 실험 전체를 재현하거나 실제 장치를 제어한 결과가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3484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확인한 부분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동작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CPU.step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시간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에너지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명시적 코어 시간표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기한 검사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주기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자원 경합 보장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 파일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ζ=0.03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Main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버전 고정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commit 1187ed4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숫자 재현 미확인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모델이 코어를 선택한다는 것과 운영체제 스케줄러를 완성했다는 것은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cpu CPU.step / CPU_CC.step; 1187ed4; config iDEAS_Main.yaml; 1187ed4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 조건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시뮬레이션과 고정 작업 집합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표의 하드웨어 수치는 실제 배터리 계측 결과가 아니라 평가 모델의 설정이다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45716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코어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Cortex A57 / A53;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2.8GHz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 기반 수치 실험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 집합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t1, t2, t3, t4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상대적으로 무거움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 집합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t1, t2, t2, t4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가벼운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대체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; 5MHz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개별 실행의 반복 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작업 집합과 비교 방법을 바꾸면 절감률도 달라진다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200719–200720, Tables 1–5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서로 다른 두 비교 실험을 구분한다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세 경로 전체를 쓰는 실험과 기존 알고리즘 비교의 자원 구성이 다르다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413100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방식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임의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/ Edge-only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기기만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서버만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RRLO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Q-table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 CC/LA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기존 연구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DRLDO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DVFS·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오프로딩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기존 연구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RRLO·DRLDO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iDEAS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로컬 선택을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코어로 제한한다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200721–200722, §§V-C–D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Fig.6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모바일 에너지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 막대 위 숫자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(mJ)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옮긴 표이며 서버 소비 에너지는 포함하지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913560"/>
                <a:gridCol w="347868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집합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 (mJ)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집합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II (mJ)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iDEAS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238.823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184.948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642.016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459.479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1265.772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888.347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Edge-only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1517.731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1174.608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실험 안에서는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iDEAS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작은 모바일 에너지를 보인다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200721, Fig. 6, Table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기존 연구 비교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big-only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Fig.8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막대값으로 절감률을 다시 계산한다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913560"/>
                <a:gridCol w="347868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집합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 (mJ)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집합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II (mJ)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iDEAS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279.182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215.961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RRLO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896.851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471.112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DRLDO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1114.533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782.214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iDEAS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절감률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69% / 75%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54% / 72%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절감률은 각각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RRLO / DRLDO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대비이며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집합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순서를 유지한다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200722, Fig. 8, §V-D; compare abstract / §I-B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부하가 커지면 마감시간 실패도 늘어난다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활용률은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U/N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drop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기한 안에 끝내지 못한 작업 비율이다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261240"/>
                <a:gridCol w="32612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정규화 활용률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drop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0.125 / 0.25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0% / 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구간에서는 실패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2.588%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이미 일부 실패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17.770%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실패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0.75 / 1.0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49.223% / 83.300%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높은 부하에서 다수 실패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 절감 성과와 모든 작업의 기한 준수는 같은 주장이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200721, 200723, Figs. 5, 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온디바이스 적용을 판단할 때 남는 질문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쓴다는 것만으로 특정 기기에서 안전하게 동작한다고 결정할 수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391356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확인할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논문에서 확인한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남은 검증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추론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소형 망 분석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기기별 지연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 수집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 항목 정의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계측 지연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제어 적용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주파수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 선택 모델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연동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전환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안전성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위반 비용과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안전 탐험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하드 제약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논문은 설계 아이디어와 수치 근거이지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특정 가속기의 실행 가능 판정서는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200723, §VI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적용 범위를 넓히기 전에 구분할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제안의 장점과 검증되지 않은 부분을 함께 유지한다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1310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확장 시 필요한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오프로딩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의존성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비주기 도착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도중 코어 이동 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마이그레이션 설계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벌점 기반 경험적 성능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최적성 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재현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공개 코드와 설정 존재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버전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조건 정합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일반화된 에너지 최적성이나 실물 마감 보장을 실험 그래프에서 추론하지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200714–200723, §§III–VI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정리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위치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속도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전력을 함께 학습한다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단일 기준 규칙보다 다양한 작업과 채널 상태에 적응하려는 설계다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문제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에너지를 줄이며 기한 고려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4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5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공동 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코어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주파수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 전력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9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0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비용 기반 보상으로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갱신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4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5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검증 범위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조건부 수치 실험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공개 구현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9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0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iDEAS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가치는 공동 제어 설계이며 실물 적용과 엄밀한 보장은 별도의 검증 대상이다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2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200711–200724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2026-09-12T09:14:03Z</dcterms:created>
  <dc:creator>Research Seminars</dc:creator>
  <dc:description/>
  <dc:language>ko-KR</dc:language>
  <cp:lastModifiedBy>Research Seminars</cp:lastModifiedBy>
  <dcterms:modified xsi:type="dcterms:W3CDTF">2026-09-12T09:14:03Z</dcterms:modified>
  <cp:revision>1</cp:revision>
  <dc:subject>iDEAS: Intelligent DVFS for Energy-Efficient Task Scheduling in Mobile Devices With big.LITTLE Computing Architecture</dc:subject>
  <dc:title>iDEAS: 모바일 계산의 위치와 속도를 함께 선택하기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30</vt:r8>
  </property>
  <property fmtid="{D5CDD505-2E9C-101B-9397-08002B2CF9AE}" pid="3" name="PresentationFormat">
    <vt:lpwstr>On-screen Show (16:9)</vt:lpwstr>
  </property>
  <property fmtid="{D5CDD505-2E9C-101B-9397-08002B2CF9AE}" pid="4" name="Slides">
    <vt:r8>30</vt:r8>
  </property>
</Properties>
</file>