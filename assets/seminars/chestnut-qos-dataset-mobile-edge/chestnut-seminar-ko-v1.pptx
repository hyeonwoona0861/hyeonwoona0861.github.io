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CHESTNUT: 이동형 MEC QoS 데이터셋 읽기
발표 대본
이 세미나는 CHESTNUT의 데이터 성격을 정확히 읽는 데 집중한다. arXiv v3는 2026년 5월 26일 개정본이다. 핵심은 source trace와 paper-generated QoS를 구분하는 것이다.
공개 출처
arxiv-v3 | p. 1; arXiv v3 metadata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모바일 MEC QoS에는 시간과 위치가 함께 필요하다
발표 대본
초록과 도입은 WS-DREAM 같은 정적 web-service QoS 데이터가 모바일 사용자 위치와 시간 순서를 충분히 담지 못한다고 설명한다. 이 논문은 dataset construction과 통계 분석을 제시하며, predictor leaderboard나 offloading policy 비교를 보고하지 않는다.
공개 출처
arxiv-v3 | pp. 1–2, abstract and introduction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먼저 구분할 것: trace seed와 생성된 QoS
발표 대본
Taxi GPS는 이동성을 emulate하고, Telecom 위치 정보는 candidate edge server를 simulate하는 데 쓰인다. service type, invocation, resource load, response time, network jitter는 이후 paper model이 만든다. 이 구분은 dataset의 통제 가능성과 external validity 한계를 동시에 설명한다.
공개 출처
arxiv-v3 | pp. 2–7; Sec. I–III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두 Shanghai source trace의 역할
발표 대본
원문은 Shanghai Johnson Taxi data와 Shanghai Telecom data를 소개한다. Telecom 기록은 6개월 범위이지만 논문은 one month의 data와 Shanghai base-station location information에 집중한다고 쓴다. 이 숫자는 original source context이지 CHESTNUT의 Table VII 크기와 혼동하면 안 된다.
공개 출처
arxiv-v3 | p. 2, Sec. I and footnote
CHESTNUT, arXiv:2410.19248v3
https://arxiv.org/abs/2410.19248v3
kaggle-data | release link named on p. 2
CHESTNUT data release named by the paper
https://www.kaggle.com/datasets/sorriso07/chestnut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CHESTNUT 구성 pipeline
발표 대본
이 그림은 논문 Section II와 III의 논리적 연결을 요약한다. `GPS·site coordinates`는 source provenance, `invocation·load·rt,nj`는 CHESTNUT 생성 결과다. 시간적으로 모든 데이터가 한 줄씩 직렬로 처리된다는 trace를 뜻하지 않는다.
공개 출처
arxiv-v3 | pp. 2–7; Sec. II–III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후보 edge server 만들기
발표 대본
논문은 bounding box 안 base station만 유지하고, input에 없는 radio coverage radius는 r−부터 r+ 범위에서 sampling한다. server에는 compute, storage, bandwidth supply level을 1..Pe 정수로 부여한다. 이는 관찰된 hardware capacity나 radio coverage map으로 해석하면 안 된다.
공개 출처
arxiv-v3 | p. 3, Fig. 1, Table I, Sec. II-A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불규칙 GPS를 고정 시점 user trace로 정렬
발표 대본
각 taxi의 first GPS record를 initial system timestamp에 매핑하고, Δt 길이의 window에 projection한다. 한 window에 여럿이면 마지막 record만 유지하며, record가 없으면 temporarily absent로 처리한다. stationary streak와 valid timestamp 기준 뒤에 top Nu user를 retain한다.
공개 출처
arxiv-v3 | p. 4, Fig. 2–4, Sec. II-C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합성 서비스의 수요 수준
발표 대본
Section II-B는 service type을 particular software stack에 묶지 않기 위해 3개 demand level로 합성한다. 각 level은 1에서 Ps까지이고 Table I에서 Ps=4다. 같은 demand tuple을 가진 service도 distinct IDs로 남겨 명시되지 않은 application 차이를 모사한다.
공개 출처
arxiv-v3 | p. 3, Table I–II, Sec. II-B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QoS 예측의 단위: user–server–service–time
발표 대본
Table III는 user fields, Table V는 server load, Table VI는 invocation fields를 보인다. `uid,eid,sid,timestamp`는 context key를 이루고 `rt,nj`는 generator output이다. random split leakage는 논문이 실험으로 측정한 결과가 아니라 이 schema의 temporal and relational dependence에서 나오는 evaluation caution이다.
공개 출처
arxiv-v3 | pp. 5, 6, 8; Eqs. 10, Tables III, V–VI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요청 시퀀스와 invocation 생성
발표 대본
Section III-A는 user를 request-pattern group으로 나누고 group active timestamp set을 공유하게 한다. smooth, periodic, bursty kernel pool의 Gaussian process에 individual white noise를 더한 뒤 integer request count로 바꾼다. 각 request는 user를 cover하는 가장 가까운 server에 보내고 group service subset에서 target service를 sample한다.
공개 출처
arxiv-v3 | pp. 4–5; Sec. III-A, Eqs. 6–10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server load는 매 시점 독립 표본이 아니라 재귀 state다
발표 대본
논문은 initial background load vector에서 출발해 prior supply와 prior aggregated demand를 각각 normalize하고 discrepancy를 prior load state에 inject한다. tanh release factor가 task completion과 resource release를 반영한다. 이 모델은 time-correlated synthetic load를 만들며, Figure 9가 smooth evolution을 보인다.
공개 출처
arxiv-v3 | pp. 5–6; Sec. III-B, Eqs. 11–17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response time·jitter 생성
발표 대본
Response time은 request propagation, uplink, queueing, processing, downlink, response propagation을 합친다. Jitter는 bandwidth-load trend, user-server distance ratio, direction change, bandwidth demand ratio, instantaneous speed를 fuse한다. edge-context와 time perturbation은 each [0,0.2]로 scale된 뒤 generated QoS에 반영된다.
공개 출처
arxiv-v3 | pp. 6–7; Sec. III-C–E, Eqs. 18–45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가상 예시: coverage에서 QoS context key까지
발표 대본
이 예시는 원본 Table VI에 없는 invented row다. coverage 판정은 0.6 ≤ 1.0의 산술만 보여 주며 Haversine distance나 response-time equations를 다시 계산하지 않는다. `rt,nj`는 paper generator의 target field라는 점만 보여 주고 숫자를 지어내지 않는다.
공개 출처
arxiv-v3 | pp. 3, 5–8; Sec. II–III, Table VI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Table VII: CHESTNUT의 전체 규모
발표 대본
Table VII은 users, servers, services, timestamps, invocations의 CHESTNUT count를 한꺼번에 보고한다. 이 수치는 generator가 만든 full four-dimensional interaction 규모를 뜻한다. Table VII에 prediction error, latency saving, or throughput benchmark는 없다.
공개 출처
arxiv-v3 | p. 8, Table VII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mobility와 coverage가 만드는 시간 의존성
발표 대본
Figure 6은 average users covered per server의 1, 2, 3, 4+ 분포를 보이고, Figure 7은 same request-pattern group의 two users가 shared global trend와 local variation을 함께 보이는 예다. 마지막 열은 schema에서 도출한 split caution이며, paper가 성능 실험으로 수치화한 leakage result는 아니다.
공개 출처
arxiv-v3 | pp. 7–8; Fig. 6–7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생성 결과의 분포: QoS model accuracy와 구분
발표 대본
Figures 8–11은 1,000 synthetic services의 demand histogram, representative server load time series, response-time PDF/CDF, jitter PDF/CDF를 분석한다. response time 71.2%가 below 40 ms라는 합계도 Figure 10에서 나온다. 이 논문은 이 통계로 generator behavior를 보이지, held-out prediction error를 보고하지 않는다.
공개 출처
arxiv-v3 | pp. 8–9; Fig. 8–11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WS-DREAM과의 비교는 feature availability 표다
발표 대본
Table VIII에서 user ID/service ID, timestamp index, user-service QoS, server location metadata, response time은 두 dataset에 모두 있습니다. Throughput은 WS-DREAM에만 check가 있고 CHESTNUT에는 없습니다. CHESTNUT-only field는 server ID, user-server-service QoS, user trajectory, user-server coverage, server resource supply, dynamic server load, service demand attributes, network jitter입니다. 이 슬라이드는 표의 일부를 재배열한 것이며 checkmark는 feature availability이지 algorithm accuracy 또는 data quality superiority가 아닙니다.
공개 출처
arxiv-v3 | p. 9, Table VIII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schema에서 만들 수 있는 조건부 연구 과제
발표 대본
원문은 edge server deployment, service migration, service recommendation 같은 mobile-edge solution evaluation을 언급한다. 이 슬라이드의 forecasting/selection/simulation은 `uid,eid,sid,timestamp`와 state fields에 맞춘 task formulation이다. 논문은 여기서 어떤 predictor 또는 policy가 최선인지 보고하지 않는다.
공개 출처
arxiv-v3 | p. 2; pp. 5–8, Sec. I–III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평가 설계: row split 전에 막아야 할 누수
발표 대본
CHESTNUT가 temporal load, user trajectory, coverage relation, grouped request trend를 갖는다는 것은 원문에 있다. 어떤 train/test split을 써야 한다는 것은 원문이 정한 benchmark protocol이 아니다. 따라서 이 표는 time, user, server/region target을 명시하라는 연구 설계 제안이며 reported score가 아니다.
공개 출처
arxiv-v3 | pp. 4–8; Sec. II-C–IV-A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사용 범위와 한계
발표 대본
이 한계는 CHESTNUT를 쓸 수 없다는 말이 아니라, 무엇을 검증하는 dataset인지 명확히 하는 말이다. 논문은 trace-seeded, dynamically contextualized QoS dataset을 제안한다. 실제 operator QoS, energy, packet loss, security, another city generalization은 이 paper의 reported evidence 범위를 벗어난다.
공개 출처
arxiv-v3 | pp. 2–9; Sec. I–IV, Tables VII–VIII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CHESTNUT을 재현 가능하게 읽는 순서
발표 대본
학생은 먼저 Taxi/Telecom trace가 어디까지인지, service/load/QoS generator가 어디서 시작하는지 구분한다. 그 다음 invocation key와 supporting state tables을 맞추고, 마지막으로 desired generalization target에 맞는 split과 external validation을 정한다. 이 순서가 dataset claim을 과장하지 않는 출발점이다.
공개 출처
arxiv-v3 | pp. 2–9; Sec. I–IV
CHESTNUT, arXiv:2410.19248v3
https://arxiv.org/abs/2410.19248v3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CHESTNUT: 이동형 MEC QoS 데이터셋 읽기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CHESTNUT: A QoS Dataset for Mobile Edge Environments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Guobing Zou · Fei Zhao · Shengxiang Hu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Shanghai 위치·이동 trace를 바탕으로 MEC workload와 QoS를 생성한 arXiv v3 데이터셋 논문</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arXiv v3 metadata</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모바일 MEC QoS에는 시간과 위치가 함께 필요하다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서비스라도 사용자 이동, 서버 coverage, 부하가 바뀌면 QoS 문맥이 달라진다.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정적 matrix</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user·service QoS만 남기기 쉬움</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이동 사용자</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위치와 요청 시각이 변함</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에지 서버</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coverage와 부하가 변함</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CHESTNUT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 문맥을 한 dataset에 연결</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목표는 MEC QoS 예측용 문맥을 제공하는 것이지 특정 예측기의 승리를 보이는 것이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1–2, abstract and introduction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구분할 것: trace seed와 생성된 QoS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CHESTNUT은 두 Shanghai source dataset을 그대로 합친 raw telemetry table이 아니다.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사용하는 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CHESTNUT에서의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Taxi GPS 위치·속도·방향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정렬·선별한 user trace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서버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Telecom base-station 좌표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radius·supply를 부여한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서비스·호출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원자료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demand·request를 합성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load·rt·nj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원자료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생성 모델의 QoS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생성 요소를 실측 operator QoS로 부르면 데이터셋의 근거 범위를 넘는다.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2–7; Sec. I–III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Shanghai source trace의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source의 규모와 사용 범위를 함께 읽어야 proxy를 실제 MEC 측정으로 오해하지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91363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말한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CHESTNUT에서의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Johnson Taxi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하루 GPS와 이동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 user trace seed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Shanghai Telecom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7.2M records, 9,481 phones, 3,233 sites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base-station location seed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Telecom 사용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month·Shanghai geography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server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release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paper가 Kaggle link를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 access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택시와 기지국 좌표는 mobility·location proxy이며, 실측 MEC capacity trace가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Sec. I and footnote; kaggle-data release link named on p.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CHESTNUT 구성 pipeline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trace의 provenance와 generator의 output을 한 흐름에 보되, payload를 분명히 적는다.</a:t>
            </a:r>
            <a:endParaRPr lang="en-US" sz="1900" dirty="0"/>
          </a:p>
        </p:txBody>
      </p:sp>
      <p:sp>
        <p:nvSpPr>
          <p:cNvPr id="4" name="mechanism-lane-buil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dataset build</a:t>
            </a:r>
            <a:endParaRPr lang="en-US" sz="1250" dirty="0"/>
          </a:p>
        </p:txBody>
      </p:sp>
      <p:sp>
        <p:nvSpPr>
          <p:cNvPr id="5" name="mechanism-edge-p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p1-label"/>
          <p:cNvSpPr txBox="1"/>
          <p:nvPr/>
        </p:nvSpPr>
        <p:spPr>
          <a:xfrm>
            <a:off x="35179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GPS·coordinates</a:t>
            </a:r>
            <a:endParaRPr lang="en-US" sz="950" dirty="0"/>
          </a:p>
        </p:txBody>
      </p:sp>
      <p:sp>
        <p:nvSpPr>
          <p:cNvPr id="7" name="mechanism-edge-p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p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aligned state</a:t>
            </a:r>
            <a:endParaRPr lang="en-US" sz="950" dirty="0"/>
          </a:p>
        </p:txBody>
      </p:sp>
      <p:sp>
        <p:nvSpPr>
          <p:cNvPr id="9" name="mechanism-edge-p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p3-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context state</a:t>
            </a:r>
            <a:endParaRPr lang="en-US" sz="950" dirty="0"/>
          </a:p>
        </p:txBody>
      </p:sp>
      <p:sp>
        <p:nvSpPr>
          <p:cNvPr id="11" name="mechanism-node-trac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Shanghai traces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GPS·site coordinates</a:t>
            </a:r>
            <a:endParaRPr lang="en-US" sz="1150" dirty="0"/>
          </a:p>
        </p:txBody>
      </p:sp>
      <p:sp>
        <p:nvSpPr>
          <p:cNvPr id="12" name="mechanism-node-prep"/>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preparation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align·filter·coverage</a:t>
            </a:r>
            <a:endParaRPr lang="en-US" sz="1150" dirty="0"/>
          </a:p>
        </p:txBody>
      </p:sp>
      <p:sp>
        <p:nvSpPr>
          <p:cNvPr id="13" name="mechanism-node-entity"/>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MEC entities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user·server·service</a:t>
            </a:r>
            <a:endParaRPr lang="en-US" sz="1150" dirty="0"/>
          </a:p>
        </p:txBody>
      </p:sp>
      <p:sp>
        <p:nvSpPr>
          <p:cNvPr id="14" name="mechanism-node-qos"/>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generator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invocation·load·rt,nj</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마지막 상자의 `rt,nj`는 trace에서 직접 읽은 열이 아니라 generator가 만든 QoS output이다.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2–7; Sec. II–III</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후보 edge server 만들기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기지국 좌표에 coverage와 상대 supply를 부여해 MEC server entity를 구성한다.</a:t>
            </a:r>
            <a:endParaRPr lang="en-US" sz="1900" dirty="0"/>
          </a:p>
        </p:txBody>
      </p:sp>
      <p:sp>
        <p:nvSpPr>
          <p:cNvPr id="4" name="mechanism-lane-serv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server preparation</a:t>
            </a:r>
            <a:endParaRPr lang="en-US" sz="1250" dirty="0"/>
          </a:p>
        </p:txBody>
      </p:sp>
      <p:sp>
        <p:nvSpPr>
          <p:cNvPr id="5" name="mechanism-edge-s1-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s1-label"/>
          <p:cNvSpPr txBox="1"/>
          <p:nvPr/>
        </p:nvSpPr>
        <p:spPr>
          <a:xfrm>
            <a:off x="43688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site location</a:t>
            </a:r>
            <a:endParaRPr lang="en-US" sz="950" dirty="0"/>
          </a:p>
        </p:txBody>
      </p:sp>
      <p:sp>
        <p:nvSpPr>
          <p:cNvPr id="7" name="mechanism-edge-s2-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s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relative levels</a:t>
            </a:r>
            <a:endParaRPr lang="en-US" sz="950" dirty="0"/>
          </a:p>
        </p:txBody>
      </p:sp>
      <p:sp>
        <p:nvSpPr>
          <p:cNvPr id="9" name="mechanism-node-site"/>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base-station 좌표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도시 경계 안 site</a:t>
            </a:r>
            <a:endParaRPr lang="en-US" sz="1150" dirty="0"/>
          </a:p>
        </p:txBody>
      </p:sp>
      <p:sp>
        <p:nvSpPr>
          <p:cNvPr id="10" name="mechanism-node-cover"/>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coverage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radius 400–3,200</a:t>
            </a:r>
            <a:endParaRPr lang="en-US" sz="1150" dirty="0"/>
          </a:p>
        </p:txBody>
      </p:sp>
      <p:sp>
        <p:nvSpPr>
          <p:cNvPr id="11" name="mechanism-node-srv"/>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server entity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location·radius·supply</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radius와 compute·storage·bandwidth level은 논문의 simulation configuration이다.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Fig. 1, Table I, Sec. II-A</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불규칙 GPS를 고정 시점 user trace로 정렬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time axis는 논문이 명시한 fixed-window snapshotting 절차를 보여 준다.</a:t>
            </a:r>
            <a:endParaRPr lang="en-US" sz="1900" dirty="0"/>
          </a:p>
        </p:txBody>
      </p:sp>
      <p:sp>
        <p:nvSpPr>
          <p:cNvPr id="4" name="mechanism-lane-ti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user alignment</a:t>
            </a:r>
            <a:endParaRPr lang="en-US" sz="1250" dirty="0"/>
          </a:p>
        </p:txBody>
      </p:sp>
      <p:sp>
        <p:nvSpPr>
          <p:cNvPr id="5" name="mechanism-edge-u1-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u1-label"/>
          <p:cNvSpPr txBox="1"/>
          <p:nvPr/>
        </p:nvSpPr>
        <p:spPr>
          <a:xfrm>
            <a:off x="43688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GPS snapshot</a:t>
            </a:r>
            <a:endParaRPr lang="en-US" sz="950" dirty="0"/>
          </a:p>
        </p:txBody>
      </p:sp>
      <p:sp>
        <p:nvSpPr>
          <p:cNvPr id="7" name="mechanism-edge-u2-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u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system timestamp</a:t>
            </a:r>
            <a:endParaRPr lang="en-US" sz="950" dirty="0"/>
          </a:p>
        </p:txBody>
      </p:sp>
      <p:sp>
        <p:nvSpPr>
          <p:cNvPr id="9" name="mechanism-node-gps"/>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irregular GPS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taxi record 시각</a:t>
            </a:r>
            <a:endParaRPr lang="en-US" sz="1150" dirty="0"/>
          </a:p>
        </p:txBody>
      </p:sp>
      <p:sp>
        <p:nvSpPr>
          <p:cNvPr id="10" name="mechanism-node-window"/>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Δt=30 window</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마지막 record 유지</a:t>
            </a:r>
            <a:endParaRPr lang="en-US" sz="1150" dirty="0"/>
          </a:p>
        </p:txBody>
      </p:sp>
      <p:sp>
        <p:nvSpPr>
          <p:cNvPr id="11" name="mechanism-node-trace"/>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aligned trace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없으면 일시 absent</a:t>
            </a:r>
            <a:endParaRPr lang="en-US" sz="1150" dirty="0"/>
          </a:p>
        </p:txBody>
      </p:sp>
      <p:sp>
        <p:nvSpPr>
          <p:cNvPr id="12"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3" name="mechanism-axis-tick-1"/>
          <p:cNvSpPr txBox="1"/>
          <p:nvPr/>
        </p:nvSpPr>
        <p:spPr>
          <a:xfrm>
            <a:off x="28448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4" name="mechanism-axis-tick-2"/>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5" name="mechanism-axis-tick-3"/>
          <p:cNvSpPr txBox="1"/>
          <p:nvPr/>
        </p:nvSpPr>
        <p:spPr>
          <a:xfrm>
            <a:off x="96520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user trace는 raw taxi table이 아니라 alignment와 screening 뒤의 연구용 표본이다.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Fig. 2–4, Sec. II-C</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합성 서비스의 수요 수준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`sid`는 compute, storage, bandwidth의 세 상대 demand level을 갖는다.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field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값의 성격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규칙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service 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1,000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relative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1..Ps, Ps=4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relative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1..Ps, Ps=4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relative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1..Ps, Ps=4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tuple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sid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latent app 차이를 모사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demand tuple도 다른 service ID가 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Table I–II, Sec. II-B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QoS 예측의 단위: user–server–service–time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paper는 invocation을 R_i=⟨u,e,s,t⟩로 정의하고 sample rows에 QoS output을 붙인다.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45719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entity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key/state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 field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 at timestamp 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lon, lat, speed, direction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covering 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location, radius, supply,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 at 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storage, 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uid, eid, sid, timestamp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generated QoS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invocation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 nj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random row split은 같은 user·server의 미래 state나 관계를 test에 섞을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 6, 8; Eqs. 10, Tables III, V–VI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요청 시퀀스와 invocation 생성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리듬과 개인 variation을 만들고, coverage 조건에서 server와 service를 연결한다.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request group</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공유 active timeline</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user signal</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GP trend + white noise</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coverage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nearest covering server 선택</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invocation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(u,e,s,t) record 생성</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group도 user별 request trace는 다르다.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4–5; Sec. III-A, Eqs. 6–10</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server load는 매 시점 독립 표본이 아니라 재귀 state다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time axis는 Section III-B의 prior load, current demand, release update를 압축한다.</a:t>
            </a:r>
            <a:endParaRPr lang="en-US" sz="1900" dirty="0"/>
          </a:p>
        </p:txBody>
      </p:sp>
      <p:sp>
        <p:nvSpPr>
          <p:cNvPr id="4" name="mechanism-lane-loa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server load</a:t>
            </a:r>
            <a:endParaRPr lang="en-US" sz="1250" dirty="0"/>
          </a:p>
        </p:txBody>
      </p:sp>
      <p:sp>
        <p:nvSpPr>
          <p:cNvPr id="5" name="mechanism-edge-l1-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1-label"/>
          <p:cNvSpPr txBox="1"/>
          <p:nvPr/>
        </p:nvSpPr>
        <p:spPr>
          <a:xfrm>
            <a:off x="43688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remaining supply</a:t>
            </a:r>
            <a:endParaRPr lang="en-US" sz="950" dirty="0"/>
          </a:p>
        </p:txBody>
      </p:sp>
      <p:sp>
        <p:nvSpPr>
          <p:cNvPr id="7" name="mechanism-edge-l2-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l2-label"/>
          <p:cNvSpPr txBox="1"/>
          <p:nvPr/>
        </p:nvSpPr>
        <p:spPr>
          <a:xfrm>
            <a:off x="77724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nonlinear update</a:t>
            </a:r>
            <a:endParaRPr lang="en-US" sz="950" dirty="0"/>
          </a:p>
        </p:txBody>
      </p:sp>
      <p:sp>
        <p:nvSpPr>
          <p:cNvPr id="9" name="mechanism-node-prior"/>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prior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background load</a:t>
            </a:r>
            <a:endParaRPr lang="en-US" sz="1150" dirty="0"/>
          </a:p>
        </p:txBody>
      </p:sp>
      <p:sp>
        <p:nvSpPr>
          <p:cNvPr id="10" name="mechanism-node-demand"/>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current demand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supply와 mismatch</a:t>
            </a:r>
            <a:endParaRPr lang="en-US" sz="1150" dirty="0"/>
          </a:p>
        </p:txBody>
      </p:sp>
      <p:sp>
        <p:nvSpPr>
          <p:cNvPr id="11" name="mechanism-node-next"/>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next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recursive load·release</a:t>
            </a:r>
            <a:endParaRPr lang="en-US" sz="1150" dirty="0"/>
          </a:p>
        </p:txBody>
      </p:sp>
      <p:sp>
        <p:nvSpPr>
          <p:cNvPr id="12"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3" name="mechanism-axis-tick-1"/>
          <p:cNvSpPr txBox="1"/>
          <p:nvPr/>
        </p:nvSpPr>
        <p:spPr>
          <a:xfrm>
            <a:off x="28448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4" name="mechanism-axis-tick-2"/>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5" name="mechanism-axis-tick-3"/>
          <p:cNvSpPr txBox="1"/>
          <p:nvPr/>
        </p:nvSpPr>
        <p:spPr>
          <a:xfrm>
            <a:off x="96520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load history는 forecast에 유용하지만 random split 누수를 부른다.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5–6; Sec. III-B, Eqs. 11–17</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response time·jitter 생성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 다 user–server–service–time 문맥을 쓰지만, paper의 생성 기제는 서로 다르다.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context</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u,e,s,t state</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response time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6 delay stages</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network jitter</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5 mobility factors</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perturbation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edge·time factor</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QoS output</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generated rt,nj</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6–7; Sec. III-C–E, Eqs. 18–45</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가상 예시: coverage에서 QoS context key까지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CHESTNUT 원본 행이 아닌, schema를 손으로 읽기 위한 invented example이다.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가상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context key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uid=7, eid=2, sid=10, 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invocation 문맥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distance 0.6 km, radius 1.0 km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 1.0 이므로 cover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demand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storage, bandwidth)=(3,2,4)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relative levels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forecast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generated rt,nj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과거 state만 input으로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가상 key는 원본 QoS event를 재현하지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3, 5–8; Sec. II–III, Table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VII: CHESTNUT의 전체 규모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숫자는 dataset inventory이며, model accuracy나 deployment capacity가 아니다.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043936"/>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entity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count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alignment·selection 뒤 user trace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edge-server entities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service IDs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timestamps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aligned system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invocations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33,551,574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user-server-service-time 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큰 row 수가 real operational telemetry의 외적 타당성을 자동으로 보장하지는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8, Table VII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mobility와 coverage가 만드는 시간 의존성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Figures 6–7은 selected trace와 request-pattern generator의 성질을 보인다.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56590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paper의 수치/설명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평가상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coverage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1,638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희소하지만 overlap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coverage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107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 관계를 feature로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coverage 3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 / 5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분포의 tail도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request group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major rises/falls는 유사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trace는 동일하지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user·server·group의 상관을 무시한 random split은 미래 정보를 섞을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7–8; Fig. 6–7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생성 결과의 분포: QoS model accuracy와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Figures 8–11은 generator가 만든 service/load/response/jitter의 descriptive statistics다.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56590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statistic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levels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resource level 약 250 services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demand 균형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78.6%, storage 60.5%, bandwidth 52.8%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representative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response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31.2% &lt;20 ms; 40.0% at 20–40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60.9, median 25.8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 jitter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51.7% &lt;40 ms; 34.6% at 40–80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48.7, median 39.0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분포 통계는 predictor generalization 검증과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8–9; Fig. 8–11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WS-DREAM과의 비교는 feature availability 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VIII의 체크는 데이터 항목의 존재를 말하며 benchmark quality ranking은 아니다.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6087872"/>
                <a:gridCol w="239166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property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WS-DREAM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CHESTNUT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user-server-service QoS records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trajectory·coverage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supply·load·demand·jitter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response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차별점은 MEC 문맥 field이며, 표가 예측 성능을 증명하지는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9, Table VIII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schema에서 만들 수 있는 조건부 연구 과제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paper가 언급한 MEC uses를 dataset의 실제 key와 context에 연결한다.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QoS forecasting</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과거 context로 rt,nj 예측</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service selection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coverage 후보 안에서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load-aware simulation</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 state 변화 분석</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평가 설계</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time·entity split을 선언</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CHESTNUT은 context-rich evaluation substrate로 쓸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pp. 5–8, Sec. I–III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설계: row split 전에 막아야 할 누수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paper의 prescribed protocol이 아니라 schema를 읽어 도출한 evaluation safeguards다.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의존성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naive split의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명시할 분리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timestamp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load·요청 추세 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chronological cutoff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trajectory history 재등장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user-held-out 또는 history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coverage·load relation 재등장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server/region generalization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request group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shared trend가 test에 섞임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group information 공개 여부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무엇을 generalize하려는지 먼저 정해야 split도 해석할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4–8; Sec. II-C–IV-A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사용 범위와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dataset의 강점인 controllable MEC context가 동시에 generalization boundary를 만든다.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근거가 있는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근거가 없는 확장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Shanghai trace-seeded mobility/location context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도시·carrier·user population의 대표성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model-generated response time와 jitter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telemetry와 동등한 실측 QoS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sampled radius·relative supply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MEC hardware/radio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VII inventory와 Fig. 8–11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security, packet-loss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comparison with WS-DREAM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predictor accuracy ranking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network telemetry로의 validation을 별도 수행해야 deployment claim을 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2–9; Sec. I–IV, Tables VII–VIII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CHESTNUT을 재현 가능하게 읽는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boundary, entity key, generator, evaluation scope를 순서대로 확인한다.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provenance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trace seed와 생성 output 분리</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schema</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u,e,s,t와 rt,nj 확인</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generator</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load·response·jitter 기제 확인</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evaluation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split·city·telemetry 경계 명시</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CHESTNUT의 가치는 dynamic MEC context와 생성 가정을 함께 보이는 데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2–9; Sec. I–IV</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CHESTNUT: 이동형 MEC QoS 데이터셋 읽기</dc:title>
  <dc:subject>CHESTNUT: A QoS Dataset for Mobile Edge Environments</dc:subject>
  <dc:creator>Research Seminars</dc:creator>
  <cp:lastModifiedBy>Research Seminars</cp:lastModifiedBy>
  <cp:revision>1</cp:revision>
  <dcterms:created xsi:type="dcterms:W3CDTF">2026-09-12T06:10:52Z</dcterms:created>
  <dcterms:modified xsi:type="dcterms:W3CDTF">2026-09-12T06:10:52Z</dcterms:modified>
</cp:coreProperties>
</file>