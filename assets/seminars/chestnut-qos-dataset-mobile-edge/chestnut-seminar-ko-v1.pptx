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943BC492-4E2B-4E4B-8BB0-97994DE0FD8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CHESTNUT: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이동형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QoS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데이터셋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세미나는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데이터 성격을 정확히 읽는 데 집중한다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arXiv v3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개정본이다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paper-generated QoS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구분하는 것이다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1; arXiv v3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93D11DF-DEB6-4201-931C-01C5F517844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모바일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QoS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시간과 위치가 함께 필요하다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초록과 도입은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WS-DREAM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정적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web-service QoS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데이터가 모바일 사용자 위치와 시간 순서를 충분히 담지 못한다고 설명한다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 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통계 분석을 제시하며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predictor leaderboard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policy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비교를 보고하지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1–2, abstract and introduction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F8E2BF6-0457-4F3A-81D4-07722540BD5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구분할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trace 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생성된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Taxi GPS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이동성을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emulate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Telecom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 정보는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edge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데 쓰인다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service type, invocation, resource load, response time, network jitter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만든다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통제 가능성과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external validity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한계를 동시에 설명한다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2–7; Sec. I–III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B9260C2-2F98-45AD-B0DF-23E8CB1692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Shanghai source 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역할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Shanghai Johnson Taxi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Shanghai Telecom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소개한다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Telecom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개월 범위이지만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month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Shanghai base-station location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집중한다고 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source 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VII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크기와 혼동하면 안 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2, Sec. I and footnote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kaggle-data | release link named on p.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 data release named by the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https://www.kaggle.com/datasets/sorriso07/chestnut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C3F9B8D-0202-41F9-9DFA-F4DCEEDDF9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CHESTNUT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pipeline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논리적 연결을 요약한다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`GPS·site coordinates`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provenance, `invocation·load·rt,nj`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 결과다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시간적으로 모든 데이터가 한 줄씩 직렬로 처리된다는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뜻하지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2–7; Sec. II–III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09BF617-561D-4CBC-9D5D-9631A0A68BE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server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만들기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bounding box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 station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유지하고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radio coverage radius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r−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r+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compute, storage, bandwidth supply 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1..Pe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정수로 부여한다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관찰된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radio coverage 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해석하면 안 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3, Fig. 1, Table I, Sec. 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394C522-7080-42CE-B506-E38D7676366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불규칙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고정 시점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taxi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 GPS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 system timestamp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매핑하고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Δt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여럿이면 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유지하며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temporarily absent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처리한다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stationary streak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 timestamp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 뒤에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 Nu 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4, Fig. 2–4, Sec. II-C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F8D99F6-AE25-4314-99E7-F097CD090D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합성 서비스의 수요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II-B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particular software stack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묶지 않기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demand 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합성한다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Ps=4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demand tuple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distinct IDs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남겨 명시되지 않은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차이를 모사한다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3, Table I–II, Sec. II-B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2CBF6C7-039E-48B9-8DDA-729A5817DE6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QoS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예측의 단위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user–server–service–time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fields, Table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 load, Table 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invocation fields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보인다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`uid,eid,sid,timestamp`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 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이루고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`rt,nj`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generator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random split leakage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논문이 실험으로 측정한 결과가 아니라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temporal and relational dependence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나오는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caution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5, 6, 8; Eqs. 10, Tables III, V–VI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3BF71DE-DCDB-48DD-B4C8-2204EFE4B69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요청 시퀀스와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invocation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III-A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request-pattern 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나누고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 active timestamp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공유하게 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smooth, periodic, bursty kernel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 process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individual white 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integer request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바꾼다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가장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 service 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4–5; Sec. III-A, Eqs. 6–10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7EB2B45-2B12-4109-98B3-62157F560BD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server 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매 시점 독립 표본이 아니라 재귀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 background load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출발해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 supply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 aggregated demand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discrepancy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 load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inject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tanh release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completion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 release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반영한다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time-correlated synthetic 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Figure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smooth evolution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보인다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5–6; Sec. III-B, Eqs. 11–17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95FC0F7-B09B-4C96-8322-A569C93C48C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response time·jitter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Response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request propagation, uplink, queueing, processing, downlink, response propagation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합친다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Jitter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bandwidth-load trend, user-server distance ratio, direction change, bandwidth demand ratio, instantaneous speed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edge-context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perturbation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[0,0.2]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generated QoS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반영된다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6–7; Sec. III-C–E, Eqs. 18–45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635B176-9EE0-48CC-80F9-D24B92558ED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가상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QoS context 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원본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invented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coverage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판정은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 ≤ 1.0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산술만 보여 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Haversine distance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response-time equations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계산하지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`rt,nj`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generator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field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점만 보여 주고 숫자를 지어내지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3, 5–8; Sec. II–III, Table 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DCC5120-EB66-4553-9D22-202159D0239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Table VII: CHESTNUT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전체 규모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VII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users, servers, services, timestamps, invocations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한꺼번에 보고한다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four-dimensional interaction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규모를 뜻한다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VII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prediction error, latency saving, or throughput 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없다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8, Table VII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1909F44-96EA-4B8C-AFBD-1E184287B9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mobility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만드는 시간 의존성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users covered per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 2, 3, 4+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분포를 보이고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Figure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same request-pattern 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shared global trend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variation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보이는 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도출한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split caution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성능 실험으로 수치화한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leakage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7–8; Fig. 6–7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0A608D0-2095-4080-BECB-5E2D98107D8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 결과의 분포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QoS model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구분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Figures 8–11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1,000 synthetic services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demand histogram, representative server load time series, response-time PDF/CDF, jitter PDF/CDF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분석한다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response time 71.2%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below 40 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합계도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나온다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이 통계로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generator behavior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보이지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held-out prediction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8–9; Fig. 8–11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05381A3-94E2-4A9B-B0B7-AEF3ADEB88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WS-DREAM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과의 비교는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 availability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VIII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ID/service ID, timestamp index, user-service QoS, server location metadata, response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모두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WS-DREAM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CHESTNUT-only field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 ID, user-server-service QoS, user trajectory, user-server coverage, server resource supply, dynamic server load, service demand attributes, network jitter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표의 일부를 재배열한 것이며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checkmark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 availability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accuracy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quality superiority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9, Table VIII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A9E882E-7C02-4818-9B5E-775A02513D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schema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만들 수 있는 조건부 연구 과제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server deployment, service migration, service recommendation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mobile-edge solution evaluation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언급한다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forecasting/selection/simulation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`uid,eid,sid,timestamp`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fields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formulation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여기서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최선인지 보고하지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2; pp. 5–8, Sec. I–III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E2B2696-1A14-4DDF-BFBE-1635F2259EB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설계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row split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전에 막아야 할 누수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temporal load, user trajectory, coverage relation, grouped request trend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갖는다는 것은 원문에 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train/test split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써야 한다는 것은 원문이 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 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time, user, server/region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명시하라는 연구 설계 제안이며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4–8; Sec. II-C–IV-A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7E0191C-EDFD-473E-8E1E-F175B15583C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 범위와 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쓸 수 없다는 말이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무엇을 검증하는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인지 명확히 하는 말이다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trace-seeded, dynamically contextualized QoS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제안한다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QoS, energy, packet loss, security, another city generalization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evidence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범위를 벗어난다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2–9; Sec. I–IV, Tables VII–VIII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D72E0DD-9511-483E-AF65-72D25700A0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CHESTNUT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재현 가능하게 읽는 순서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학생은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Taxi/Telecom 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어디까지인지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service/load/QoS generator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어디서 시작하는지 구분한다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invocation 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supporting state tables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맞추고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desired generalization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split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external validation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순서가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 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과장하지 않는 출발점이다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2–9; Sec. I–IV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CHESTNUT, arXiv:2410.19248v3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https://arxiv.org/abs/2410.19248v3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2834E0E-0EE1-4027-AE2F-D06B4ECC3D8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CHESTNUT: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이동형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QoS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데이터셋 읽기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CHESTNUT: A QoS Dataset for Mobile Edge Environments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Guobing Zou · Fei Zhao · Shengxiang Hu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Shanghai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위치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이동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trace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바탕으로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workload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QoS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생성한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arXiv v3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데이터셋 논문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1; arXiv v3 metadata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모바일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QoS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시간과 위치가 함께 필요하다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서비스라도 사용자 이동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coverage,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부하가 바뀌면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QoS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문맥이 달라진다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정적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matrix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user·service QoS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남기기 쉬움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이동 사용자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위치와 요청 시각이 변함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에지 서버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부하가 변함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CHESTNUT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문맥을 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연결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QoS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예측용 문맥을 제공하는 것이지 특정 예측기의 승리를 보이는 것이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1–2, abstract and introduction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구분할 것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trace seed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생성된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QoS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CHESTNUT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Shanghai source dataset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그대로 합친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raw telemetry table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1310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사용하는 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CHESTNUT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Taxi GPS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속도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정렬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선별한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trace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서버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Telecom base-station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좌표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radius·supply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부여한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서비스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호출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원자료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demand·request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합성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load·rt·nj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원자료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 모델의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 요소를 실측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operator QoS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부르면 데이터셋의 근거 범위를 넘는다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2–7; Sec. I–III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Shanghai source trace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역할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규모와 사용 범위를 함께 읽어야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측정으로 오해하지 않는다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391356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말한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CHESTNUT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Johnson Taxi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하루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이동 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mobile user trace seed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Shanghai Telecom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7.2M records, 9,481 phones, 3,233 sites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base-station location seed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Telecom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month·Shanghai geography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 server simulation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release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Kaggle link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명시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 access path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택시와 기지국 좌표는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mobility·location proxy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실측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capacity trace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2, Sec. I and footnote; kaggle-data release link named on p.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CHESTNUT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pipeline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provenance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generator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한 흐름에 보되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payload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분명히 적는다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mechanism-lane-build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 build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mechanism-edge-p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mechanism-edge-p1-label"/>
          <p:cNvSpPr/>
          <p:nvPr/>
        </p:nvSpPr>
        <p:spPr>
          <a:xfrm>
            <a:off x="351792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GPS·coordinates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mechanism-edge-p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mechanism-edge-p2-label"/>
          <p:cNvSpPr/>
          <p:nvPr/>
        </p:nvSpPr>
        <p:spPr>
          <a:xfrm>
            <a:off x="607068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aligned state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mechanism-edge-p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mechanism-edge-p3-label"/>
          <p:cNvSpPr/>
          <p:nvPr/>
        </p:nvSpPr>
        <p:spPr>
          <a:xfrm>
            <a:off x="862344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 state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mechanism-node-trace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Shanghai traces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GPS·site coordinates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mechanism-node-prep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preparation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align·filter·coverage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mechanism-node-entity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entities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user·server·service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mechanism-node-qos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generator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invocation·load·rt,nj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마지막 상자의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`rt,nj`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직접 읽은 열이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generator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만든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QoS output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2–7; Sec. II–III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server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만들기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기지국 좌표에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상대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supply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부여해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server entity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구성한다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mechanism-lane-server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server preparation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mechanism-edge-s1-segment-1"/>
          <p:cNvSpPr/>
          <p:nvPr/>
        </p:nvSpPr>
        <p:spPr>
          <a:xfrm>
            <a:off x="466056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mechanism-edge-s1-label"/>
          <p:cNvSpPr/>
          <p:nvPr/>
        </p:nvSpPr>
        <p:spPr>
          <a:xfrm>
            <a:off x="436896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site location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mechanism-edge-s2-segment-1"/>
          <p:cNvSpPr/>
          <p:nvPr/>
        </p:nvSpPr>
        <p:spPr>
          <a:xfrm>
            <a:off x="806436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mechanism-edge-s2-label"/>
          <p:cNvSpPr/>
          <p:nvPr/>
        </p:nvSpPr>
        <p:spPr>
          <a:xfrm>
            <a:off x="777240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relative levels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mechanism-node-site"/>
          <p:cNvSpPr/>
          <p:nvPr/>
        </p:nvSpPr>
        <p:spPr>
          <a:xfrm>
            <a:off x="17398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base-station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좌표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도시 경계 안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mechanism-node-cover"/>
          <p:cNvSpPr/>
          <p:nvPr/>
        </p:nvSpPr>
        <p:spPr>
          <a:xfrm>
            <a:off x="51436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radius 400–3,200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mechanism-node-srv"/>
          <p:cNvSpPr/>
          <p:nvPr/>
        </p:nvSpPr>
        <p:spPr>
          <a:xfrm>
            <a:off x="854712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server entity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location·radius·supply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radius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compute·storage·bandwidth level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configuration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3, Fig. 1, Table I, Sec. 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불규칙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고정 시점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trace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정렬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time axis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논문이 명시한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fixed-window snapshotting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절차를 보여 준다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mechanism-lane-tim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 alignment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mechanism-edge-u1-segment-1"/>
          <p:cNvSpPr/>
          <p:nvPr/>
        </p:nvSpPr>
        <p:spPr>
          <a:xfrm>
            <a:off x="466056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mechanism-edge-u1-label"/>
          <p:cNvSpPr/>
          <p:nvPr/>
        </p:nvSpPr>
        <p:spPr>
          <a:xfrm>
            <a:off x="436896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GPS snapshot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mechanism-edge-u2-segment-1"/>
          <p:cNvSpPr/>
          <p:nvPr/>
        </p:nvSpPr>
        <p:spPr>
          <a:xfrm>
            <a:off x="806436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mechanism-edge-u2-label"/>
          <p:cNvSpPr/>
          <p:nvPr/>
        </p:nvSpPr>
        <p:spPr>
          <a:xfrm>
            <a:off x="777240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system timestamp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mechanism-node-gps"/>
          <p:cNvSpPr/>
          <p:nvPr/>
        </p:nvSpPr>
        <p:spPr>
          <a:xfrm>
            <a:off x="17398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irregular GPS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taxi record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시각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mechanism-node-window"/>
          <p:cNvSpPr/>
          <p:nvPr/>
        </p:nvSpPr>
        <p:spPr>
          <a:xfrm>
            <a:off x="51436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Δt=30 window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마지막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record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mechanism-node-trace"/>
          <p:cNvSpPr/>
          <p:nvPr/>
        </p:nvSpPr>
        <p:spPr>
          <a:xfrm>
            <a:off x="854712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aligned trace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없으면 일시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absent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mechanism-axis-line"/>
          <p:cNvSpPr/>
          <p:nvPr/>
        </p:nvSpPr>
        <p:spPr>
          <a:xfrm>
            <a:off x="1676160" y="5079960"/>
            <a:ext cx="9855360" cy="36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mechanism-axis-tick-1"/>
          <p:cNvSpPr/>
          <p:nvPr/>
        </p:nvSpPr>
        <p:spPr>
          <a:xfrm>
            <a:off x="28447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mechanism-axis-tick-2"/>
          <p:cNvSpPr/>
          <p:nvPr/>
        </p:nvSpPr>
        <p:spPr>
          <a:xfrm>
            <a:off x="62485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mechanism-axis-tick-3"/>
          <p:cNvSpPr/>
          <p:nvPr/>
        </p:nvSpPr>
        <p:spPr>
          <a:xfrm>
            <a:off x="965196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later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1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trace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taxi table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alignment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screening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뒤의 연구용 표본이다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4, Fig. 2–4, Sec. II-C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합성 서비스의 수요 수준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`sid`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compute, storage, bandwidth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세 상대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demand level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갖는다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field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값의 성격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규칙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synthetic service 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1,000 service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relative demand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1..Ps, Ps=4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relative demand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1..Ps, Ps=4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bandwidth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relative demand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1..Ps, Ps=4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tuple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latent app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차이를 모사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demand tuple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 ID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될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3, Table I–II, Sec. II-B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QoS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예측의 단위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user–server–service–time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paper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invocation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R_i=⟨u,e,s,t⟩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정의하고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sample rows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QoS output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붙인다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45716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entity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key/state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field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 at timestamp 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lon, lat, speed, direction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 covering 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location, radius, supply, 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 at 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compute, storage, bandwidth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invocation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(u,e,s,t)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uid, eid, sid, timestamp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generated QoS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invocation output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rt, nj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row split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user·server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미래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관계를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섞을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5, 6, 8; Eqs. 10, Tables III, V–VI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요청 시퀀스와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invocation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리듬과 개인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만들고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coverage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연결한다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request group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active timeline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 signal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 trend + white noise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nearest covering server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invocation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(u,e,s,t) record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request trace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다르다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4–5; Sec. III-A, Eqs. 6–10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 load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매 시점 독립 표본이 아니라 재귀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time axis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Section III-B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prior load, current demand, release 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압축한다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mechanism-lane-load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server load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mechanism-edge-l1-segment-1"/>
          <p:cNvSpPr/>
          <p:nvPr/>
        </p:nvSpPr>
        <p:spPr>
          <a:xfrm>
            <a:off x="466056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mechanism-edge-l1-label"/>
          <p:cNvSpPr/>
          <p:nvPr/>
        </p:nvSpPr>
        <p:spPr>
          <a:xfrm>
            <a:off x="436896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remaining supply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mechanism-edge-l2-segment-1"/>
          <p:cNvSpPr/>
          <p:nvPr/>
        </p:nvSpPr>
        <p:spPr>
          <a:xfrm>
            <a:off x="806436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mechanism-edge-l2-label"/>
          <p:cNvSpPr/>
          <p:nvPr/>
        </p:nvSpPr>
        <p:spPr>
          <a:xfrm>
            <a:off x="777240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nonlinear update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mechanism-node-prior"/>
          <p:cNvSpPr/>
          <p:nvPr/>
        </p:nvSpPr>
        <p:spPr>
          <a:xfrm>
            <a:off x="17398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prior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background load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mechanism-node-demand"/>
          <p:cNvSpPr/>
          <p:nvPr/>
        </p:nvSpPr>
        <p:spPr>
          <a:xfrm>
            <a:off x="51436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demand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supply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mismatch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mechanism-node-next"/>
          <p:cNvSpPr/>
          <p:nvPr/>
        </p:nvSpPr>
        <p:spPr>
          <a:xfrm>
            <a:off x="854712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next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recursive load·release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mechanism-axis-line"/>
          <p:cNvSpPr/>
          <p:nvPr/>
        </p:nvSpPr>
        <p:spPr>
          <a:xfrm>
            <a:off x="1676160" y="5079960"/>
            <a:ext cx="9855360" cy="36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mechanism-axis-tick-1"/>
          <p:cNvSpPr/>
          <p:nvPr/>
        </p:nvSpPr>
        <p:spPr>
          <a:xfrm>
            <a:off x="28447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mechanism-axis-tick-2"/>
          <p:cNvSpPr/>
          <p:nvPr/>
        </p:nvSpPr>
        <p:spPr>
          <a:xfrm>
            <a:off x="62485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mechanism-axis-tick-3"/>
          <p:cNvSpPr/>
          <p:nvPr/>
        </p:nvSpPr>
        <p:spPr>
          <a:xfrm>
            <a:off x="965196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later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Text 1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load history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forecast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유용하지만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split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누수를 부른다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5–6; Sec. III-B, Eqs. 11–17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response time·jitter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둘 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user–server–service–time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문맥을 쓰지만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paper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생성 기제는 서로 다르다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u,e,s,t state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response time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6 delay stages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 jitter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 mobility factors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perturbation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edge·time factor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QoS output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generated rt,nj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6–7; Sec. III-C–E, Eqs. 18–45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가상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coverage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QoS context key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CHESTNUT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원본 행이 아닌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schema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손으로 읽기 위한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invented example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가상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context key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uid=7, eid=2, sid=10, t=4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invocation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distance 0.6 km, radius 1.0 km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 ≤ 1.0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이므로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 demand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(compute, storage, bandwidth)=(3,2,4)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relative levels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forecast 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generated rt,nj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원본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QoS event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재현하지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3, 5–8; Sec. II–III, Table 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VII: CHESTNUT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전체 규모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숫자는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 inventory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model accuracy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deployment capacity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304380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entity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count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alignment·selection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trace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1,763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 edge-server entities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synthetic service IDs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timestamps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aligned system index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invocations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33,551,574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user-server-service-time rows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 operational telemetry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외적 타당성을 자동으로 보장하지는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8, Table VII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mobility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만드는 시간 의존성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Figures 6–7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selected trace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request-pattern generator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성질을 보인다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456588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수치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평가상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1,638 servers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희소하지만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overlap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107 servers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관계를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 3 / 4+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 / 5 servers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tail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request group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major rises/falls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유사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trace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동일하지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user·server·group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상관을 무시한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split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미래 정보를 섞을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7–8; Fig. 6–7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 결과의 분포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QoS model accuracy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구분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Figures 8–11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generator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만든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service/load/response/jitter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descriptive statistics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456588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statistic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 levels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resource level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250 services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synthetic demand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균형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compute 78.6%, storage 60.5%, bandwidth 52.8%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representative server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response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31.2% &lt;20 ms; 40.0% at 20–40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60.9, median 25.8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 jitter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51.7% &lt;40 ms; 34.6% at 40–80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48.7, median 39.0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분포 통계는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predictor generalization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검증과 다르다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8–9; Fig. 8–11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WS-DREAM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과의 비교는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feature availability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VIII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체크는 데이터 항목의 존재를 말하며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benchmark quality ranking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6087600"/>
                <a:gridCol w="239148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property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WS-DREAM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CHESTNUT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user-server-service QoS records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trajectory·coverage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supply·load·demand·jitter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response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throughput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차별점은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문맥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field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표가 예측 성능을 증명하지는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9, Table VIII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schema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만들 수 있는 조건부 연구 과제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paper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언급한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uses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key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연결한다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QoS forecasting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rt,nj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 selection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안에서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load-aware simulation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 state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변화 분석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 설계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time·entity split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선언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CHESTNUT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context-rich evaluation substrate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쓸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2; pp. 5–8, Sec. I–III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설계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row split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전에 막아야 할 누수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paper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prescribed protocol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schema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읽어 도출한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evaluation safeguards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1310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의존성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naive split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위험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명시할 분리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timestamp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요청 추세 노출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chronological cutoff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user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trajectory history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재등장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user-held-out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history rule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server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coverage·load relation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재등장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server/region generalization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request group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shared trend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섞임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group information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여부 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generalize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하려는지 먼저 정해야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split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해석할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4–8; Sec. II-C–IV-A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 범위와 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강점인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controllable MEC context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동시에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generalization boundary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543528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근거가 있는 주장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근거가 없는 확장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Shanghai trace-seeded mobility/location context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도시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·carrier·user population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대표성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model-generated response time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jitter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operator telemetry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동등한 실측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sampled radius·relative supply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hardware/radio capacity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VII inventory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8–11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energy, security, packet-loss benchmark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 comparison with WS-DREAM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predictor accuracy ranking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telemetry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validation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별도 수행해야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deployment claim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할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2–9; Sec. I–IV, Tables VII–VIII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CHESTNUT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재현 가능하게 읽는 순서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 boundary, entity key, generator, evaluation scope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순서대로 확인한다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provenance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trace seed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생성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8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schema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u,e,s,t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rt,nj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generator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load·response·jitter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기제 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split·city·telemetry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경계 명시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3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CHESTNUT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가치는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dynamic MEC context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생성 가정을 함께 보이는 데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2–9; Sec. I–IV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2026-09-12T06:10:52Z</dcterms:created>
  <dc:creator>Research Seminars</dc:creator>
  <dc:description/>
  <dc:language>ko-KR</dc:language>
  <cp:lastModifiedBy>Research Seminars</cp:lastModifiedBy>
  <dcterms:modified xsi:type="dcterms:W3CDTF">2026-09-12T06:10:52Z</dcterms:modified>
  <cp:revision>1</cp:revision>
  <dc:subject>CHESTNUT: A QoS Dataset for Mobile Edge Environments</dc:subject>
  <dc:title>CHESTNUT: 이동형 MEC QoS 데이터셋 읽기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21</vt:r8>
  </property>
  <property fmtid="{D5CDD505-2E9C-101B-9397-08002B2CF9AE}" pid="3" name="PresentationFormat">
    <vt:lpwstr>On-screen Show (16:9)</vt:lpwstr>
  </property>
  <property fmtid="{D5CDD505-2E9C-101B-9397-08002B2CF9AE}" pid="4" name="Slides">
    <vt:r8>21</vt:r8>
  </property>
</Properties>
</file>