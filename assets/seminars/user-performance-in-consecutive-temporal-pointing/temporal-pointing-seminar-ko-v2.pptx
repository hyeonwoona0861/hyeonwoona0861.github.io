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Consecutive Temporal Pointing의 사용자 수행
발표 대본
이 논문은 사용자가 짧은 간격으로 두 번의 버튼 입력을 특정 시점에 맞추는 consecutive temporal pointing, 즉 CTP를 탐구합니다. 100명이 참여한 실험에서 첫 입력과 두 번째 입력의 정확도와 정밀도를 따로 측정하고, 기존 temporal-pointing 모델이 두 입력에 같은 방식으로 적용되는지 확인합니다.
공개 출처
acm-paper | p. 1, title and abstract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한 번의 timing 입력과 두 번의 연속 입력
발표 대본
Temporal pointing은 공간의 위치가 아니라 시스템이 요구한 시간 위치에 입력을 맞추는 과제입니다. CTP는 보통 500밀리초보다 짧은 간격으로 두 입력을 수행하고 두 입력의 시간 조건을 모두 만족해야 합니다. 논문은 double-click, charged attack, rhythm-game long note를 대표 사례로 듭니다.
공개 출처
acm-paper | pp. 1–3, Figs. 1–2; §2.1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논문의 증거 범위
발표 대본
논문 제목처럼 exploratory study입니다. 저자들은 CTP taxonomy와 실험 결과를 제시하고 기존 모델이 두 번째 입력을 설명하지 못함을 보입니다. TTS를 추가 감각 단서로 쓰는 해석과 motor limitation 설명은 discussion의 가설이며, 이를 완성된 새 수학 모델로 제시하지 않습니다.
공개 출처
acm-paper | p. 1, abstract; §§4–7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CTP taxonomy는 어느 입력에 시간 조건이 있는가로 나뉜다
발표 대본
Type I에서는 첫 버튼 입력이 trial을 시작하고 두 번째 입력만 첫 입력을 기준으로 시간 조건을 가집니다. Type II에서는 외부 event가 trial을 시작하며 두 입력 모두 그 시작점에 대한 target timing을 가집니다. 첫 입력에만 조건이 있고 두 번째에는 조건이 없으면 ordinary temporal pointing에 더 가깝다고 저자들은 설명합니다.
공개 출처
acm-paper | pp. 2–4, §2.1; Fig. 5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TTF와 TTS의 시간 기준
발표 대본
Figure 3에서 TTF는 task 시작부터 첫 입력이 요구되는 시점까지의 시간이고, TTS는 첫 target timing부터 두 번째 target timing까지의 시간입니다. 실제 logged input은 이 target 주변에 분포합니다. Type I에서는 사용자가 첫 입력으로 trial을 시작하므로 TTF를 정의하지 않습니다.
공개 출처
acm-paper | p. 3, Fig. 3; §2.1.1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두 입력의 accuracy와 precision을 따로 측정한다
발표 대본
논문은 입력 timing이 target 주변의 Gaussian distribution을 보인다는 기존 연구를 바탕으로 첫 입력과 두 번째 입력을 각각 N1과 N2로 표기합니다. Mean μ는 target timing에서 얼마나 앞서거나 늦는지 나타내고, standard deviation σ는 반복 trial에서 timing이 얼마나 퍼지는지 나타냅니다. 작은 σ가 높은 precision입니다.
공개 출처
acm-paper | pp. 2–3, Fig. 4; §2.1.1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기존 temporal-pointing 모델이 보는 세 요인
발표 대본
기존 연구는 반복 period가 길면 internal clock의 interval encoding noise가 커지고, cue-viewing time이 길면 움직임을 더 정밀하게 예측할 수 있다고 설명합니다. 또한 physical button에서 keyPressed activation은 finger가 바닥 충격을 느끼는 지점과 가까워 keyReleased보다 정밀할 수 있습니다. 논문은 이 관계가 CTP의 두 입력에도 같은지 검사합니다.
공개 출처
acm-paper | pp. 4–5, §§3.2–3.3; Figs. 7–8; Eqs. 1–3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두 입력의 독립성 가정과 기존 요인의 재현
발표 대본
RQ1은 CTP가 ordinary temporal pointing 두 번의 단순 결합인지 묻습니다. RQ2는 input period, cue-viewing time, activation point 같은 알려진 요인이 CTP에서도 작동하는지 묻습니다. 연구팀은 각 입력의 mean과 standard deviation을 따로 기록하고 기존 model을 별도로 fitting합니다.
공개 출처
acm-paper | p. 5, §3.4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100명을 네 study cell에 나눠 CTP 변형을 관찰했다
발표 대본
논문은 세 variation이라고 부르지만 Variation 3을 Type I과 Type II의 3.1, 3.2로 나눠 Table 1에 네 study cell을 제시합니다. 참가자 수는 25, 43, 16, 16명으로 합계 100명입니다. 각 cell은 서로 다른 factor set을 사용하므로 결과를 한 개의 완전요인 ANOVA처럼 합치면 안 됩니다.
공개 출처
acm-paper | pp. 5–7, §4; Fig. 9; Table 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Study cell별 주요 factor와 level
발표 대본
Variation 2는 input period 1000과 1500밀리초도 조작하며, Visual Cue Presence만 between-subject factor입니다. Variation 3.2의 period는 1000밀리초로 고정됩니다. Type I에서는 사용자가 첫 입력으로 trial을 시작하므로 TTF와 repeated target period를 정의하지 않습니다. 전체 level은 Table 1을 기준으로 읽어야 합니다.
공개 출처
acm-paper | p. 7, Table 1; §4.2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Moving-target task와 입력 기록
발표 대본
모든 variation은 왼쪽에서 오른쪽으로 일정 속도로 움직이는 line을 사용합니다. Capture line의 위치로 TTF와 TTS를 바꾸고, custom low-latency button에서 callback timing을 기록합니다. Visual cue Off에서는 moving line이 생성될 때와 capture line에 닿을 때 각각 20밀리초 동안만 보입니다.
공개 출처
acm-paper | pp. 6–8, §§4.1–4.3; Figs. 9–11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조작 변수와 측정 변수를 분리한다
발표 대본
TTF와 TTS는 capture-line geometry가 정한 requested timing입니다. Logged input timing은 그 target에 대한 참가자 반응입니다. Input Method는 second callback을 keyPressed 또는 keyReleased로 정하며, Input Order는 two-hand cell에서 dominant hand와 nondominant hand의 순서를 바꿉니다. Outcome은 각 입력의 mean과 standard deviation입니다.
공개 출처
acm-paper | pp. 6–7, §4.2; Table 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반복 trial과 통계 분석 절차
발표 대본
참가자는 조건마다 50번 수행했고 연구팀은 learning을 고려해 마지막 40회를 분석했습니다. Requested TTS와 logged inter-input interval 차이가 120밀리초를 넘으면 trial을 다시 수행하게 했습니다. Repeated-measures ANOVA를 사용하고 sphericity 위반 시 Greenhouse-Geisser, post-hoc에는 Bonferroni correction을 적용했습니다.
공개 출처
acm-paper | pp. 7–8, §§4.3, 5.1, 5.3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기존 model을 첫 입력과 두 번째 입력에 따로 맞춘다
발표 대본
기존 moving-target acquisition model은 input period와 cue-viewing time의 함수로 timing standard deviation을 예측합니다. CTP가 ordinary temporal pointing 두 번의 연결이라면 같은 model이 σ1과 σ2를 모두 설명해야 합니다. 연구팀은 참가자별 condition mean을 사용해 첫 입력과 두 번째 입력을 별도로 fitting했습니다.
공개 출처
acm-paper | pp. 5, 8–9, Eq. 3; §5.2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σ₁은 기존 경향을 따랐지만 σ₂는 맞지 않았다
발표 대본
Variation 2의 σ1 fitting은 R-squared 0.93이었습니다. Variation 3.2는 data point가 두 개로 model parameter 수보다 적어 fitting할 수 없었습니다. σ2는 cue-viewing time이 길어질수록 σ가 단순히 감소해야 한다는 기존 예측을 따르지 않아 model fitting이 불가능했습니다. 저자들은 이를 CTP가 ordinary temporal pointing 두 번의 단순 결합이 아니라는 핵심 근거로 봅니다.
공개 출처
acm-paper | pp. 8–11, §5.2 and §6.1; Fig. 12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두 번째 입력은 TTS 자체를 추가 timing cue로 쓸 수 있다
발표 대본
저자들은 참가자가 첫 입력부터 두 번째 입력까지의 TTS를 internal clock으로 encoding하고, target movement pattern과 함께 사용했을 가능성을 제시합니다. TTS는 전체 trial period보다 짧기 때문에 더 reliable한 interval cue가 될 수 있다는 설명입니다. 약 300밀리초 이후에는 이 interval cue가 덜 reliable해져 movement cue 의존이 커질 수 있다고 논의하지만, 새 cognitive model을 fitting해 검증하지는 않습니다.
공개 출처
acm-paper | pp. 10–12, §6.1; Figs. 12–13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Activation point와 짧은 interval의 motor trade-off
발표 대본
KeyPressed는 finger가 button floor의 충격을 느끼는 activation point와 정렬되어 높은 precision을 보였습니다. 그러나 Press-Press로 두 번 입력하려면 Down-Up-Down 세 단계가 필요하고, Press-Release는 Down-Up 한 번으로 두 event를 만듭니다. 그래서 TTS가 150밀리초보다 짧은 Press-Press 조건에서는 두 번째 입력이 늦어지는 motor limitation이 나타났습니다.
공개 출처
acm-paper | pp. 11–13, §6.2; Figs. 13–14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KeyPressed의 precision 이득과 timing 편향
발표 대본
Variation 1과 2에서 keyPressed second input의 σ2는 keyReleased σ2의 각각 82.8퍼센트와 93.7퍼센트였습니다. 반면 짧은 TTS에서는 Press-Press의 두 번째 입력 mean이 늦어졌고 첫 입력 mean은 앞으로 이동했습니다. 두 방법의 첫 입력은 모두 keyPressed였으므로 σ1의 method 차이는 예상대로 유의하지 않았습니다.
공개 출처
acm-paper | pp. 11–13, §6.2; Figs. 13–14; Tables 2–3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두 손 조건은 motor limit와 hand order를 분리해 본다
발표 대본
Variation 3에서는 각 손이 한 번씩 누르므로 한 손으로 Down-Up-Down을 빠르게 반복할 필요가 없습니다. 연구에서 짧은 TTS의 pushback effect가 사라진 것은 motor limitation 설명과 일치합니다. Dominant-to-nondominant와 반대 order의 차이는 p가 0.23보다 커 유의하지 않았지만, movement direction도 order와 함께 바뀌어 handedness 효과만 독립적으로 결론내리기 어렵습니다.
공개 출처
acm-paper | pp. 13–14, §6.2; Fig. 13e; Tables 4–5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구성 예시: target interval과 timing error 계산
발표 대본
이 예시에서는 first target이 800밀리초, second target이 1000밀리초이므로 TTF는 800밀리초이고 TTS는 200밀리초입니다. 실제 첫 입력 790밀리초의 error는 마이너스 10밀리초, 두 번째 입력 1025밀리초의 error는 플러스 25밀리초입니다. 같은 조건을 여러 번 반복한 error의 평균이 μ이고 standard deviation이 σ입니다. 한 trial만으로 Gaussian distribution이나 precision을 추정할 수 없습니다.
공개 출처
acm-paper | p. 3, Figs. 3–4; §2.1.1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Interaction design에 적용할 때의 조건
발표 대본
저자들은 매우 짧은 interval을 자주 요구하는 게임에서는 motor limitation을 피할 수 있는 Release method를 고려하고, 그렇지 않으면 Pressed의 precision 이점을 활용할 수 있다고 제안합니다. 또한 TTS가 길어질수록 두 번째 입력이 항상 정밀해진다는 단순 가정을 피해야 한다고 말합니다. 이는 field deployment guideline이 아니라 study-based implication입니다.
공개 출처
acm-paper | p. 13, §6.3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실험이 다루지 않은 CTP 조건
발표 대본
저자들은 second timing을 첫 입력 뒤에 알게 되는 경우, visual cue가 일부 구간에만 보이는 경우, 복잡한 target motion을 다루지 않았다고 적습니다. 참가자는 주로 젊었고 Variation 3은 대부분 오른손잡이였습니다. 개인별 ordinary temporal-pointing baseline도 측정하지 않아 각 참가자의 일반 timing 능력 대비 CTP 변화는 직접 계산할 수 없습니다.
공개 출처
acm-paper | p. 14, §6.4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두 timing 입력의 단순 합으로 설명되지 않은 CTP
발표 대본
논문의 중심 결론은 CTP가 ordinary temporal pointing 두 번을 단순히 이어 붙인 과제로 보이지 않는다는 것입니다. σ2의 model mismatch, activation-point effect, 짧은 interval의 motor limitation이 이를 뒷받침합니다. 동시에 저자들의 TTS cue 설명은 후속 연구가 검증해야 하고, 이번 실험의 apparatus와 participant sample 밖으로 일반화할 때는 주의가 필요합니다.
공개 출처
acm-paper | pp. 13–14, §§6.3–7
CHI 2024 — User Performance in Consecutive Temporal Pointing: An Exploratory Study
https://doi.org/10.1145/3613904.3642904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Consecutive Temporal Pointing의 사용자 수행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User Performance in Consecutive Temporal Pointing: An Exploratory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Dawon Lee, Sunjun Kim, Junyong Noh, Byungjoo Lee (2024)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번의 시간 맞춤 입력을 하나의 연속 동작으로 볼 때 무엇이 달라지는가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1, title and abstract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번의 timing 입력과 두 번의 연속 입력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CTP에서는 두 입력이 짧은 간격 안에서 하나의 동작 덩어리로 계획된다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4565904"/>
                <a:gridCol w="358749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시간 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예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temporal pointing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번의 입력을 지정 시점에 맞춤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움직이는 target 포착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Type I CTP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 뒤 두 번째 입력의 시점을 맞춤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double-click, charged attack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Type II CTP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입력을 각각 외부 시점에 맞춤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rhythm game의 long note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입력은 첫 입력과 독립적이지 않을 수 있다는 점이 연구 문제다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1–3, Figs. 1–2; §2.1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논문의 증거 범위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연구는 CTP 수행을 탐색한 HCI 실험이며 완성된 예측 모델을 제안하지 않는다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4565904"/>
                <a:gridCol w="434848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층위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논문이 제시한 것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제시하지 않은 것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CTP 조건과 Type I·II taxonomy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연속 입력의 보편 분류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실험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100명의 네 study cell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연령·device의 수행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모델 검사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기존 모델의 σ₁·σ₂ 적합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새 CTP 예측식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 cue와 motor limitation 가설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인지 기제의 인과 증명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결과는 새 알고리즘보다 과제 정의와 empirical boundary를 제공한다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1, abstract; §§4–7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CTP taxonomy는 어느 입력에 시간 조건이 있는가로 나뉜다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입력에 조건이 없는 Type I과 두 입력 모두 조건이 있는 Type II를 구분한다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2717800"/>
                <a:gridCol w="3152648"/>
                <a:gridCol w="228295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과제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번째 입력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trial 시작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Type I CTP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사용자가 원하는 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 이후 조건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 순간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Type II CTP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외부 target 시점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외부 target 시점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외부 event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ordinary temporal pointing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입력에 시간 조건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번째 입력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외부 event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입력의 시간 기준이 다르면 같은 CTP 안에서도 planning 정보가 달라진다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2–4, §2.1; Fig. 5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TTF와 TTS의 시간 기준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TTF는 trial 시작부터 첫 target까지, TTS는 첫 target부터 두 번째 target까지의 간격이다</a:t>
            </a:r>
            <a:endParaRPr lang="en-US" sz="1900" dirty="0"/>
          </a:p>
        </p:txBody>
      </p:sp>
      <p:sp>
        <p:nvSpPr>
          <p:cNvPr id="4" name="mechanism-lane-timing"/>
          <p:cNvSpPr txBox="1"/>
          <p:nvPr/>
        </p:nvSpPr>
        <p:spPr>
          <a:xfrm>
            <a:off x="660400" y="2209800"/>
            <a:ext cx="863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requested timing</a:t>
            </a:r>
            <a:endParaRPr lang="en-US" sz="1250" dirty="0"/>
          </a:p>
        </p:txBody>
      </p:sp>
      <p:sp>
        <p:nvSpPr>
          <p:cNvPr id="5" name="mechanism-edge-ttf-segment-1"/>
          <p:cNvSpPr/>
          <p:nvPr/>
        </p:nvSpPr>
        <p:spPr>
          <a:xfrm>
            <a:off x="46609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ttf-label"/>
          <p:cNvSpPr txBox="1"/>
          <p:nvPr/>
        </p:nvSpPr>
        <p:spPr>
          <a:xfrm>
            <a:off x="4368800" y="32131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TTF</a:t>
            </a:r>
            <a:endParaRPr lang="en-US" sz="950" dirty="0"/>
          </a:p>
        </p:txBody>
      </p:sp>
      <p:sp>
        <p:nvSpPr>
          <p:cNvPr id="7" name="mechanism-edge-tts-segment-1"/>
          <p:cNvSpPr/>
          <p:nvPr/>
        </p:nvSpPr>
        <p:spPr>
          <a:xfrm>
            <a:off x="80645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tts-label"/>
          <p:cNvSpPr txBox="1"/>
          <p:nvPr/>
        </p:nvSpPr>
        <p:spPr>
          <a:xfrm>
            <a:off x="7772400" y="32131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TTS</a:t>
            </a:r>
            <a:endParaRPr lang="en-US" sz="950" dirty="0"/>
          </a:p>
        </p:txBody>
      </p:sp>
      <p:sp>
        <p:nvSpPr>
          <p:cNvPr id="9" name="mechanism-node-start"/>
          <p:cNvSpPr/>
          <p:nvPr/>
        </p:nvSpPr>
        <p:spPr>
          <a:xfrm>
            <a:off x="1739900" y="3441700"/>
            <a:ext cx="29210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trial start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외부 event 또는 첫 입력</a:t>
            </a:r>
            <a:endParaRPr lang="en-US" sz="1150" dirty="0"/>
          </a:p>
        </p:txBody>
      </p:sp>
      <p:sp>
        <p:nvSpPr>
          <p:cNvPr id="10" name="mechanism-node-first"/>
          <p:cNvSpPr/>
          <p:nvPr/>
        </p:nvSpPr>
        <p:spPr>
          <a:xfrm>
            <a:off x="5143500" y="3441700"/>
            <a:ext cx="29210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first target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입력의 기준 시점</a:t>
            </a:r>
            <a:endParaRPr lang="en-US" sz="1150" dirty="0"/>
          </a:p>
        </p:txBody>
      </p:sp>
      <p:sp>
        <p:nvSpPr>
          <p:cNvPr id="11" name="mechanism-node-second"/>
          <p:cNvSpPr/>
          <p:nvPr/>
        </p:nvSpPr>
        <p:spPr>
          <a:xfrm>
            <a:off x="8547100" y="3441700"/>
            <a:ext cx="29210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second target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입력 기준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TTF와 TTS는 사용자가 누른 실제 간격이 아니라 시스템이 요구한 target interval이다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3, Fig. 3; §2.1.1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입력의 accuracy와 precision을 따로 측정한다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평균은 target과의 편향을, 표준편차는 반복 입력의 퍼짐을 나타낸다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935224"/>
                <a:gridCol w="2391664"/>
                <a:gridCol w="2609088"/>
                <a:gridCol w="29352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번째 입력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좋은 수행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평균 timing error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0에 가까움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표준편차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작을수록 정밀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분포 표기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N₁(μ₁, σ₁²)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N₂(μ₂, σ₂²)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각 입력을 별도 추정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입력의 평균과 퍼짐을 합치면 두 번째 입력에서 생기는 변화를 놓친다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2–3, Fig. 4; §2.1.1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기존 temporal-pointing 모델이 보는 세 요인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반복 주기, 움직임을 본 시간, 버튼 activation point가 timing precision을 바꾼다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500376"/>
                <a:gridCol w="4239768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요인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기존 연구의 관계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CTP에서의 질문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input period 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길수록 internal clock noise 증가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입력 사이 TTS도 cue가 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cue-viewing time C₂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길수록 움직임 encoding 개선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σ₂도 같은 방향으로 변하는가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activation point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강한 감각 자극과 callback 정렬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Press와 Release 차이가 유지되는가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CTP 검사는 기존 요인을 그대로 적용했을 때 두 번째 입력도 설명되는지를 묻는다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4–5, §§3.2–3.3; Figs. 7–8; Eqs. 1–3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입력의 독립성 가정과 기존 요인의 재현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입력을 ordinary temporal pointing 두 번으로 볼 수 있는지가 출발점이다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RQ1: 첫 입력과 두 번째 입력을 각각 ordinary temporal pointing으로 볼 수 있는가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RQ2: activation point 같은 기존 요인이 CTP 수행에도 영향을 주는가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검사 전략: μ₁·σ₁과 μ₂·σ₂를 조건별로 분리해 비교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모델 검사: 기존 moving-target model을 σ₁과 σ₂에 각각 적합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trial 안의 두 입력을 별도 outcome으로 보는 것이 분석의 핵심이다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5, §3.4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100명을 네 study cell에 나눠 CTP 변형을 관찰했다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I·II와 한 손·두 손 조건을 분리해 서로 다른 요인을 조작했다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Variation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I, 한 손, N=25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Variation 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II, 한 손, N=43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Variation 3.1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I, 두 손, N=16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Variation 3.2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II, 두 손, N=16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네 cell은 같은 참가자가 모든 조합을 수행한 하나의 완전요인 실험이 아니다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5–7, §4; Fig. 9; Table 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Study cell별 주요 factor와 level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TTF와 period는 Type I에서 정의되지 않고, input method와 order도 cell마다 다르다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521968"/>
                <a:gridCol w="4239768"/>
                <a:gridCol w="3152648"/>
                <a:gridCol w="195681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cell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timing level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입력 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cue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 50–500 ms, 8 levels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Press-Press / Press-Release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On/Off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TTF 150/250, TTS 150/200/250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Press-Press / Press-Release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On/Off*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V3.1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 50–500 ms, 8 levels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손 order 2 levels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On/Off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V3.2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TTF 150/250, TTS 150/200/250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손 order 2 levels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On/Off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별표가 붙은 V2 cue만 between-subject이고 나머지 factor는 within-subject다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7, Table 1; §4.2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Moving-target task와 입력 기록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일정한 속도의 선이 두 capture line에 닿을 때 버튼 입력을 맞춘다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moving line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28.2 cm/s로 오른쪽 이동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first capture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target timing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second capture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target timing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button callback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Press 또는 Release 기록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timing distribution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μ₁·σ₁, μ₂·σ₂ 계산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target motion은 1차원·등속이며 실제 게임의 복잡한 motion과 다르다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6–8, §§4.1–4.3; Figs. 9–11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조작 변수와 측정 변수를 분리한다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실험이 바꾼 조건과 참가자 수행에서 계산한 outcome은 같은 종류의 변수가 아니다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391664"/>
                <a:gridCol w="4131056"/>
                <a:gridCol w="434848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변수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독립변수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TTF, TTS, input period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시스템이 요구한 timing 구조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독립변수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visual cue, input method, input order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감각 정보와 motor execution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종속변수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μ₁, μ₂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각 입력의 평균 timing error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종속변수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σ₁, σ₂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각 입력 timing의 precision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통제·구성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speed, apparatus, counterbalance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 비교의 배경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TTS가 길어졌다는 조작과 실제 inter-input timing이 길어졌다는 측정은 구분해야 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6–7, §4.2; Table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반복 trial과 통계 분석 절차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 구간을 제외하고 조건별 반복 측정에 맞는 검정을 사용했다</a:t>
            </a:r>
            <a:endParaRPr lang="en-US" sz="1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4131056"/>
                <a:gridCol w="478332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설정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읽을 때의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trial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조건당 50회, 마지막 40회 분석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초기 10회는 learning 고려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재수행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 error 절댓값이 120 ms 초과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2,649회, 약 2.43%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전체 기록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109,090 trials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네 cell의 합계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ANOVA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repeated measures, α=.05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cell별 factor structure 유지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보정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GG와 Bonferroni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sphericity·post-hoc에 적용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유의한 main effect와 실제 효과의 크기·방향은 별도로 읽어야 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7–8, §§4.3, 5.1, 5.3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기존 model을 첫 입력과 두 번째 입력에 따로 맞춘다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model이 두 분포를 모두 설명해야 CTP를 두 ordinary process로 볼 근거가 생긴다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moving-target model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period와 cue-viewing time으로 σ 예측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first-input fit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관측 σ₁과 model 비교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second-input fit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관측 σ₂와 model 비교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trend comparison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cue time에 따른 방향을 대조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RQ1 evidence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ordinary process 가정 평가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5, 8–9, Eq. 3; §5.2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σ₁은 기존 경향을 따랐지만 σ₂는 맞지 않았다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입력의 precision은 cue-viewing time이 길수록 좋아진다는 예측과 다른 형태를 보였다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3370072"/>
                <a:gridCol w="2500376"/>
                <a:gridCol w="304393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대상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관측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model 결과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V2 σ₁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TTF 증가와 함께 감소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fit 성공, R²=.93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기존 경향과 일치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V3.2 σ₁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비슷한 감소 경향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 points라 fit 불가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정성 비교만 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TTS에 따라 다른 trend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fit 불가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추가 요인 가능성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σ₂ 대 σ₁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σ₂가 전반적으로 더 작음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기존 model 밖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추가 cue 가설을 지지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model mismatch는 두 번째 입력의 추가 기제를 찾을 근거이며 새 기제를 증명한 결과는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8–11, §5.2 and §6.1; Fig. 12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입력은 TTS 자체를 추가 timing cue로 쓸 수 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저자들은 trial period보다 짧은 inter-input interval이 더 정밀한 internal-clock cue라고 해석한다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target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입력 timing을 기준점으로 사용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TTS encoding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짧은 interval을 internal clock에 저장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movement cue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보이는 target motion도 함께 사용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cue integration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reliability에 따라 두 cue 결합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second input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σ₂ pattern이 달라짐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TTS cue는 discussion의 설명 가설이며 논문이 새 식으로 검증한 model은 아니다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10–12, §6.1; Figs. 12–13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Activation point와 짧은 interval의 motor trade-off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Press callback은 더 정밀했지만 빠른 두 번째 Press에는 추가 finger movement가 필요했다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짧은 TTS 과제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입력 방법을 비교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Press-Press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Down-Up-Down으로 두 번째 입력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Press-Release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Down-Up으로 두 번째 입력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timing outcome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precision과 motor delay를 함께 비교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conditioned choice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interval 길이에 맞춘 input method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11–13, §6.2; Figs. 13–14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KeyPressed의 precision 이득과 timing 편향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정밀도 이득과 짧은 interval의 평균 지연은 동시에 관찰됐다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152648"/>
                <a:gridCol w="2826512"/>
                <a:gridCol w="2826512"/>
                <a:gridCol w="206552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관측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Variation 1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Variation 2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Pressed σ₂ / Released σ₂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82.8%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93.7%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작을수록 정밀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짧은 TTS의 μ₂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Press-Press에서 뒤로 밀림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관련 interaction 존재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약 150 ms 미만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짧은 TTS의 μ₁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보상하듯 앞당겨짐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cell별 effect 구분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손 조건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σ₁ method effect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유의 차이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유의 차이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입력은 모두 Press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작은 σ₂만 보고 Press-Press를 모든 interval에 권할 수 없다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11–13, §6.2; Figs. 13–14; Tables 2–3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손 조건은 motor limit와 hand order를 분리해 본다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손이 한 번씩 입력하면 한 손의 빠른 Down-Up-Down 제약이 줄어든다</a:t>
            </a:r>
            <a:endParaRPr lang="en-US" sz="1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935224"/>
                <a:gridCol w="3370072"/>
                <a:gridCol w="456590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관측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짧은 TTS pushback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Variation 3에서 사라짐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motor limitation 설명과 일치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input order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distribution effect p&gt;.23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유의한 handedness 우위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movement direction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hand order와 함께 바뀜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handedness만 분리하기 어려움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participant profile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대부분 young, V3는 mostly right-handed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외적 타당도 제한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결과는 bimanual input의 보편 우위보다 한 손 motor sequence의 역할을 지지한다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13–14, §6.2; Fig. 13e; Tables 4–5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구성 예시: target interval과 timing error 계산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다음 수치는 TTF·TTS·μ·σ의 관계를 익히기 위한 예시이며 실험 데이터가 아니다</a:t>
            </a:r>
            <a:endParaRPr lang="en-US" sz="1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2391664"/>
                <a:gridCol w="2609088"/>
                <a:gridCol w="369620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event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target time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logged time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derived value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trial start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해당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기준점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first input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800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790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TTF=800 ms, error₁=−10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second input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1000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1025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TTS=200 ms, error₂=+25 ms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many trials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같은 조건 반복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error sample 모음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mean은 μ, SD는 σ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trial은 두 timing error를 주지만 μ와 σ는 반복 trial의 분포에서 계산한다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3, Figs. 3–4; §2.1.1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Interaction design에 적용할 때의 조건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입력 방식은 activation precision과 motor sequence를 함께 고려해야 한다</a:t>
            </a:r>
            <a:endParaRPr lang="en-US" sz="1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4131056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논문의 제안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 약 150 ms 미만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Release activation 고려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손의 빠른 연속 입력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더 긴 interval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Pressed precision 활용 고려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동일 apparatus의 관측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difficulty tuning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TTS에 따른 σ₂ 변화 반영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단조 관계로 가정하지 않음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future model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TTS cue와 μ 변화 포함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cue-integration 가설 검증 필요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설계 제안은 이 연구 조건에서 나온 것으로 device와 population이 바뀌면 다시 검증해야 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13, §6.3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실험이 다루지 않은 CTP 조건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과제·참가자·baseline의 제한 때문에 결과를 모든 연속 입력으로 일반화할 수 없다</a:t>
            </a:r>
            <a:endParaRPr lang="en-US" sz="1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4131056"/>
                <a:gridCol w="456590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이번 연구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후속 질문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target motion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1D constant speed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복잡하고 예측 불가능한 motion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cue pattern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전체 구간 On 또는 Off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첫·두 번째 구간만 선택적 cue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timing disclosure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target timing을 미리 제시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첫 입력 뒤 second timing 공개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participants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mostly young, local universities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age와 handedness 다양성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baseline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개인별 ordinary task 미측정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개인 내 CTP 변화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논문은 CTP 모델링의 출발점이며 외적 타당도와 인지 기제 검증이 남아 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p. 14, §6.4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timing 입력의 단순 합으로 설명되지 않은 CTP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입력은 interval cue와 motor sequence의 영향을 함께 받았다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CTP는 두 번의 anticipatory button input을 하나의 짧은 연속 동작으로 다룬다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7559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7940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기존 model은 σ₁ 경향을 설명했지만 관측 σ₂에는 맞지 않았다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3782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4163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Pressed는 σ₂를 줄였지만 짧은 Press-Press에는 motor delay가 나타났다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0005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0386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TTS cue 해석은 후속 modeling에서 검증해야 할 가설이다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38200" y="46228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838200" y="4660900"/>
            <a:ext cx="1069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과제 motion, participant diversity, 개인 baseline의 제한을 유지해야 한다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CTP를 설계하거나 모델링할 때 두 입력의 분포와 두 입력 사이 interval을 따로 관찰해야 한다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acm-paper pp. 13–14, §§6.3–7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Consecutive Temporal Pointing의 사용자 수행</dc:title>
  <dc:subject>User Performance in Consecutive Temporal Pointing: An Exploratory Study</dc:subject>
  <dc:creator>Research Seminars</dc:creator>
  <cp:lastModifiedBy>Research Seminars</cp:lastModifiedBy>
  <cp:revision>1</cp:revision>
  <dcterms:created xsi:type="dcterms:W3CDTF">2026-09-12T08:12:38Z</dcterms:created>
  <dcterms:modified xsi:type="dcterms:W3CDTF">2026-09-12T08:12:38Z</dcterms:modified>
</cp:coreProperties>
</file>