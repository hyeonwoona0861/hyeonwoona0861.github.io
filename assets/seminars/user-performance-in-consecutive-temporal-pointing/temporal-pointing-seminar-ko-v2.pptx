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94B0529E-25F4-4123-AB08-D7E21ED0470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Consecutive Temporal Pointing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사용자 수행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사용자가 짧은 간격으로 두 번의 버튼 입력을 특정 시점에 맞추는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consecutive temporal pointing,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탐구합니다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명이 참여한 실험에서 첫 입력과 두 번째 입력의 정확도와 정밀도를 따로 측정하고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temporal-pointing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모델이 두 입력에 같은 방식으로 적용되는지 확인합니다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acm-paper | p. 1, title and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2024 — User Performance in Consecutive Temporal Pointing: An Exploratory Study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https://doi.org/10.1145/3613904.3642904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B0C9375-84B9-42FE-86E2-6760F3CA776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입력과 두 번의 연속 입력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Temporal pointing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공간의 위치가 아니라 시스템이 요구한 시간 위치에 입력을 맞추는 과제입니다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보통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밀리초보다 짧은 간격으로 두 입력을 수행하고 두 입력의 시간 조건을 모두 만족해야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double-click, charged attack, rhythm-game long note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대표 사례로 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acm-paper | pp. 1–3, Figs. 1–2; §2.1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2024 — User Performance in Consecutive Temporal Pointing: An Exploratory Study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https://doi.org/10.1145/3613904.3642904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CDE04B8-C37A-47A8-B53A-0756BC2E571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증거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제목처럼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exploratory study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CTP taxonomy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실험 결과를 제시하고 기존 모델이 두 번째 입력을 설명하지 못함을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추가 감각 단서로 쓰는 해석과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motor limitation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설명은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discussion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가설이며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완성된 새 수학 모델로 제시하지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acm-paper | p. 1, abstract; §§4–7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2024 — User Performance in Consecutive Temporal Pointing: An Exploratory Study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https://doi.org/10.1145/3613904.3642904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59F0967-A248-460E-B388-7786B856635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CTP taxonomy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어느 입력에 시간 조건이 있는가로 나뉜다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 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첫 버튼 입력이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시작하고 두 번째 입력만 첫 입력을 기준으로 시간 조건을 가집니다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Type 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외부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시작하며 두 입력 모두 그 시작점에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timing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가집니다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입력에만 조건이 있고 두 번째에는 조건이 없으면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ordinary temporal pointing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더 가깝다고 저자들은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acm-paper | pp. 2–4, §2.1; Fig. 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2024 — User Performance in Consecutive Temporal Pointing: An Exploratory Study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https://doi.org/10.1145/3613904.3642904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DB982A2-851B-41F0-B635-70A8A6E6FA4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TTF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시간 기준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시작부터 첫 입력이 요구되는 시점까지의 시간이고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timing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두 번째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timing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까지의 시간입니다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logged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주변에 분포합니다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Type 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사용자가 첫 입력으로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시작하므로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정의하지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acm-paper | p. 3, Fig. 3; §2.1.1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2024 — User Performance in Consecutive Temporal Pointing: An Exploratory Study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https://doi.org/10.1145/3613904.3642904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A2223D5-5CAF-45E9-8B6A-975806DEC13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입력의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accuracy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따로 측정한다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입력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주변의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Gaussian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보인다는 기존 연구를 바탕으로 첫 입력과 두 번째 입력을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표기합니다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Mean μ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timing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얼마나 앞서거나 늦는지 나타내고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standard deviation σ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반복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얼마나 퍼지는지 나타냅니다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σ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acm-paper | pp. 2–3, Fig. 4; §2.1.1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2024 — User Performance in Consecutive Temporal Pointing: An Exploratory Study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https://doi.org/10.1145/3613904.3642904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7791376-CC19-4F5C-B2B6-CA2FFCECE55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temporal-pointing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모델이 보는 세 요인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기존 연구는 반복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period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길면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internal clock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interval encoding noise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커지고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cue-viewing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길면 움직임을 더 정밀하게 예측할 수 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physical button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keyPressed 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finger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바닥 충격을 느끼는 지점과 가까워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keyReleased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정밀할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 관계가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입력에도 같은지 검사합니다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acm-paper | pp. 4–5, §§3.2–3.3; Figs. 7–8; Eqs. 1–3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2024 — User Performance in Consecutive Temporal Pointing: An Exploratory Study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https://doi.org/10.1145/3613904.3642904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FEC7666-217B-42B7-96CB-45179DB6CBE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입력의 독립성 가정과 기존 요인의 재현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RQ1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ordinary temporal pointing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번의 단순 결합인지 묻습니다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RQ2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period, cue-viewing time, activation point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알려진 요인이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에서도 작동하는지 묻습니다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연구팀은 각 입력의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standard deviation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따로 기록하고 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별도로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acm-paper | p. 5, §3.4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2024 — User Performance in Consecutive Temporal Pointing: An Exploratory Study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https://doi.org/10.1145/3613904.3642904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53E1951-FD53-4C8C-BBE8-97B557870CD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명을 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study 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나눠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변형을 관찰했다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부르지만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Variation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 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 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3.1, 3.2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study 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참가자 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25, 43, 16, 16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명으로 합계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명입니다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factor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사용하므로 결과를 한 개의 완전요인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ANOVA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합치면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acm-paper | pp. 5–7, §4; Fig. 9; Table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2024 — User Performance in Consecutive Temporal Pointing: An Exploratory Study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https://doi.org/10.1145/3613904.3642904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8CC500E-501D-4D2B-AD7F-19F9032A429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Study 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주요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Variation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period 1000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밀리초도 조작하며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Visual Cue Presence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between-subject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Variation 3.2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period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밀리초로 고정됩니다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Type 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사용자가 첫 입력으로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시작하므로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repeated target period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정의하지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level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기준으로 읽어야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acm-paper | p. 7, Table 1; §4.2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2024 — User Performance in Consecutive Temporal Pointing: An Exploratory Study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https://doi.org/10.1145/3613904.3642904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C32EF09-A4B7-49D5-98F9-A3933A6C41E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Moving-target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입력 기록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왼쪽에서 오른쪽으로 일정 속도로 움직이는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Capture 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위치로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바꾸고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custom low-latency button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callback timing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기록합니다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Visual cue Off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moving 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생성될 때와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capture 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닿을 때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밀리초 동안만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acm-paper | pp. 6–8, §§4.1–4.3; Figs. 9–11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2024 — User Performance in Consecutive Temporal Pointing: An Exploratory Study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https://doi.org/10.1145/3613904.3642904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983E396-6AA9-4092-B580-33E335C75D5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조작 변수와 측정 변수를 분리한다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capture-line geometry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requested timing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Logged input timing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참가자 반응입니다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Input 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callback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keyPressed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keyReleased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Input 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two-hand 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dominant hand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nondominant hand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순서를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Outcome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 입력의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standard deviation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acm-paper | pp. 6–7, §4.2; Table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2024 — User Performance in Consecutive Temporal Pointing: An Exploratory Study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https://doi.org/10.1145/3613904.3642904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F689BDF-A26E-426F-800F-9DE2C6340D8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통계 분석 절차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참가자는 조건마다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 수행했고 연구팀은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고려해 마지막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회를 분석했습니다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Requested TTS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logged inter-input interval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밀리초를 넘으면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다시 수행하게 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Repeated-measures ANOVA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sphericity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위반 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Greenhouse-Geisser, post-hoc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Bonferroni correction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적용했습니다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acm-paper | pp. 7–8, §§4.3, 5.1, 5.3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2024 — User Performance in Consecutive Temporal Pointing: An Exploratory Study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https://doi.org/10.1145/3613904.3642904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2899EC2-8112-4799-8CC4-8A03FF049F2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첫 입력과 두 번째 입력에 따로 맞춘다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moving-target acquisition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period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cue-viewing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함수로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 standard deviation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예측합니다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ordinary temporal pointing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번의 연결이라면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σ1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σ2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모두 설명해야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연구팀은 참가자별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condition mean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사용해 첫 입력과 두 번째 입력을 별도로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acm-paper | pp. 5, 8–9, Eq. 3; §5.2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2024 — User Performance in Consecutive Temporal Pointing: An Exploratory Study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https://doi.org/10.1145/3613904.3642904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8A25DE3-1814-44D9-A0D2-78704EF38BB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σ₁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기존 경향을 따랐지만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σ₂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맞지 않았다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Variation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σ1 fitting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R-squared 0.93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Variation 3.2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두 개로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parameter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수보다 적어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없었습니다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σ2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cue-viewing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길어질수록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σ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단순히 감소해야 한다는 기존 예측을 따르지 않아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fitting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불가능했습니다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ordinary temporal pointing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번의 단순 결합이 아니라는 핵심 근거로 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acm-paper | pp. 8–11, §5.2 and §6.1; Fig. 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2024 — User Performance in Consecutive Temporal Pointing: An Exploratory Study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https://doi.org/10.1145/3613904.3642904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E687264-3C52-4E5C-B2FF-09C9402492A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번째 입력은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자체를 추가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 cue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쓸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참가자가 첫 입력부터 두 번째 입력까지의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internal clock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target movement pattern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함께 사용했을 가능성을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trial period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짧기 때문에 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reliable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interval cue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될 수 있다는 설명입니다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밀리초 이후에는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interval cue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reliable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movement cue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의존이 커질 수 있다고 논의하지만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cognitive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 검증하지는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acm-paper | pp. 10–12, §6.1; Figs. 12–13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2024 — User Performance in Consecutive Temporal Pointing: An Exploratory Study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https://doi.org/10.1145/3613904.3642904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96A8169-A9E2-42E6-986D-05C30DBA786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Activation 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짧은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motor trade-off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KeyPressed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finger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button floor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충격을 느끼는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 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정렬되어 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보였습니다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Press-Press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두 번 입력하려면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Down-Up-Down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단계가 필요하고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Press-Release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Down-Up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번으로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밀리초보다 짧은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Press-Press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조건에서는 두 번째 입력이 늦어지는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motor limitation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나타났습니다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acm-paper | pp. 11–13, §6.2; Figs. 13–14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2024 — User Performance in Consecutive Temporal Pointing: An Exploratory Study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https://doi.org/10.1145/3613904.3642904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1A946AB-B226-4228-87E8-EAA2F2F441D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KeyPressed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precision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이득과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편향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Variation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keyPressed second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σ2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keyReleased σ2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82.8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93.7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퍼센트였습니다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반면 짧은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Press-Press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번째 입력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늦어졌고 첫 입력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앞으로 이동했습니다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방법의 첫 입력은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keyPressed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였으므로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σ1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method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차이는 예상대로 유의하지 않았습니다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acm-paper | pp. 11–13, §6.2; Figs. 13–14; Tables 2–3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2024 — User Performance in Consecutive Temporal Pointing: An Exploratory Study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https://doi.org/10.1145/3613904.3642904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2D558A1-2386-433C-8698-7EEC62D6D1D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손 조건은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motor limit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hand 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분리해 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Variation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각 손이 한 번씩 누르므로 한 손으로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Down-Up-Down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빠르게 반복할 필요가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연구에서 짧은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pushback effect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사라진 것은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motor limitation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설명과 일치합니다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Dominant-to-nondominant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반대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0.23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커 유의하지 않았지만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movement direction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함께 바뀌어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handedness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효과만 독립적으로 결론내리기 어렵습니다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acm-paper | pp. 13–14, §6.2; Fig. 13e; Tables 4–5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2024 — User Performance in Consecutive Temporal Pointing: An Exploratory Study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https://doi.org/10.1145/3613904.3642904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7A07D53-BA39-4B64-AAD8-CB4913FB9EF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구성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target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 error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예시에서는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first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밀리초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second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밀리초이므로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밀리초이고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밀리초입니다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첫 입력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790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밀리초의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마이너스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밀리초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번째 입력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밀리초의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플러스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밀리초입니다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조건을 여러 번 반복한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평균이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μ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standard deviation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σ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Gaussian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추정할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acm-paper | p. 3, Figs. 3–4; §2.1.1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2024 — User Performance in Consecutive Temporal Pointing: An Exploratory Study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https://doi.org/10.1145/3613904.3642904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898C501-3936-447E-B299-EC0C2EE26E0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Interaction design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적용할 때의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매우 짧은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자주 요구하는 게임에서는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motor limitation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피할 수 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Release 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고려하고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그렇지 않으면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Pressed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precision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이점을 활용할 수 있다고 제안합니다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길어질수록 두 번째 입력이 항상 정밀해진다는 단순 가정을 피해야 한다고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field deployment guideline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study-based implication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acm-paper | p. 13, §6.3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2024 — User Performance in Consecutive Temporal Pointing: An Exploratory Study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https://doi.org/10.1145/3613904.3642904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1F4F3C6-C8B1-48D8-A7D5-EC7E3A8FB58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실험이 다루지 않은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timing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첫 입력 뒤에 알게 되는 경우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visual cue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일부 구간에만 보이는 경우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복잡한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motion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다루지 않았다고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참가자는 주로 젊었고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Variation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대부분 오른손잡이였습니다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개인별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ordinary temporal-pointing 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측정하지 않아 각 참가자의 일반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능력 대비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변화는 직접 계산할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acm-paper | p. 14, §6.4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2024 — User Performance in Consecutive Temporal Pointing: An Exploratory Study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https://doi.org/10.1145/3613904.3642904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2B189EF-6341-4AD0-8B8F-816F676C424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입력의 단순 합으로 설명되지 않은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중심 결론은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ordinary temporal pointing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번을 단순히 이어 붙인 과제로 보이지 않는다는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σ2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mismatch, activation-point effect,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짧은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motor limitation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이를 뒷받침합니다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동시에 저자들의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TTS cue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설명은 후속 연구가 검증해야 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이번 실험의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apparatus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participant sample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밖으로 일반화할 때는 주의가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acm-paper | pp. 13–14, §§6.3–7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2024 — User Performance in Consecutive Temporal Pointing: An Exploratory Study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https://doi.org/10.1145/3613904.3642904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3B3518D-B9B1-4D19-8D19-C3EEC674461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Consecutive Temporal Pointing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사용자 수행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 Performance in Consecutive Temporal Pointing: An Exploratory Study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Dawon Lee, Sunjun Kim, Junyong Noh, Byungjoo Lee (2024)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번의 시간 맞춤 입력을 하나의 연속 동작으로 볼 때 무엇이 달라지는가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acm-paper p. 1, title and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번의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timing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입력과 두 번의 연속 입력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CTP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에서는 두 입력이 짧은 간격 안에서 하나의 동작 덩어리로 계획된다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56588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temporal pointing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번의 입력을 지정 시점에 맞춤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움직이는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Type I CTP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첫 입력 뒤 두 번째 입력의 시점을 맞춤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double-click, charged attack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Type II CTP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입력을 각각 외부 시점에 맞춤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rhythm game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long note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번째 입력은 첫 입력과 독립적이지 않을 수 있다는 점이 연구 문제다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acm-paper pp. 1–3, Figs. 1–2; §2.1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증거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연구는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CTP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수행을 탐색한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HCI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실험이며 완성된 예측 모델을 제안하지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456588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층위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제시한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제시하지 않은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CTP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Type I·II taxonomy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연속 입력의 보편 분류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명의 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study cell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연령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·device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수행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 검사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기존 모델의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σ₁·σ₂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적합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CTP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예측식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TTS cue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motor limitation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인지 기제의 인과 증명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결과는 새 알고리즘보다 과제 정의와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empirical boundary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제공한다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acm-paper p. 1, abstract; §§4–7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CTP taxonomy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어느 입력에 시간 조건이 있는가로 나뉜다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첫 입력에 조건이 없는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Type 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두 입력 모두 조건이 있는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Type II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구분한다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2717640"/>
                <a:gridCol w="3152520"/>
                <a:gridCol w="22827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첫 입력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번째 입력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trial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시작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Type I CTP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사용자가 원하는 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첫 입력 이후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첫 입력 순간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Type II CTP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외부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외부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외부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event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ordinary temporal pointing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입력에 시간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번째 입력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외부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event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입력의 시간 기준이 다르면 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CTP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안에서도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planning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정보가 달라진다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acm-paper pp. 2–4, §2.1; Fig. 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TTF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TTS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시간 기준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TTF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trial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시작부터 첫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까지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TTS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첫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부터 두 번째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까지의 간격이다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mechanism-lane-timing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requested timing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mechanism-edge-ttf-segment-1"/>
          <p:cNvSpPr/>
          <p:nvPr/>
        </p:nvSpPr>
        <p:spPr>
          <a:xfrm>
            <a:off x="466056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" name="mechanism-edge-ttf-label"/>
          <p:cNvSpPr/>
          <p:nvPr/>
        </p:nvSpPr>
        <p:spPr>
          <a:xfrm>
            <a:off x="436896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TTF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mechanism-edge-tts-segment-1"/>
          <p:cNvSpPr/>
          <p:nvPr/>
        </p:nvSpPr>
        <p:spPr>
          <a:xfrm>
            <a:off x="806436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mechanism-edge-tts-label"/>
          <p:cNvSpPr/>
          <p:nvPr/>
        </p:nvSpPr>
        <p:spPr>
          <a:xfrm>
            <a:off x="777240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TTS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mechanism-node-start"/>
          <p:cNvSpPr/>
          <p:nvPr/>
        </p:nvSpPr>
        <p:spPr>
          <a:xfrm>
            <a:off x="1739880" y="34416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trial start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외부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event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첫 입력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mechanism-node-first"/>
          <p:cNvSpPr/>
          <p:nvPr/>
        </p:nvSpPr>
        <p:spPr>
          <a:xfrm>
            <a:off x="5143680" y="34416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first target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첫 입력의 기준 시점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mechanism-node-second"/>
          <p:cNvSpPr/>
          <p:nvPr/>
        </p:nvSpPr>
        <p:spPr>
          <a:xfrm>
            <a:off x="8547120" y="34416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second target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번째 입력 기준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1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" name="Text 1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TTF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TTS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사용자가 누른 실제 간격이 아니라 시스템이 요구한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interval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1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" name="Text 1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acm-paper p. 3, Fig. 3; §2.1.1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입력의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accuracy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precision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따로 측정한다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평균은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과의 편향을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표준편차는 반복 입력의 퍼짐을 나타낸다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935080"/>
                <a:gridCol w="2391480"/>
                <a:gridCol w="2608920"/>
                <a:gridCol w="29350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첫 입력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번째 입력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좋은 수행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timing error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μ₂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가까움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표준편차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σ₁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σ₂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작을수록 정밀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분포 표기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N₁(μ₁, σ₁²)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N₂(μ₂, σ₂²)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입력을 별도 추정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입력의 평균과 퍼짐을 합치면 두 번째 입력에서 생기는 변화를 놓친다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acm-paper pp. 2–3, Fig. 4; §2.1.1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temporal-pointing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모델이 보는 세 요인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반복 주기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움직임을 본 시간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버튼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activation point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timing precision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바꾼다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23972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기존 연구의 관계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CTP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에서의 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 period 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길수록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internal clock noise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입력 사이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되는가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cue-viewing time C₂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길수록 움직임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encoding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σ₂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같은 방향으로 변하는가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activation point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강한 감각 자극과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callback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Press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Release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차이가 유지되는가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CTP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검사는 기존 요인을 그대로 적용했을 때 두 번째 입력도 설명되는지를 묻는다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acm-paper pp. 4–5, §§3.2–3.3; Figs. 7–8; Eqs. 1–3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입력의 독립성 가정과 기존 요인의 재현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입력을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ordinary temporal pointing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번으로 볼 수 있는지가 출발점이다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RQ1: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첫 입력과 두 번째 입력을 각각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ordinary temporal pointing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볼 수 있는가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8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RQ2: activation point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기존 요인이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CTP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수행에도 영향을 주는가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검사 전략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μ₁·σ₁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μ₂·σ₂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조건별로 분리해 비교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2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모델 검사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moving-target model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σ₁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σ₂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각각 적합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4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trial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안의 두 입력을 별도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outcome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보는 것이 분석의 핵심이다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6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acm-paper p. 5, §3.4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100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명을 네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study cell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나눠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CTP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변형을 관찰했다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Type I·II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한 손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손 조건을 분리해 서로 다른 요인을 조작했다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Variation 1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Type I,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손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N=25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4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Variation 2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Type II,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손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N=43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0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Variation 3.1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Type I,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손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N=16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4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5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Variation 3.2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Type II,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손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N=16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9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0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cell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같은 참가자가 모든 조합을 수행한 하나의 완전요인 실험이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2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acm-paper pp. 5–7, §4; Fig. 9; Table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Study cell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주요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factor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level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TTF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period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Type 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정의되지 않고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input method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order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cell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마다 다르다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521720"/>
                <a:gridCol w="4239720"/>
                <a:gridCol w="3152520"/>
                <a:gridCol w="1956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cell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timing level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TTS 50–500 ms, 8 levels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Press-Press / Press-Release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On/Off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TTF 150/250, TTS 150/200/250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Press-Press / Press-Release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On/Off*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V3.1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TTS 50–500 ms, 8 levels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order 2 levels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On/Off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V3.2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TTF 150/250, TTS 150/200/250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order 2 levels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On/Off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별표가 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V2 cue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between-subject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이고 나머지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factor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within-subject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acm-paper p. 7, Table 1; §4.2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Moving-target task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입력 기록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일정한 속도의 선이 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capture line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닿을 때 버튼 입력을 맞춘다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moving line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28.2 cm/s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오른쪽 이동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8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first capture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첫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timing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3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4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second capture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번째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timing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8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9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button callback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Press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Release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4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timing distribution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μ₁·σ₁, μ₂·σ₂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8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motion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차원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등속이며 실제 게임의 복잡한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다르다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1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acm-paper pp. 6–8, §§4.1–4.3; Figs. 9–11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조작 변수와 측정 변수를 분리한다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실험이 바꾼 조건과 참가자 수행에서 계산한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outcome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같은 종류의 변수가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13100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독립변수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TTF, TTS, input period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시스템이 요구한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독립변수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visual cue, input method, input order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감각 정보와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motor execution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종속변수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μ₁, μ₂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입력의 평균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timing error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종속변수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σ₁, σ₂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입력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precision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speed, apparatus, counterbalance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 비교의 배경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TTS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길어졌다는 조작과 실제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inter-input timing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길어졌다는 측정은 구분해야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acm-paper pp. 6–7, §4.2; Table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반복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trial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통계 분석 절차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 구간을 제외하고 조건별 반복 측정에 맞는 검정을 사용했다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4131000"/>
                <a:gridCol w="4783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읽을 때의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trial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조건당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마지막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 분석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재수행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TTS error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절댓값이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120 ms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2,649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2.43%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기록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109,090 trials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cell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합계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ANOVA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repeated measures, α=.05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cell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factor structure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Bonferroni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sphericity·post-hoc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적용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유의한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main effect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실제 효과의 크기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방향은 별도로 읽어야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acm-paper pp. 7–8, §§4.3, 5.1, 5.3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첫 입력과 두 번째 입력에 따로 맞춘다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model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두 분포를 모두 설명해야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CTP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ordinary process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볼 근거가 생긴다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2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3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4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5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6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7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8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9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0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2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moving-target model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period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cue-viewing time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σ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예측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first-input fit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관측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σ₁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second-input fit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관측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σ₂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trend comparison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cue time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따른 방향을 대조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RQ1 evidence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ordinary process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가정 평가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acm-paper pp. 5, 8–9, Eq. 3; §5.2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σ₁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기존 경향을 따랐지만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σ₂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맞지 않았다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번째 입력의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precision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cue-viewing time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길수록 좋아진다는 예측과 다른 형태를 보였다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3369960"/>
                <a:gridCol w="250020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관측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V2 σ₁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TTF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증가와 함께 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성공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R²=.93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기존 경향과 일치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V3.2 σ₁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비슷한 감소 경향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 points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불가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정성 비교만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σ₂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따라 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trend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불가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요인 가능성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σ₂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σ₁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σ₂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전반적으로 더 작음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밖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가설을 지지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 mismatch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두 번째 입력의 추가 기제를 찾을 근거이며 새 기제를 증명한 결과는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acm-paper pp. 8–11, §5.2 and §6.1; Fig. 12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번째 입력은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TTS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자체를 추가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timing cue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쓸 수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저자들은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trial period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보다 짧은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inter-input interval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더 정밀한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internal-clock cue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라고 해석한다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첫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첫 입력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timing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기준점으로 사용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9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0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TTS encoding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짧은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interval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internal clock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저장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4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5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movement cue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보이는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motion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함께 사용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9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0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cue integration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reliability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따라 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4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5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second input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σ₂ pattern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달라짐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9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0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TTS cue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discussion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설명 가설이며 논문이 새 식으로 검증한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2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acm-paper pp. 10–12, §6.1; Figs. 12–13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Activation point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짧은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interval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motor trade-off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Press callback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더 정밀했지만 빠른 두 번째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Press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에는 추가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finger movement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필요했다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7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8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9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0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1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2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3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4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5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6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7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짧은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TTS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과제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번째 입력 방법을 비교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Press-Press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Down-Up-Down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두 번째 입력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Press-Release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Down-Up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두 번째 입력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timing outcome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precision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motor delay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비교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conditioned choice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interval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길이에 맞춘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 method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8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acm-paper pp. 11–13, §6.2; Figs. 13–14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KeyPressed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precision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이득과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timing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편향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정밀도 이득과 짧은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interval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평균 지연은 동시에 관찰됐다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152520"/>
                <a:gridCol w="2826360"/>
                <a:gridCol w="2826360"/>
                <a:gridCol w="2065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관측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Variation 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Variation 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Pressed σ₂ / Released σ₂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82.8%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93.7%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작을수록 정밀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짧은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μ₂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Press-Press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뒤로 밀림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관련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interaction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존재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150 ms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짧은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보상하듯 앞당겨짐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cell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effect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손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σ₁ method effect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유의 차이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유의 차이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첫 입력은 모두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σ₂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보고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Press-Press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interval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권할 수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acm-paper pp. 11–13, §6.2; Figs. 13–14; Tables 2–3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손 조건은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motor limit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hand order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분리해 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손이 한 번씩 입력하면 한 손의 빠른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Down-Up-Down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제약이 줄어든다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935080"/>
                <a:gridCol w="3369960"/>
                <a:gridCol w="4565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관측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짧은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TTS pushback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Variation 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사라짐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motor limitation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설명과 일치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 order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distribution effect p&gt;.23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유의한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handedness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우위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movement direction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hand order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함께 바뀜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handedness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분리하기 어려움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participant profile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대부분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young, V3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mostly right-handed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외적 타당도 제한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결과는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bimanual input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보편 우위보다 한 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motor sequence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역할을 지지한다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acm-paper pp. 13–14, §6.2; Fig. 13e; Tables 4–5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구성 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target interval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timing error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다음 수치는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TTF·TTS·μ·σ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관계를 익히기 위한 예시이며 실험 데이터가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391480"/>
                <a:gridCol w="260892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event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time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logged time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derived value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trial start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 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해당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first input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800 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790 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TTF=800 ms, error₁=−10 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second input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1000 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1025 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TTS=200 ms, error₂=+25 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many trials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조건 반복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error sample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μ, SD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σ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trial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timing error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주지만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μ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σ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반복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trial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분포에서 계산한다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acm-paper p. 3, Figs. 3–4; §2.1.1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Interaction design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적용할 때의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 방식은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activation precision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motor sequence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함께 고려해야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13100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논문의 제안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150 ms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Release activation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손의 빠른 연속 입력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더 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interval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Pressed precision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활용 고려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apparatus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관측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difficulty tuning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따른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σ₂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변화 반영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단조 관계로 가정하지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future model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TTS cue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변화 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cue-integration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가설 검증 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설계 제안은 이 연구 조건에서 나온 것으로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device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population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바뀌면 다시 검증해야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acm-paper p. 13, §6.3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실험이 다루지 않은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CTP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과제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참가자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·baseline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제한 때문에 결과를 모든 연속 입력으로 일반화할 수 없다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131000"/>
                <a:gridCol w="4565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이번 연구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후속 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motion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1D constant speed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복잡하고 예측 불가능한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cue pattern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구간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첫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번째 구간만 선택적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timing disclosure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timing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미리 제시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첫 입력 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second timing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participants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mostly young, local universities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handedness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다양성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개인별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ordinary 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미측정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개인 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CTP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변화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CTP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모델링의 출발점이며 외적 타당도와 인지 기제 검증이 남아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acm-paper p. 14, §6.4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timing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입력의 단순 합으로 설명되지 않은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CTP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번째 입력은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interval cue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motor sequence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영향을 함께 받았다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2"/>
          <p:cNvSpPr/>
          <p:nvPr/>
        </p:nvSpPr>
        <p:spPr>
          <a:xfrm>
            <a:off x="838080" y="2171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CTP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두 번의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anticipatory button input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하나의 짧은 연속 동작으로 다룬다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3"/>
          <p:cNvSpPr/>
          <p:nvPr/>
        </p:nvSpPr>
        <p:spPr>
          <a:xfrm>
            <a:off x="838080" y="2755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4" name="Text 4"/>
          <p:cNvSpPr/>
          <p:nvPr/>
        </p:nvSpPr>
        <p:spPr>
          <a:xfrm>
            <a:off x="838080" y="279396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σ₁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경향을 설명했지만 관측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σ₂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맞지 않았다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5"/>
          <p:cNvSpPr/>
          <p:nvPr/>
        </p:nvSpPr>
        <p:spPr>
          <a:xfrm>
            <a:off x="838080" y="3377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6" name="Text 6"/>
          <p:cNvSpPr/>
          <p:nvPr/>
        </p:nvSpPr>
        <p:spPr>
          <a:xfrm>
            <a:off x="838080" y="3416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Pressed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σ₂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줄였지만 짧은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Press-Press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motor delay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나타났다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7"/>
          <p:cNvSpPr/>
          <p:nvPr/>
        </p:nvSpPr>
        <p:spPr>
          <a:xfrm>
            <a:off x="838080" y="4000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8" name="Text 8"/>
          <p:cNvSpPr/>
          <p:nvPr/>
        </p:nvSpPr>
        <p:spPr>
          <a:xfrm>
            <a:off x="838080" y="40384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TTS cue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해석은 후속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modeling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검증해야 할 가설이다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9"/>
          <p:cNvSpPr/>
          <p:nvPr/>
        </p:nvSpPr>
        <p:spPr>
          <a:xfrm>
            <a:off x="838080" y="4622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0" name="Text 10"/>
          <p:cNvSpPr/>
          <p:nvPr/>
        </p:nvSpPr>
        <p:spPr>
          <a:xfrm>
            <a:off x="838080" y="46609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motion, participant diversity,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개인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baseline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제한을 유지해야 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2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CTP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설계하거나 모델링할 때 두 입력의 분포와 두 입력 사이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interval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따로 관찰해야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4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acm-paper pp. 13–14, §§6.3–7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2026-09-12T08:12:38Z</dcterms:created>
  <dc:creator>Research Seminars</dc:creator>
  <dc:description/>
  <dc:language>ko-KR</dc:language>
  <cp:lastModifiedBy>Research Seminars</cp:lastModifiedBy>
  <dcterms:modified xsi:type="dcterms:W3CDTF">2026-09-12T08:12:38Z</dcterms:modified>
  <cp:revision>1</cp:revision>
  <dc:subject>User Performance in Consecutive Temporal Pointing: An Exploratory Study</dc:subject>
  <dc:title>Consecutive Temporal Pointing의 사용자 수행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23</vt:r8>
  </property>
  <property fmtid="{D5CDD505-2E9C-101B-9397-08002B2CF9AE}" pid="3" name="PresentationFormat">
    <vt:lpwstr>On-screen Show (16:9)</vt:lpwstr>
  </property>
  <property fmtid="{D5CDD505-2E9C-101B-9397-08002B2CF9AE}" pid="4" name="Slides">
    <vt:r8>23</vt:r8>
  </property>
</Properties>
</file>