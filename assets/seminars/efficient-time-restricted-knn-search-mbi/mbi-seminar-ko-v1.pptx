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35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6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5FF2FC4-2303-4CD0-BDD0-AF5BB443DEE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제약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Multi-Level Block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고차원 벡터 검색에 시간 구간 또는 여러 수치 속성의 필터를 함께 적용하는 문제를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제안은 같은 데이터를 여러 크기의 블록으로 중복 색인해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범위에 맞는 검색 단위를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Multi-Level Block Indexing,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ACM TKDD 2026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논문입니다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title page; publication footer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869861-2B94-4D2A-B78D-5E7B37DCD2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 유사도와 시간 조건을 동시에 만족해야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 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전체 데이터에서 질의 벡터와 가까운 항목을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여기에 시간 창을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시간으로 줄인 뒤 거리를 전부 계산할 수도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근접 그래프를 탐색하면서 시간 조건을 검사할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순서의 비용이 시간 창 크기에 따라 반대로 움직이는 것이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§1;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EAE596-B42C-4DE4-A7C0-02E46A28CE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T-kNN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질의의 정확한 의미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D[t_s:t_e]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집합으로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[t_s,t_e)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반개구간입니다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경계는 블록 겹침 계산과 후보 필터링에서 그대로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덱의 모든 예제도 끝점을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§3.1;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E76B55-FF15-49AC-8014-E0ED3A234C9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푸는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 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각 큰 블록은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NNDescent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graph-based kNN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 검색합니다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필터는 후보 자격을 결정하지만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근접 이웃 탐색 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recall@k 0.995, m-AkNN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§2.1; Algorithms 3, 5; §5.1.3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A440CC-7A00-4CAE-842A-48EA00E6DC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단순 전략은 반대 범위에서 강하다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필터를 먼저 적용한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qualifying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brute-force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proximity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따라가며 조건을 만족하는 정점만 결과에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좁은 필터에서는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많은 탈락 후보를 방문하고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넓은 필터에서는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brute-force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많은 거리를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크기의 블록을 준비해 이 교차점을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§3.2; Algorithms 1–3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CF67C3-36B8-43FF-865C-863C51D161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BSBF: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시간으로 자른 뒤 전부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정렬된 데이터에서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D[t_s:t_e]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찾고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brute-force 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제시한 비용은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O(log n + b d log 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시간 창 안 벡터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벡터 차원입니다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창이 짧을수록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 유리합니다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1; §3.2.1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2C29F4-6B1E-4E2A-85F6-B7A2FB437F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SF: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걷고 시간 조건으로 거른다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proximity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질의 벡터와 가까운 정점을 우선 방문합니다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방문한 정점이 시간 창에 있을 때만 결과 집합에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넓은 창에서는 대부분의 방문이 유효하지만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좁은 창에서는 많은 정점을 확인하고도 결과가 채워지지 않아 탐색이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3; §3.2.2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218EC1-757C-4B32-A3AC-2BEFC5FCBE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창이 바뀌면 병목도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시간 창 비율이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속도가 내려가고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속도가 올라가는 교차 형태를 반복해서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작은 블록에서는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graph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블록에서는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두 방법의 강점을 블록 선택과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§4.1;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B28553-0945-47CF-B8D0-C92500BC01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데이터를 여러 크기로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짧고 연속된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구간을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합친 부모는 더 넓은 구간을 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기간을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블록은 자체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graph-based kNN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벡터가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ancestor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나타나므로 공간 비용이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1;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7017AE-BB3F-4752-929E-89E6A67F5F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블록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구간만이 아니라 검색 단위다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블록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set D_i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graph-based index G_i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쌍으로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비어 있을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선택 블록에서는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B_i.te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exclusive upper 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Table 1; Algorithm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D5DA79-A663-405D-BEC0-A555ED0975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블록은 포함 관계로 계층을 이룬다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구간 표는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단순화한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블록 경계는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 size S_L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들어온 데이터의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순서에 의해 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불변식은 각 블록이 연속된 시간 범위를 담당하고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부모가 두 자식의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1;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BC8C3B-E223-4FA2-989D-3D0556DADD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증분 삽입은 가장 최신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벡터가 기존 벡터보다 늦은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도착한다고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첫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곧 최신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그곳에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임의의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삽입하면 이 단순한 경로와 연속 구간 구조가 깨질 수 있으므로 현재 알고리즘의 지원 범위가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§4.2; Algorithm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4398F9-E2B4-478E-BAFB-716D4247F3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차면 아래에서 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postorder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번호 관계를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sibling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과정을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ancestor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찬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구성되는 예를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3; Algorithm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0026DC-EEFF-4B8B-B84F-56BED1A610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블록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병렬로 만들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삽입 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B4, B5, B6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독립적으로 식별하고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G4, G5, G6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병렬 구축할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그 병렬성을 요약한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ancestor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다르므로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집합에서 별도로 생성됩니다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§4.2, Parallelization of MBI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B43A78-A401-4326-8353-96A755F84C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virtual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불완전한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탐색 경로를 유지한다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점선 상자가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블록의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음의 무한대부터 양의 무한대로 두어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만족하지 않게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block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들어가지 않지만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child traversal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가능하게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Figs. 2–3;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5D1BC5-CEAF-4283-9DF2-48B4C3E4E7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검색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전역 병합으로 진행된다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호출해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block set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블록에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밖에는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집합들을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질의 벡터에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블록별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이어 붙이는 것이 아니라 마지막에 전역 순위를 다시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5;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C8FBB3-B0C6-45B8-9BC0-3AE2CC23564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실제 질의가 차지하는 비율이다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수치는 설명을 위해 구성한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 구간의 교집합 길이를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길이로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길이로 나누는 비율이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자식으로 내려가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작아지면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차지하는 비율이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§4.3, overlap ratio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55B5E6-01E5-4F75-9FEC-F2371D2FE1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top-down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선택의 세 경우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겹침이 없으면 빈 집합을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기준을 충족하면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그렇지 않으면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재귀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exceeds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쓰고 증명 일부는 경계에서 이상을 사용하므로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과도한 의미를 주지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5 lines 11–20;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DF6C72-8732-451E-A8B0-08E3958682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해상도를 조절한다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B30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B21,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다섯 개의 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선택됩니다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큰 블록을 골라 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비슷한 낭비를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 비용을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사전 정보가 없을 때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4; §4.3; §5.4.2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10783A-99D9-43F3-BEBE-6186070A4E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q=[5,14), tau=.6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예제의 숫자와 구간은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복사한 것이 아니라 규칙을 직접 실행하도록 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9/16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 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 내려갑니다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왼쪽에서는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[4,8)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선택되고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[8,16)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6/8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바깥의 일부 시간도 포함할 수 있으므로 내부 필터가 여전히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5;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37B1C5-2A74-4E17-899F-425FDFA631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결과를 전역 병합한다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후보와 거리는 교육용으로 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시작 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종료 뒤이므로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결과에서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거리로 정렬하면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0.25, A 0.30, D 0.40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조건은 맞지만 네 번째라 탈락합니다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5 lines 3–10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78C88D-F433-4AB4-9763-C8570A22B8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뒤에는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상태에 따라 내부 검색이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구축된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합친 뒤 질의 벡터에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 분기는 구현 동작을 이해하는 데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5 lines 4–9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A418BE-D753-458A-97AB-0FABCBEBFF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tau &lt;= 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처리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최대 두 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한쪽 조각이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기준을 만족하지 못할 때 반대쪽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겹치지 않게 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한쪽 조각은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descendant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경로만 따라가고 정확히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처리됩니다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좌우를 합쳐 최대 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§4.5.3, Lemma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9E1E92-26EE-4474-AB53-19053F4FCC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이론 비용은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가정에 함께 의존한다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N_q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|D[t_s:t_e]|,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창 안 벡터 수를 짧게 표기한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graph-based 1NN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O(log 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가정과 필터 통과 확률에 따른 기대 방문 수를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eligible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충분히 크다고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1.14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NNDescent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경험적 분석에서 가져옵니다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§4.5.1–4.5.3; Theorems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0A29F6-2D7B-44A2-91C8-49936558CF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빠른 범위 적응의 대가는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중복이다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수의 합은 대략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|D|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level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logarithmic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graph 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 선형이라고 보면 전체가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O(|D| log |D|)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§4.5.1; Table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329880-7DE4-468B-B79E-A387934DED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m-AkNN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시간 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수치 속성으로 확장한다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m-AkNN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질의 벡터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k,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속성 조건을 동시에 만족하는 벡터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달리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attribute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insertion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독립이므로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bottom-up append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전략을 그대로 쓸 수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§3.1; §4.4;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B65F55-D870-42B9-A879-23426462D8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multi-attribute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공간은 밀도에 따라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attribute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데이터의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attribute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2^m children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재배치합니다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이하가 될 때까지 재귀합니다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균일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줄이려는 설계입니다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5; Algorithm 6; §4.4.1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8A33991-318B-44EA-B544-0EC0520C5E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속성의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축별 비율을 곱한다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공식을 읽기 위한 구성 예제입니다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m-AkNN 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속성에서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교집합 길이를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길이로 나눈 뒤 모두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독립확률을 추정하는 식이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multi-dimensional block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§4.4.2, overlap ratio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B03325-F111-45E8-8E18-85F60C3BDD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m-AkNN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선택 틀에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거의 같은 구조지만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속성의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non-full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AFBF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속성 조건을 확인한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qualifying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brute-force 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internal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Algorithm 7; Fig. 6; §4.4.2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930EB9-CA4B-43DD-AC3C-622D4E7CBA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결과는 이 구현과 장비 조건에서 측정되었다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실험이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Ryzen 7 3800XT, 128 GB DDR4, Ubuntu 20.04.1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수행되었다고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Cargo 1.66.1 release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NNDescent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구축해 비교의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맞춥니다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§5.1.1; §5.1.3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8FE6B6-308B-4699-A584-4A57CBD2FE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규모와 차원이 다른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평가한다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T-kNN datasets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요약했습니다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MovieLens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시간 정보를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GloVe-100, SIFT1M, GIST1M, DEEP1B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item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9,990,000 train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Table 2; §5.1.2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03E33D-76D1-4333-9AE6-C6E7D49D15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m-AkNN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원문 내부 차원 표기 차이가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CORD-19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인쇄하지만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페이지의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768-dimensional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원문 내부 불일치를 그대로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50,000 papers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49,800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된 것으로 읽을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Table 2; §5.1.2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22E7E4-C5CC-4B0C-ACEB-4091862A5D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 T-kNN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비교의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operational definition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무작위로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 time 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조절해 전체 데이터의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recall@k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맞추고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10, 50,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절차를 다섯 번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§5.2;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996A51-7B48-4877-9A26-0E97773242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시간 창 길이에 걸쳐 교차점을 완화한다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커지면서 내려가고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작을 때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두 곡선의 교차 영역을 포함한 전체 범위에서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저자들이 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hypothetical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질의마다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더 빠른 쪽을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oracle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 비교선입니다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7;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E961BC-1D1B-48CC-AF0D-F645F82F52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35. recall-speed curve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봐야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search parameter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조절해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간격으로 탐색하고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Pareto frontier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곡선이 어떻게 변하는지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§5.1.3; Fig.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7DF51A-88CF-473C-B96C-F87D7C1A0B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36. SIFT1M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관찰된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배일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승인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구축은 이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줄였습니다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Fig. 9;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486D29-38B7-4124-B39B-35D8EFFCB9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공간 대가를 보여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괄호는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data 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SIFT1M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표 공간 때문에 생략했지만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2.09 GB, 4.28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 0.80 GB, 1.53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비용은 이론의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중복과 일치합니다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Table 4;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D4A8A1-C602-4B50-8896-DBFF9E0803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 S_L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비용을 조절한다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 size S_L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작을수록 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유리하지만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늘어나는 경향을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tree depth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practical 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클 때 증가할수록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많아져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내려가는 경향을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Figs. 10–11; §5.4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A7D25C-EDE9-4320-9981-6A2221E777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39. m-AkNN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결과도 별도의 정확도와 반복 조건을 가진다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COMS-GTS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 k=10,50,100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상대적으로 낮아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recall@k 0.95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사용했다고 논문이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실험은 세 번 반복됩니다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COMS-GTS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CORD-19-small, CORD-19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recall-QPS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Figs. 12–13; §5.5.1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3C3B8F-732D-4D88-BC26-497ADAAE3C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40. m-AkNN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수치를 그대로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COMS-GTS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m=3 MBI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작게 측정되므로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branching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증가하면 항상 저장공간이 커진다고 단정할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CORD-19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배율이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Table 5; §5.5.2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DF550C5-D627-41DE-80EE-09F2B1D780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보장하거나 지원하지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Limitations and 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non-decreasing timestamp arrival, deletion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timestamp insertion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m-AkNN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sliding-window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오래된 왼쪽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제거하는 확장은 향후 연구로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T-kNN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m-AkNN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optimality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열려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§6, Limitations and Future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F8BF83-D603-4972-8FF7-B1189D3CB7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 시 함께 고정해야 할 항목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코드와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공개한다고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 parameters, Section 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목표를 함께 맞춰야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Pareto frontier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p. 3; Tables 2–3; §5.1–5.5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mbi-code | repository README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MBI public code and datasets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https://github.com/kjsoo-1010/mbi2025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BCBBE0-44CE-414C-AA30-FE5BC79DAEF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43.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연결하면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설계 논리는 일관됩니다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필터 폭에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병목이 바뀌므로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해상도의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미리 색인합니다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상태에 맞는 기존 검색법을 실행한 뒤 후보를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대가는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tkdd-paper | §4;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TKDD paper, DOI 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https://doi.org/10.1145/3789265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70D17A-B816-45D9-953F-B488D9B53D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제약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kNN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검색과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Multi-Level Block Indexing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Efficient Time-Restricted kNN Search in High-Dimensional Data Using Multi-Level Block Indexing, with Extensions to Multi-Attribute Filtering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Jisoo Kang · Changhun Han · Suji Kim · Ha-Myung Park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 범위가 좁아도 넓어도 대응하는 다중 해상도 인덱스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title page; publication footer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벡터 유사도와 시간 조건을 동시에 만족해야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벡터를 찾되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지정한 시간 구간 밖의 벡터는 결과가 될 수 없다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벡터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유사도 기준점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허용 후보 제한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안에서 순위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top-k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필터와 근접 검색 중 어느 것을 먼저 하느냐가 시간 창 크기에 따라 유불리를 바꾼다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§1;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T-kNN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질의의 정확한 의미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q=(w,k,t_s,t_e)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벡터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시각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 시각을 함께 지정한다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벡터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반환할 이웃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결과 개수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포함되는 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 &lt;= 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제외되는 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&lt; t_e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D[t_s:t_e]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허용된 벡터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반개구간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[t_s,t_e)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 시각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정확히 놓인 벡터는 후보에 포함되지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§3.1;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푸는 것은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approximate kNN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빠른 검색을 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graph-based ANN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recall@k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통제한다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시간 또는 속성 조건을 만족해야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 기준의 진짜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완전히 같다는 보장은 없다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목표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recall@k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queries per second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안에서 읽어야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필터 조건의 준수와 최근접 이웃의 정확성은 서로 다른 평가 축이다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§2.1; Algorithms 3, 5; §5.1.3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단순 전략은 반대 범위에서 강하다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필터를 먼저 할지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근접 그래프를 먼저 탐색할지가 핵심 선택이다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47868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먼저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구간 찾기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시간 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넓은 시간 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AFBF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속성 전수 필터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통과 후보가 적음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통과 후보가 많음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넓은 필터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필터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블록 크기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범위에 맞춰 전환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저장공간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하나의 고정 순서 대신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범위에 맞는 검색 해상도를 선택한다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§3.2; Algorithms 1–3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BSBF: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시간으로 자른 뒤 전부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정렬된 시간축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search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[t_s,t_e)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brute-force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 안 거리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top-k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 안 벡터 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작으면 빠르지만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가까워지면 거의 전수 검색이다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1; §3.2.1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SF: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걷고 시간 조건으로 거른다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임의 시작점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set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정점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확장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[t_s,t_e)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채택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확보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 이웃 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창이 좁으면 방문한 가까운 정점 대부분이 탈락해 탐색 범위가 커질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3; §3.2.2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창이 바뀌면 병목도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데이터와 질의 벡터라도 필터 비율이 계산량의 위치를 바꾼다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261240"/>
                <a:gridCol w="336996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낭비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유리한 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매우 좁음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소수만 거리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탈락 정점 다수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 계산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탈락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교차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매우 넓음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거의 전체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채택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질의마다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전략 불리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전략 불리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목적은 특정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적절한 단위에서 사용하게 만드는 것이다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§4.1;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데이터를 여러 크기로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시간 블록부터 전체 기간 블록까지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수준에 검색 가능한 단위를 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 blocks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연속 구간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 merge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인접 구간 합치기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upper blocks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넓은 구간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match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맞는 크기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다중 해상도가 범위 적응성을 주지만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벡터와 인덱스를 여러 수준에 중복 저장한다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1;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블록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B_i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구간만이 아니라 검색 단위다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0222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timestamped vectors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블록의 데이터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graph-based kNN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블록의 근사 검색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B_i.ts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이른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겹침 시작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B_i.te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exclusive upper timestamp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겹침 종료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깊이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·build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블록 선택은 시간 범위를 고르고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블록 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고차원 근접 탐색을 맡는다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Table 1; Algorithm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블록은 포함 관계로 계층을 이룬다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구조를 읽기 위한 예시이며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구간은 끝점을 제외한다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2178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블록 구간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[0,8), [8,16)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둘로 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[0,4), [4,8)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왼쪽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children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[8,12), [12,16)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오른쪽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children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인접한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데이터 합집합이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데이터를 만든다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1;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증분 삽입은 가장 최신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시작한다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벡터 도착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마지막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빈 자리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 append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 full?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도달 검사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경로는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기존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늦다는 가정에 의존한다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§4.2; Algorithm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차면 아래에서 위로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sibling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합쳐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ancestor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mechanism-lane-buil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build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mechanism-edge-e1-label"/>
          <p:cNvSpPr/>
          <p:nvPr/>
        </p:nvSpPr>
        <p:spPr>
          <a:xfrm>
            <a:off x="351792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mechanism-edge-e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set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mechanism-edge-e3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bottom-up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node-full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leaf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mechanism-node-leafgraph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 graph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BuildKNNIndex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mechanism-node-union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sibling union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set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mechanism-node-paren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graph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ancestor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구축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이어 붙이는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새로 구축한다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3; Algorithm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블록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병렬로 만들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leaf event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ancestor block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lower block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G4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upper blocks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G5·G6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set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완성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등록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query-ready MBI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검색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§4.2, Parallelization of MBI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virtual block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불완전한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탐색 경로를 유지한다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증분 삽입 중에는 완전 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아닐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virtual block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시간 범위를 음의 무한대부터 양의 무한대로 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무한한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때문에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대상이 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descendant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top-down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탐색을 이어 준다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virtual 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데이터나 결과를 담는 검색 블록이 아니라 구조적 연결 장치다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Figs. 2–3;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검색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전역 병합으로 진행된다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echanism-lane-query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edge-e1-segment-1"/>
          <p:cNvSpPr/>
          <p:nvPr/>
        </p:nvSpPr>
        <p:spPr>
          <a:xfrm>
            <a:off x="3809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mechanism-edge-e1-label"/>
          <p:cNvSpPr/>
          <p:nvPr/>
        </p:nvSpPr>
        <p:spPr>
          <a:xfrm>
            <a:off x="3517920" y="30099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window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mechanism-edge-e2-segment-1"/>
          <p:cNvSpPr/>
          <p:nvPr/>
        </p:nvSpPr>
        <p:spPr>
          <a:xfrm>
            <a:off x="636264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mechanism-edge-e2-label"/>
          <p:cNvSpPr/>
          <p:nvPr/>
        </p:nvSpPr>
        <p:spPr>
          <a:xfrm>
            <a:off x="6070680" y="30099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blocks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mechanism-edge-e3-segment-1"/>
          <p:cNvSpPr/>
          <p:nvPr/>
        </p:nvSpPr>
        <p:spPr>
          <a:xfrm>
            <a:off x="8915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mechanism-edge-e3-label"/>
          <p:cNvSpPr/>
          <p:nvPr/>
        </p:nvSpPr>
        <p:spPr>
          <a:xfrm>
            <a:off x="8623440" y="30099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candidates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mechanism-node-input"/>
          <p:cNvSpPr/>
          <p:nvPr/>
        </p:nvSpPr>
        <p:spPr>
          <a:xfrm>
            <a:off x="173988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w,k,[t_s,t_e)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mechanism-node-select"/>
          <p:cNvSpPr/>
          <p:nvPr/>
        </p:nvSpPr>
        <p:spPr>
          <a:xfrm>
            <a:off x="429264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BlockSelection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top-down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mechanism-node-search"/>
          <p:cNvSpPr/>
          <p:nvPr/>
        </p:nvSpPr>
        <p:spPr>
          <a:xfrm>
            <a:off x="684540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per-block search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BSBF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mechanism-node-merge"/>
          <p:cNvSpPr/>
          <p:nvPr/>
        </p:nvSpPr>
        <p:spPr>
          <a:xfrm>
            <a:off x="939816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top-k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 정렬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들은 시간상 겹치지 않으며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개는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함께 비교해 정한다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5;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 ratio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실제 질의가 차지하는 비율이다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r_o =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겹치는 시간 길이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/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전체 시간 길이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26089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겹침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[5,14):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9/16=.5625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[5,8):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3/8=.375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[5,8):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3/4=.75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[8,16)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[8,14):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6/8=.75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질의라도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§4.3, overlap ratio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top-down 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선택의 세 경우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369960"/>
                <a:gridCol w="2391480"/>
                <a:gridCol w="5109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r_o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질의와 겹치지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작은 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해상도가 충분함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internal, 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descend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맞는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검색 정확도의 임계값이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해상도를 고르는 임계값이다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5 lines 11–20;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해상도를 조절한다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739160"/>
                <a:gridCol w="315252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경향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창에서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낭비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해상도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실험상 안정적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불필요 후보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높이면 항상 빨라지는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내부 낭비 사이의 균형이 바뀐다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4; §4.3; §5.4.2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q=[5,14), tau=.6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규칙을 작은 균형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적용한 교육용 계산이다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956600"/>
                <a:gridCol w="23914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.5625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검색 집합에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[8,16)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검색 집합에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block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{[4,8), [8,16)}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시간상 겹치지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5;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결과를 전역 병합한다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"/>
          <p:cNvSpPr/>
          <p:nvPr/>
        </p:nvSpPr>
        <p:spPr>
          <a:xfrm>
            <a:off x="330192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2"/>
          <p:cNvSpPr/>
          <p:nvPr/>
        </p:nvSpPr>
        <p:spPr>
          <a:xfrm>
            <a:off x="888984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3"/>
          <p:cNvSpPr/>
          <p:nvPr/>
        </p:nvSpPr>
        <p:spPr>
          <a:xfrm>
            <a:off x="3301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730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Shape 5"/>
          <p:cNvSpPr/>
          <p:nvPr/>
        </p:nvSpPr>
        <p:spPr>
          <a:xfrm>
            <a:off x="546084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Shape 6"/>
          <p:cNvSpPr/>
          <p:nvPr/>
        </p:nvSpPr>
        <p:spPr>
          <a:xfrm>
            <a:off x="673092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Shape 7"/>
          <p:cNvSpPr/>
          <p:nvPr/>
        </p:nvSpPr>
        <p:spPr>
          <a:xfrm>
            <a:off x="6095880" y="435600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8"/>
          <p:cNvSpPr/>
          <p:nvPr/>
        </p:nvSpPr>
        <p:spPr>
          <a:xfrm>
            <a:off x="127008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[4,8)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9"/>
          <p:cNvSpPr/>
          <p:nvPr/>
        </p:nvSpPr>
        <p:spPr>
          <a:xfrm>
            <a:off x="127008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제외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 .30, B .45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0"/>
          <p:cNvSpPr/>
          <p:nvPr/>
        </p:nvSpPr>
        <p:spPr>
          <a:xfrm>
            <a:off x="685800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[8,16)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1"/>
          <p:cNvSpPr/>
          <p:nvPr/>
        </p:nvSpPr>
        <p:spPr>
          <a:xfrm>
            <a:off x="685800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제외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 .25, D .40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2"/>
          <p:cNvSpPr/>
          <p:nvPr/>
        </p:nvSpPr>
        <p:spPr>
          <a:xfrm>
            <a:off x="4191120" y="3759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eligible union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3"/>
          <p:cNvSpPr/>
          <p:nvPr/>
        </p:nvSpPr>
        <p:spPr>
          <a:xfrm>
            <a:off x="4191120" y="4038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A, B, C, 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4"/>
          <p:cNvSpPr/>
          <p:nvPr/>
        </p:nvSpPr>
        <p:spPr>
          <a:xfrm>
            <a:off x="4191120" y="50925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top-3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5"/>
          <p:cNvSpPr/>
          <p:nvPr/>
        </p:nvSpPr>
        <p:spPr>
          <a:xfrm>
            <a:off x="4191120" y="5372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 .25, A .30, D .40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5 lines 3–10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뒤에는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상태에 따라 내부 검색이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391480"/>
                <a:gridCol w="27176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non-full leaf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비어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조건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leaf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조건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 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조건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각자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top-k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제안하는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상태와 기존 검색법을 결합한다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5 lines 4–9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 &lt;= .5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처리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최대 두 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창을 처음 둘로 나누는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기준으로 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왼쪽 조각은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descendant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경로에서만 선택된다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오른쪽 조각도 대칭적으로 한 경로에서만 선택된다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각 조각당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최대 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영역의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호출 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깊이에 비례해 폭증하지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§4.5.3, Lemma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이론 비용은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가정에 함께 의존한다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O(|D| log |D|)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수준별 중복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build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O(|D|^1.14)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NNDescent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amortized append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O(|D|^0.14)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ordered arrival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query, tau&lt;=.5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O(log(N_q/tau)+k/tau)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query, tau&gt;.5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O(log²(N_q/tau)+(k/tau)log(N_q/tau))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N_q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창 안 벡터 수이며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상한은 분석 가정에 조건부다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§4.5.1–4.5.3; Theorems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범위 적응의 대가는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level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중복이다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 copy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구간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copy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union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ancestor copies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level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total space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O(|D| log |D|)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벡터를 한 번만 저장하는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속도와 공간을 교환한다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§4.5.1; Table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m-AkNN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시간 하나를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수치 속성으로 확장한다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391356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T-kNN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m-AkNN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 axes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numeric attributes 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bounds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[t_s,t_e)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[lower_i,upper_i)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2^m-ary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non-full leaf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AFBF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ordered append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static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확장은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가능성을 함께 바꾼다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§3.1; §4.4;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multi-attribute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공간은 밀도에 따라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root range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속성별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min·max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midpoint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축을 둘로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2^m children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재배치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size &lt;= S_L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종료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0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m=2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quadtree, m=3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octree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데이터가 밀집한 영역이 더 깊게 나뉜다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5; Algorithm 6; §4.4.1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속성의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축별 비율을 곱한다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수치는 공식을 읽기 위한 구성 예제이며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축별 비율을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product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결합한다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속성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겹침 비율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[0,10)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[2,8)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6/10=.6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[0,20)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[5,15)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10/20=.5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축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.6×.5=.3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축에서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건너뛴다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§4.4.2, overlap ratio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m-AkNN query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선택 틀에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넣는다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 ranges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속성별 반개구간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product overlap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top-down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3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4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AFBF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검색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9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top-k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병합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3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시간축의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쓸 수 없으므로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non-full leaf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AFBF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Algorithm 7; Fig. 6; §4.4.2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결과는 이 구현과 장비 조건에서 측정되었다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AMD Ryzen 7 3800XT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8-core commodity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GB DDR4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장비의 용량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Ubuntu 20.04.1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환경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Rust/Cargo 1.66.1 release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build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NNDescent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QPS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build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하드웨어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언어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·index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구현에 조건부다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§5.1.1; §5.1.3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T-kNN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규모와 차원이 다른 여섯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평가한다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935080"/>
                <a:gridCol w="3043800"/>
                <a:gridCol w="19566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distance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MovieLens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57,571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angular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291,180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angular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GloVe-100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1,183,514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angular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SIFT1M / GIST1M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 / 1M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/ 960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Euclidean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DEEP1B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9,990,000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angular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DEEP1B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이름과 달리 실험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999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벡터의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Table 2; §5.1.2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m-AkNN dataset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원문 내부 차원 표기 차이가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391480"/>
                <a:gridCol w="239148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COMS-GTS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25,544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128-d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temperature·humidity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CORD-19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49,800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728-d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768-d SPECTER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라고 서술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held-out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미포함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CORD-19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728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본문의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768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충돌하므로 하나를 사실로 단정하지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Table 2; §5.1.2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T-kNN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비교의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operational definition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window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1%–95%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eligible fraction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recall@k=.995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정확도 수준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10, 50, 100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과정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QPS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10.88×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recall, window ratio, k, 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고정한 실험점에서의 최대값이다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§5.2;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시간 창 길이에 걸쳐 교차점을 완화한다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369960"/>
                <a:gridCol w="35874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window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넓을수록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QPS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eligible 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window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좁을수록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QPS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 reject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여섯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범위 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tuned tau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10.88×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faster-of-BSBF/SF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hypothetical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모든 질의의 평균이나 보장값이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관찰된 조건부 최대다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7;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recall-speed curve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봐야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1.4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0.02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간격으로 바꾼다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6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방법의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QPS trade-off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곡선으로 만든다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8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8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10%, 30%, 80% window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0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recall=.995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점뿐 아니라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frontier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형태도 확인한다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2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정확도를 낮춰 얻은 속도를 동일 정확도의 개선으로 읽으면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4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§5.1.3; Fig.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SIFT1M scaling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관찰된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보고된다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2391480"/>
                <a:gridCol w="23914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indexing slope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log-log fitted trend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index-size slope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2×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2.45×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2^1.29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build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5.08×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독립성 활용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수치는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SIFT1M subset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관찰값이며 보편적 계수가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Fig. 9;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공간 대가를 보여 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935080"/>
                <a:gridCol w="2391480"/>
                <a:gridCol w="282636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MovieLens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.06 (6.08×)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.02 (1.90×)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.91 (6.35×)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.27 (1.74×)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GloVe-100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3.95 (8.72×)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1.21 (2.49×)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GIST1M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7.73 (2.15×)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4.64 (1.21×)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DEEP1B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18.24 (5.00×)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6.10 (1.56×)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 개선과 함께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용량 예산도 실제 배치를 제한할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Table 4;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비용을 조절한다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0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작게 두면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두면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깊고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leaf scan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depth 5–10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균형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대체로 양호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recall-QPS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epsilon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범위를 조절한다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Figs. 10–11; §5.4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m-AkNN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결과도 별도의 정확도와 반복 조건을 가진다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0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 ratios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10%, 30%, 80%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qualifying 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recall@k=.95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T-kNN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.995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T-kNN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1.99×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hypothetical baseline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1.99×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10.88×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문제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·recall·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조건에서 나온 최대값이다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Figs. 12–13; §5.5.1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m-AkNN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 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크다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152520"/>
                <a:gridCol w="228276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MBI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COMS-GTS, m=2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.08 (5.66×)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.03 (2.29×)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COMS-GTS, m=3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.07 (4.59×)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.03 (2.30×)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CORD-19-small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2.11 (1.34×)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1.65 (1.05×)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CORD-19-large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4.23 (1.38×)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3.21 (1.05×)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배율은 속성 수뿐 아니라 분포와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모양에도 좌우된다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Table 5; §5.5.2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보장하거나 지원하지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35874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neighbor accuracy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approximate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top-k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T-kNN updates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삽입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삭제 미지원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m-AkNN updates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static dataset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삽입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삭제 미지원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O(|D| log |D|)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중복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problem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형식적 최적성 미증명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범위 적응형 설계지만 모든 동적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지원하지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§6, Limitations and Future Work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시 함께 고정해야 할 항목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"/>
          <p:cNvSpPr/>
          <p:nvPr/>
        </p:nvSpPr>
        <p:spPr>
          <a:xfrm>
            <a:off x="838080" y="1739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split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제외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2"/>
          <p:cNvSpPr/>
          <p:nvPr/>
        </p:nvSpPr>
        <p:spPr>
          <a:xfrm>
            <a:off x="838080" y="2222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1" name="Text 3"/>
          <p:cNvSpPr/>
          <p:nvPr/>
        </p:nvSpPr>
        <p:spPr>
          <a:xfrm>
            <a:off x="838080" y="2260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distance metric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dimension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4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3" name="Text 5"/>
          <p:cNvSpPr/>
          <p:nvPr/>
        </p:nvSpPr>
        <p:spPr>
          <a:xfrm>
            <a:off x="838080" y="278136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recall@k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6"/>
          <p:cNvSpPr/>
          <p:nvPr/>
        </p:nvSpPr>
        <p:spPr>
          <a:xfrm>
            <a:off x="838080" y="3263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5" name="Text 7"/>
          <p:cNvSpPr/>
          <p:nvPr/>
        </p:nvSpPr>
        <p:spPr>
          <a:xfrm>
            <a:off x="838080" y="3301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NNDescent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및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search parameter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8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7" name="Text 9"/>
          <p:cNvSpPr/>
          <p:nvPr/>
        </p:nvSpPr>
        <p:spPr>
          <a:xfrm>
            <a:off x="838080" y="38228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10"/>
          <p:cNvSpPr/>
          <p:nvPr/>
        </p:nvSpPr>
        <p:spPr>
          <a:xfrm>
            <a:off x="838080" y="43052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9" name="Text 11"/>
          <p:cNvSpPr/>
          <p:nvPr/>
        </p:nvSpPr>
        <p:spPr>
          <a:xfrm>
            <a:off x="838080" y="43434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CPU·memory·compiler release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코드는 출발점이지만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평가 조건을 함께 맞춰야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p. 3; Tables 2–3; §5.1–5.5; mbi-code repository README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문장씩 연결하면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폭이 매번 변함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0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1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크기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index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5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6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0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1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5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6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공간과 제한된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0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1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본질은 질의 범위에 맞는 검색 단위를 고르는 계층적 조정이다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3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tkdd-paper §4;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2026-09-12T07:26:46Z</dcterms:created>
  <dc:creator>Research Seminars</dc:creator>
  <dc:description/>
  <dc:language>ko-KR</dc:language>
  <cp:lastModifiedBy>Research Seminars</cp:lastModifiedBy>
  <dcterms:modified xsi:type="dcterms:W3CDTF">2026-09-12T07:26:46Z</dcterms:modified>
  <cp:revision>1</cp:revision>
  <dc:subject>Efficient Time-Restricted kNN Search in High-Dimensional Data Using Multi-Level Block Indexing, with Extensions to Multi-Attribute Filtering</dc:subject>
  <dc:title>시간 제약 kNN 검색과 Multi-Level Block Indexing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43</vt:r8>
  </property>
  <property fmtid="{D5CDD505-2E9C-101B-9397-08002B2CF9AE}" pid="3" name="PresentationFormat">
    <vt:lpwstr>On-screen Show (16:9)</vt:lpwstr>
  </property>
  <property fmtid="{D5CDD505-2E9C-101B-9397-08002B2CF9AE}" pid="4" name="Slides">
    <vt:r8>43</vt:r8>
  </property>
</Properties>
</file>