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4105BCD7-DDD6-4B31-B1C2-21FFFA7DD8D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QuaRot: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회전된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W4A4KV4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버리는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basis change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분산하는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Full-precision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계산에서는 인접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compensating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weight, activation,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21-page arXiv 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하며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proceedings pagination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숫자를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Version history: v2 dated 29 Oct 2024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https://arxiv.org/abs/2404.00456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211B00-5601-43ED-9610-A1BC02282C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문제에서 해법까지의 한 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 공유되는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그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표현하는 데 대부분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Hadamard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유지하도록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변환한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오차는 사라지지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strongest W4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Custom INT4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1-3, motivation and overview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7-8, quantization and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577C38-8B83-4232-993D-C9892C101A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지배한다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설명하기 위한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Per-token symmetric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absolute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잡습니다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인데 나머지는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근처라면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available integer levels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큰 값에 맞춰지고 작은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나빠집니다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섞어 이러한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concentration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완전히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해진다는 정리는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2, Fig. 1 and outlier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763D11-A0FD-4E31-A058-A78B950D587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two-dimensional Hadamard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transpose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 equals 4 comma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회전하면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square root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2.828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 w equals 3 comma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해당하는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rotation algebra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재현하기 위한 것이며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축소해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3, randomized Hadamard definition; arithmetic is illustrative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35A2817-3DD7-4CDF-BF23-1F97BD051F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회전 전후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같다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times 3 plus 0 times 1 equals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Rotated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compensated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square root 2 times 2 square root 2 plus 2 square root 2 times square root 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plus 4 equals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회전하는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시작되면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이상 자동으로 보장되지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3-5, orthogonal transformations; arithmetic is illustrative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6D7A4F1-816C-48DE-806E-2680203A34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별도의 단계에서 생긴다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생략한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max-based symmetric scale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Maximum four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0.5714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0.5714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복원되고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minus 0.2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activation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ratio 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산술 예시는 실제 설정 전체를 재현하지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full-precision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approximation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별개임을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7, activation quantization rule; arithmetic is illustrative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BE14F05-53B8-40EA-8B67-6FD82E880F9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합법화하는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Q transpose equals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RMSNorm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scale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흡수한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norm-only simplification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rotation commutation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관계로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stream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input-side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output-side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compensating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Exact function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주장입니다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4, Eq. 3 and RMSNorm simplification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9AC0D6B-A244-4A37-AE6A-26A18701BA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Global residual-stream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randomized Hadamard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basis change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RMSNorm scale alpha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neighboring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흡수하고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transpose diag alpha W_k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형태로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Output-side matrices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미리 바꾸므로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 multiplication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필요는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post-RoPE Q/K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완전히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transforms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4-5, Eq. 3-4 and global rotation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7F1C07-E29F-402A-944C-0286BFAB6C8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FFN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 gate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앞 절반을 독립적으로 재구성합니다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Rotated residual input XQ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RMSNorm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 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흡수됩니다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Linear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gate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 GEMM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accumulate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signals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Nonlinear gated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basis fusion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activation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상태 이름은 다음 슬라이드와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Fig. 3 first half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A2936D-50C0-4B19-9B64-B682390FC7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FFN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 online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 projection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번째 절반은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gated 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Down projection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바로 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Hadamard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FP32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stored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W_down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Hadamard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 GEMM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accumulate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YQ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compile away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되는 연산이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Fig. 3 second half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292E05-B5D0-466D-9A34-8022C963372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Fused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residual rotation factors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modification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bake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 gate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Attention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 per-head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across-head mixing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Hadamard heads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둘 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head-wise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Rotated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5-7, FFN and attention rotations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25B69A-C6B4-4684-829C-4C851D95CB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Attention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paired rotation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head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projection W_v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오른쪽에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H_dh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projection W_out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왼쪽에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H_dh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Orthogonal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cancel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attention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Kronecker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Hadamard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완성합니다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단계는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post-RoPE treatment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이유와 위치를 가집니다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Eqs. 7-9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3F21E1-737C-4B98-90FE-571E6E9D2CB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Q·K·V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cache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Rotary positional embedding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 weights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안으로 단순히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RoPE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head-wise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 H transpose identity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QH times KH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QK transpose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회전하면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성립하지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rotated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경로는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H_dh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Wv H_dh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미리 합치므로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V-H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MHA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수행하는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Hadamard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또 다른 연산이며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value/output projection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슬라이드에서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6, Stage 1c; Eqs. 7-9 and 13-14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D4F19D-4828-43A8-BD95-FD0E9547770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post-RoPE caching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하면 되고 이미 저장된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Rotated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groupwise asymmetric INT4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segments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W4A4KV4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intermediate arithmetic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뜻으로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6-7, cache placement and attention computation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D9A480-3BC0-42D4-86FA-546E4E0E15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W4A4KV4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precision contract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RMSNorm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Quantized linear layers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operands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TensorCore GEMM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accumulate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Input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recovered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Default online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수행됩니다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dequantized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outlier 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남기지 않는 방향이지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5 and 7; Appendix p. 16, precision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19C261-AC26-4B8D-84AF-5646982C39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Weight·activation·KV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per-column symmetric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squared error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ratio 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Linear input activations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per-token symmetric 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maximum divided by seven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잡으며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clipping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size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asymmetric groupwise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 ratio 0.95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calibration-free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strongest W4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7, Quantization section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D76A1E-F62D-4B2E-8B10-BF727A32FB3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Rotation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같은 결과가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reconstruct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nearest quantization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W4A4KV4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 4-bit LLaMA-2 70B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result 3.79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나쁩니다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7-9, Tables 1 and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Appendix p. 15, RTN ablation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DDA1BD-9DEF-4061-902C-11B00DA5B6C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WikiText-2 train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samples,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LLaMA-2 70B rotation modification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 minutes,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hours on one A100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Performance 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RTX3090, CUDA 12.1, CUTLASS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FlashInfer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modification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speed figure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측정으로 합치지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7, setup and calibration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Authors' implementation repository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authors' code repository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https://github.com/spcl/QuaRot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2868F80-A163-422D-97FD-145C862169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Main W4A4KV4 WikiText-2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5.47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13B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4.88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5.40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3.79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낮을수록 좋으므로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increase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degradation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most 0.47 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three model sizes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largest 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일반화하면 표와 충돌합니다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8,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1, abstract 70B claim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0F21A1-5BAB-4FEE-89F0-010AB9A5132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Zero-shot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PIQA, WinoGrande, HellaSwag, ARC-Easy, ARC-Challenge, LAMBADA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LLaMA-2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77.07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75.98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1.09 points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retained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98.6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rounded 99 percent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표현할 수 있지만 정확한 표 값과 함께 써야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69.82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65.64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4.18 points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감소합니다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8,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322D06-9C4F-4BDB-B8BB-C6B927A9883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Prefill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performance tables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RTX3090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length 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측정합니다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LLaMA-2 7B prefill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listed batch sizes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1.97 to 2.16 times, 70B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3.33 times 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 batch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whole-model request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8, Fig. 4; Appendix pp. 20-21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8926B8-064E-4643-8202-E4754D239E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확인된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saving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16, cache length 256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4096, generation length 50 tokens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 범위에서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peak-memory saving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3.63 to 3.89 times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Rotated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groupwise INT4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측정 대상은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RTX3090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serving stack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결과로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8, Fig. 4; Appendix pp. 20-21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F48A36-E2E0-4445-998C-295FAC0C26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더 느릴 수도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performance tables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low-batch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INT4 cache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느릴 수 있음을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작으면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dequantization conversion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줄어든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traffic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benefit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상대적으로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cache memory saving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보고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개선된다고 결론 내릴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Appendix p. 20, low-batch decoding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4DDA90-5636-4E7A-A987-DB5BD7FBD5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보여 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Table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ungrouped LLaMA-3 W4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8B perplexity 6.14 to 8.16, 70B 2.86 to 6.66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Authors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difficulty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낮추더라도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grouping, bit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크게 달라질 수 있음을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Appendix p. 17, Table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53FED47-0C60-47B8-8657-B3930E481F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orthogonal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같은 것은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transforms can be orthogonal in full precision, but quantized behavior and implementation cost differ. Appendix Table 8 reports randomized Hadamard perplexity 6.10 and random orthogonal 7.45 for LLaMA-2 7B W4A4KV4.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any rotation works the same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structured randomized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incoherence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efficient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Appendix p. 15, Table 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5D21D6-B25A-4EDF-8AE7-C91D03050B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landscape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차지하는 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reconstruction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default weight quantizer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OWQ and AWQ-style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high-precision columns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channels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보호하는 계열입니다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SmoothQuant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calibration-derived feature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W8A8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목표로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QuIP family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primarily weight-only incoherence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KV-only quantizers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압축합니다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구별점은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invariance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rotations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weight, activation, KV cache 4-bit treatment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묶는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2-3, related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6-7, W4A4KV4 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7DAE31-FE5F-4064-94D1-99B8F1B22C5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QuaRot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기여와 한계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Orthogonal rotation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adjacent weight compensation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function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Randomized Hadamard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coordinate outlier concentration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완화합니다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weights, per-token activations, groupwise 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RMSNorm, online Hadamards, accumulation, recovered signals, query-cache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higher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Accuracy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family, quantizer, kernel, hardware,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의존합니다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4-9, method and results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Appendix pp. 15-21, ablations and performance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QuaRot arXiv v2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https://arxiv.org/pdf/2404.00456v2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99595BD-54CE-4DA1-B297-8EFE1BE210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QuaRot: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회전된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LLM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W4A4KV4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추론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QuaRot: Outlier-Free 4-Bit Inference in Rotated LLMs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Saleh Ashkboos et al.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Primary technical text: arXiv:2404.00456v2 · orthogonal basis change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weight·activation·KV cache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4-bit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양자화한다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arxiv-record Version history: v2 dated 29 Oct 2024; arxiv-v2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문제에서 해법까지의 한 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 outlier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low-bit range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지배하는 문제를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 change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완화한다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89204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Problem or 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몇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매우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4-bit 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소비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Randomized Hadamard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혼합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rescaling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Compensation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함께 변환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 function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W4A4KV4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Clipping·rounding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INT4 GEMM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활용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연산이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Hadamard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대체하는 방법이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적용하는 방법이다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1-3, motivation and overview; arxiv-v2 pp. 7-8, quantization and results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4-bit range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 [0.2, 4.0, −0.1, 0.1]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max magnitude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4.0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row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[0.2, 4.0, −0.1, 0.1]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Shared scale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Symmetric INT4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 max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Range usage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4.0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positive endpoint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차지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Small coordinates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근처 값은 적은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levels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Error pressure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상대 오차가 커질 수 있음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Outlier-free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distribution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뜻하며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2, Fig. 1 and outlier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normalized Hadamard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experiment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H=(1/sqrt(2))[[1,1],[1,−1]]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043800"/>
                <a:gridCol w="391356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Check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1] / sqrt(2)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−1] / sqrt(2)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H^T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 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 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xH=[2sqrt(2),2sqrt(2)]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4 → 2.828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[3, 1]^T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H^T w=[2sqrt(2),sqrt(2)]^T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Compensated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H^T H=I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바꾸면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보존된다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3, randomized Hadamard definition; arithmetic is illustrative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회전 전후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dot product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같다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양쪽을 일관되게 변환해야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equality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성립한다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369960"/>
                <a:gridCol w="336996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x=[4,0]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w=[3,1]^T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xw=12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xH=[2sqrt(2),2sqrt(2)]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H^T w=[2sqrt(2),sqrt(2)]^T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8+4=12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 used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H^T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xHH^T w=xw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회전 보존성은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full-precision algebra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대한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3-5, orthogonal transformations; arithmetic is illustrative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error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별도의 단계에서 생긴다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unclipped symmetric INT4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qmax=7, scale=max(abs(z))/7=4/7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 row 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 0.4, −0.2, 0.1]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magnitude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round(z / 0.5714)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[7, 1, 0,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Dequantized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× 0.5714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 0.5714, 0,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dequantized − z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[0, 0.1714, 0.2, −0.1]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Orthogonal equality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low-bit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단계다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7, activation quantization rule; arithmetic is illustrative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합법화하는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RMSNorm 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adjacent weights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흡수한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norm-only 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56588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QQ^T=I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 cancellation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RMSNorm 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흡수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Norm-only relation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RMSNorm(X)=RMSNorm(XQ^T)Q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 basis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scope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Before clipping and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 function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matmul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arbitrary normalization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finite-precision pipeline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equality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4, Eq. 3 and RMSNorm simplification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residual-stream 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bake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Q=H diag(s)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고르고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경계의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XQ basis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Choose Q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Randomized Hadamard H diag(s)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 basis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XQ representation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해석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 weights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Q^T diag(alpha) 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형태로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weights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Output-side matrix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result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global Q matmul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state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matmul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역할은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4-5, Eq. 3-4 and global rotation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1: gate product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첫 장의 출력 상태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gated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다음 장의 입력 상태와 정확히 같다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lane-up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echanism-lane-gat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mechanism-edge-e-xq-norm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mechanism-edge-e-norm-quant-segment-1"/>
          <p:cNvSpPr/>
          <p:nvPr/>
        </p:nvSpPr>
        <p:spPr>
          <a:xfrm>
            <a:off x="534132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mechanism-edge-e-quant-up-segment-1"/>
          <p:cNvSpPr/>
          <p:nvPr/>
        </p:nvSpPr>
        <p:spPr>
          <a:xfrm>
            <a:off x="7383600" y="278748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mechanism-edge-e-quant-up-segment-2"/>
          <p:cNvSpPr/>
          <p:nvPr/>
        </p:nvSpPr>
        <p:spPr>
          <a:xfrm>
            <a:off x="770544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mechanism-edge-e-quant-up-segment-3"/>
          <p:cNvSpPr/>
          <p:nvPr/>
        </p:nvSpPr>
        <p:spPr>
          <a:xfrm>
            <a:off x="7705440" y="29905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mechanism-edge-e-quant-gate-segment-1"/>
          <p:cNvSpPr/>
          <p:nvPr/>
        </p:nvSpPr>
        <p:spPr>
          <a:xfrm>
            <a:off x="7383600" y="3193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mechanism-edge-e-quant-gate-segment-2"/>
          <p:cNvSpPr/>
          <p:nvPr/>
        </p:nvSpPr>
        <p:spPr>
          <a:xfrm>
            <a:off x="754452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mechanism-edge-e-quant-gate-segment-3"/>
          <p:cNvSpPr/>
          <p:nvPr/>
        </p:nvSpPr>
        <p:spPr>
          <a:xfrm>
            <a:off x="7544520" y="455292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mechanism-edge-e-up-gated-segment-1"/>
          <p:cNvSpPr/>
          <p:nvPr/>
        </p:nvSpPr>
        <p:spPr>
          <a:xfrm>
            <a:off x="9425880" y="29905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mechanism-edge-e-up-gated-segment-2"/>
          <p:cNvSpPr/>
          <p:nvPr/>
        </p:nvSpPr>
        <p:spPr>
          <a:xfrm flipV="1">
            <a:off x="974736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mechanism-edge-e-up-gated-segment-3"/>
          <p:cNvSpPr/>
          <p:nvPr/>
        </p:nvSpPr>
        <p:spPr>
          <a:xfrm>
            <a:off x="9747360" y="27874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mechanism-edge-e-gate-gated-segment-1"/>
          <p:cNvSpPr/>
          <p:nvPr/>
        </p:nvSpPr>
        <p:spPr>
          <a:xfrm>
            <a:off x="9425880" y="4552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mechanism-edge-e-gate-gated-segment-2"/>
          <p:cNvSpPr/>
          <p:nvPr/>
        </p:nvSpPr>
        <p:spPr>
          <a:xfrm flipV="1">
            <a:off x="958680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mechanism-edge-e-gate-gated-segment-3"/>
          <p:cNvSpPr/>
          <p:nvPr/>
        </p:nvSpPr>
        <p:spPr>
          <a:xfrm>
            <a:off x="9586800" y="3193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mechanism-node-xq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rotated 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mechanism-node-norm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RMSNorm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FP32; alpha fused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mechanism-node-quant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Per-token INT4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mechanism-node-up-gemm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 GEMM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INT4; INT32 acc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mechanism-node-gate-gemm"/>
          <p:cNvSpPr/>
          <p:nvPr/>
        </p:nvSpPr>
        <p:spPr>
          <a:xfrm>
            <a:off x="78663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Gate GEMM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INT4; INT32 acc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mechanism-node-gated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gated act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Nonlinear product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2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Gating nonlinearity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때문에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neighboring weights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넘길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Fig. 3 first half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2: online 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 projection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gated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시작해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full-precision Hadamard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lane-down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Down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echanism-edge-e-gated-h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mechanism-edge-e-h-quant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e-quant-down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edge-e-down-yq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mechanism-node-gated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gated act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Linked intermediate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node-hadamard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Hadamard 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FP32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node-quan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INT4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node-down-gemm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HWdownQ GEMM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INT4; INT32 acc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node-yq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YQ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Recovered FP16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Stored down matrix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HWdownQ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그 앞의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Hadamard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가진다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Fig. 3 second half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Fused 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수식에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보인다고 모두 별도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matrix multiplication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것은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Treatment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transform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Residual stream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Factors fused into weights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separate global matmul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FFN internal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 fused into Wdown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H remains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Attention V/out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 transforms paired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 mixing may be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Post-RoPE Q,K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 head-wise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Both run online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 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Rotated K,V quantized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Quant/dequant remains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Speed benefit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custom 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조합에서 나온다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5-7, FFN and attention rotations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value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projection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paired rotation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 basis change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projection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inverse-side factor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보상한다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 projection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Per-head Wv is post-multiplied by H_dh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Rotated values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 value coordinates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mixed basis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 blend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weights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projection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Per-head Wout is pre-multiplied by H_dh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Preserved output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Paired orthogonal factors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cancel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회전하고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projection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그대로 두면 원래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보존 설명이 깨진다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Eqs. 7-9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Q·K·V 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 cache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Q·K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RoPE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연산이고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projection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합쳐진다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mechanism-lane-query"/>
          <p:cNvSpPr/>
          <p:nvPr/>
        </p:nvSpPr>
        <p:spPr>
          <a:xfrm>
            <a:off x="660240" y="22096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mechanism-lane-key"/>
          <p:cNvSpPr/>
          <p:nvPr/>
        </p:nvSpPr>
        <p:spPr>
          <a:xfrm>
            <a:off x="660240" y="347148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mechanism-lane-value"/>
          <p:cNvSpPr/>
          <p:nvPr/>
        </p:nvSpPr>
        <p:spPr>
          <a:xfrm>
            <a:off x="660240" y="4732920"/>
            <a:ext cx="863280" cy="12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mechanism-edge-e-q-h-segment-1"/>
          <p:cNvSpPr/>
          <p:nvPr/>
        </p:nvSpPr>
        <p:spPr>
          <a:xfrm>
            <a:off x="3809880" y="284040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mechanism-edge-e-qh-score-segment-1"/>
          <p:cNvSpPr/>
          <p:nvPr/>
        </p:nvSpPr>
        <p:spPr>
          <a:xfrm>
            <a:off x="6362640" y="2840400"/>
            <a:ext cx="12060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mechanism-edge-e-qh-score-segment-2"/>
          <p:cNvSpPr/>
          <p:nvPr/>
        </p:nvSpPr>
        <p:spPr>
          <a:xfrm flipV="1">
            <a:off x="6483240" y="263736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mechanism-edge-e-qh-score-segment-3"/>
          <p:cNvSpPr/>
          <p:nvPr/>
        </p:nvSpPr>
        <p:spPr>
          <a:xfrm>
            <a:off x="6483240" y="2637360"/>
            <a:ext cx="29145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mechanism-edge-e-k-h-segment-1"/>
          <p:cNvSpPr/>
          <p:nvPr/>
        </p:nvSpPr>
        <p:spPr>
          <a:xfrm>
            <a:off x="3809880" y="41018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mechanism-edge-e-h-kh-segment-1"/>
          <p:cNvSpPr/>
          <p:nvPr/>
        </p:nvSpPr>
        <p:spPr>
          <a:xfrm>
            <a:off x="6362640" y="410184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mechanism-edge-e-kh-score-segment-1"/>
          <p:cNvSpPr/>
          <p:nvPr/>
        </p:nvSpPr>
        <p:spPr>
          <a:xfrm>
            <a:off x="8915400" y="3898800"/>
            <a:ext cx="16056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mechanism-edge-e-kh-score-segment-2"/>
          <p:cNvSpPr/>
          <p:nvPr/>
        </p:nvSpPr>
        <p:spPr>
          <a:xfrm flipV="1">
            <a:off x="9075960" y="3043440"/>
            <a:ext cx="360" cy="855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mechanism-edge-e-kh-score-segment-3"/>
          <p:cNvSpPr/>
          <p:nvPr/>
        </p:nvSpPr>
        <p:spPr>
          <a:xfrm>
            <a:off x="9075960" y="3043440"/>
            <a:ext cx="32184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mechanism-edge-e-kh-cache-segment-1"/>
          <p:cNvSpPr/>
          <p:nvPr/>
        </p:nvSpPr>
        <p:spPr>
          <a:xfrm>
            <a:off x="8915400" y="430524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mechanism-edge-e-kh-cache-segment-2"/>
          <p:cNvSpPr/>
          <p:nvPr/>
        </p:nvSpPr>
        <p:spPr>
          <a:xfrm flipV="1">
            <a:off x="9236880" y="4101840"/>
            <a:ext cx="360" cy="2034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mechanism-edge-e-kh-cache-segment-3"/>
          <p:cNvSpPr/>
          <p:nvPr/>
        </p:nvSpPr>
        <p:spPr>
          <a:xfrm>
            <a:off x="9236880" y="410184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mechanism-edge-e-v-h-segment-1"/>
          <p:cNvSpPr/>
          <p:nvPr/>
        </p:nvSpPr>
        <p:spPr>
          <a:xfrm>
            <a:off x="3809880" y="536328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mechanism-edge-e-v-cache-segment-1"/>
          <p:cNvSpPr/>
          <p:nvPr/>
        </p:nvSpPr>
        <p:spPr>
          <a:xfrm>
            <a:off x="6362640" y="5363280"/>
            <a:ext cx="30351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mechanism-node-q-rope"/>
          <p:cNvSpPr/>
          <p:nvPr/>
        </p:nvSpPr>
        <p:spPr>
          <a:xfrm>
            <a:off x="1739880" y="2510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post-RoPE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query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mechanism-node-q-h"/>
          <p:cNvSpPr/>
          <p:nvPr/>
        </p:nvSpPr>
        <p:spPr>
          <a:xfrm>
            <a:off x="4292640" y="2510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QH / FP16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mechanism-node-score"/>
          <p:cNvSpPr/>
          <p:nvPr/>
        </p:nvSpPr>
        <p:spPr>
          <a:xfrm>
            <a:off x="9398160" y="25102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equality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QH(KH)^T = QK^T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mechanism-node-k-rope"/>
          <p:cNvSpPr/>
          <p:nvPr/>
        </p:nvSpPr>
        <p:spPr>
          <a:xfrm>
            <a:off x="173988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 post-RoPE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New key token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mechanism-node-k-h"/>
          <p:cNvSpPr/>
          <p:nvPr/>
        </p:nvSpPr>
        <p:spPr>
          <a:xfrm>
            <a:off x="429264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Same head basis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mechanism-node-kh"/>
          <p:cNvSpPr/>
          <p:nvPr/>
        </p:nvSpPr>
        <p:spPr>
          <a:xfrm>
            <a:off x="684540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mechanism-node-k-cache"/>
          <p:cNvSpPr/>
          <p:nvPr/>
        </p:nvSpPr>
        <p:spPr>
          <a:xfrm>
            <a:off x="9398160" y="377208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 cache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Groupwise INT4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mechanism-node-v"/>
          <p:cNvSpPr/>
          <p:nvPr/>
        </p:nvSpPr>
        <p:spPr>
          <a:xfrm>
            <a:off x="1739880" y="503352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Value 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to projection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mechanism-node-v-h"/>
          <p:cNvSpPr/>
          <p:nvPr/>
        </p:nvSpPr>
        <p:spPr>
          <a:xfrm>
            <a:off x="4292640" y="503352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Fused Wv H_dh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value output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mechanism-node-v-cache"/>
          <p:cNvSpPr/>
          <p:nvPr/>
        </p:nvSpPr>
        <p:spPr>
          <a:xfrm>
            <a:off x="9398160" y="503352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cache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Groupwise INT4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2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6" name="Text 3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6, Stage 1c; Eqs. 7-9 and 13-14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 cache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4-bit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저장한다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Post-RoPE caching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택해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 step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마다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회전한다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 token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Post-RoPE Q,K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head-wise 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Cache write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Rotated K,V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groupwise INT4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 query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Cache read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K,V segments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dequantize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dot products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softmax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cache format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score path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6-7, cache placement and attention computation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W4A4KV4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precision contract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4-bit storage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operands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사이에도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normalization, accumulation, rescale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더 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RMSNorm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FP32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operands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 activations and weights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GEMM accumulate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INT32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Recovered signal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FP16; online H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default FP32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KV storage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INT4; 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dequantized cache dot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 channel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남기지 않아도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FP16·FP32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연산은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5 and 7; Appendix p. 16, precision details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Weight·activation·KV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global 4-bit 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이라는 설명은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implementation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지운다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478680"/>
                <a:gridCol w="3369960"/>
                <a:gridCol w="1847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 or clipping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Default role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Symmetric per-column 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Clip searched by squared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W4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Symmetric per-token 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max(abs(row))/7; clip 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linear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 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Asymmetric groupwise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128; clip 0.95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K,V 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 RTN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Round-to-nearest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default weight 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7, Quantization section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결과가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둘은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rotated weights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출발하지만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reconstruction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방법과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다르다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Rotated weights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 basis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PTQ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GPTQ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Hessian-informed reconstruction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RTN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nearest level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 70B · W4 PPL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 3.79 / RTN 4.14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Rotation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같은 성능은 아니다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7-9, Tables 1 and 3; arxiv-v2 Appendix p. 15, RTN ablation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implementation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accuracy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speed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setup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해석한다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892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Item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WikiText-2 samples × 2048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에는 불필요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70B modification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min rotation + 2 h 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A100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Performance 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RTX3090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CUDA 12.1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CUTLASS and FlashInfer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Public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Authors' QuaRot repository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Reproduction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kernel benchmark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사용했다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7, setup and calibration; code Authors' implementation repository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Main W4A4KV4 WikiText-2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v2 Table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 GPTQ values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 낮을수록 좋다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2174040"/>
                <a:gridCol w="2717640"/>
                <a:gridCol w="25002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Absolute increase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13B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4.88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5.40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+0.52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3.79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+0.47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0.47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70B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표의 최대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증가는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0.63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8, Table 1; arxiv-v2 p. 1, abstract 70B claim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Zero-shot average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size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여섯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tasks average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absolute point change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rounded retention slogan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2282760"/>
                <a:gridCol w="282636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avg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W4A4KV4 avg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69.82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65.64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−4.18 points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77.07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75.98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−1.09 points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70B retained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100%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98.6%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Rounded near 99%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99%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70B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rounded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absolute 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설명하지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8,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Prefill speedup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RTX3090, sequence length 2048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single transformer block benchmark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261240"/>
                <a:gridCol w="152172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speedup range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claimed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1.97-2.16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Whole-model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LLaMA-2 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 to 3.33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batch sizes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 object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transformer block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service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RTX3090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Hardware-independent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3.33×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end-to-end latency 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다시 이름 붙이면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8, Fig. 4; Appendix pp. 20-21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확인된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saving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4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16, cache length 256-4096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50 tokens decoding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측정한다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500200"/>
                <a:gridCol w="260892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Metric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Interpretation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memory saving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3.63-3.89×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 256-4096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 cache 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Stored K,V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Group size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Capacity benefit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and dot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Dequantized cache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pure integer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Measurement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16; 50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block RTX3090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full serving stack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KV4 memory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절감 뒤에도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dequantization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8, Fig. 4; Appendix pp. 20-21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 batch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더 느릴 수도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dequantize overhead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arithmetic saving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보다 클 수 있는 구간이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935080"/>
                <a:gridCol w="2935080"/>
                <a:gridCol w="22827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Regime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Benefit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Observed 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 cache pressure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INT4 memory traffic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Quant/dequant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saving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Low batch decode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GEMM workload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Conversion 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비중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느릴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Conclusion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Kernel-dependent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Batch-dependent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speedup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Compression ratio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speedup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Appendix p. 20, low-batch decoding results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보여 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LLaMA-3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Ungrouped W4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newer model 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훨씬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degradation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보인다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369960"/>
                <a:gridCol w="2174040"/>
                <a:gridCol w="293508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 W4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Increase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 8B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+2.02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 70B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2.86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+3.80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Paper reading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More sensitive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Ungrouped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 matters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LLaMA-2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outlier-free makes W4 lossless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일반화할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Appendix p. 17, Table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orthogonal rotation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이나 같은 것은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LLaMA-2 7B W4A4KV4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randomized Hadamard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더 좋았다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1739160"/>
                <a:gridCol w="304380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Comparison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Randomized Hadamard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Main choice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Structured and fast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orthogonal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Worse in Table 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Still orthogonal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 universal claim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 and choice matter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Empirical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Orthogonality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accuracy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같아지지는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Appendix p. 15, Table 8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landscape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차지하는 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핵심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retained precision 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것으로 묶지 않게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Family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Core action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과의 차이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reconstruction 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default weight quantizer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 or AWQ style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channels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rotated W,A,KV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SmoothQuant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scaling for W8A8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W4A4KV4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QuIP family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incoherence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Cache K,V 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QuaRot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W,A,KV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함께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representation change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 components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결합한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scheme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2-3, related work; arxiv-v2 pp. 6-7, W4A4KV4 method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QuaRot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기여와 한계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Coordinate basis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바꾸어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4-bit quantizer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다루기 쉬운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8920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Claim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Supported reading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Not supported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Invariance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Compensated FP rotation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function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bit-exact equality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Outlier-free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Rotated coordinate concentration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 quantization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W4A4KV4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Weights, linear inputs, cache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Every operation INT4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Performance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Custom-kernel block benchmark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end-to-end 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Accuracy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Strong LLaMA-2 evidence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model families lossless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돕지만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quantizer·kernel·model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조건은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4-9, method and results; arxiv-v2 Appendix pp. 15-21, ablations and performance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2026-09-12T04:32:51Z</dcterms:created>
  <dc:creator>Research Seminars</dc:creator>
  <dc:description/>
  <dc:language>ko-KR</dc:language>
  <cp:lastModifiedBy>Research Seminars</cp:lastModifiedBy>
  <dcterms:modified xsi:type="dcterms:W3CDTF">2026-09-12T04:32:51Z</dcterms:modified>
  <cp:revision>1</cp:revision>
  <dc:subject>QuaRot: Outlier-Free 4-Bit Inference in Rotated LLMs</dc:subject>
  <dc:title>QuaRot: 회전된 LLM의 W4A4KV4 추론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On-screen Show (16:9)</vt:lpwstr>
  </property>
  <property fmtid="{D5CDD505-2E9C-101B-9397-08002B2CF9AE}" pid="4" name="Slides">
    <vt:r8>27</vt:r8>
  </property>
</Properties>
</file>