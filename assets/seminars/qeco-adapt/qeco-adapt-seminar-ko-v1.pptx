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QECO-Adapt: 고밀도 MEC의 초기 학습 손실 줄이기
발표 대본
이 자료는 나현우·이창우의 2026년 공개 연구 원고를 다룹니다. 원고에는 한국정보기술학회 하계 학술대회 양식이 있으나, 이 출처만으로 최종 게재 상태나 별도 DOI를 확정하지 않습니다. 핵심은 모든 상황에서 QECO를 대체하는 새 알고리즘이 아니라, 단일 edge에 부하가 집중될 때 초기 학습 손실을 줄이려는 보완 방식입니다.
공개 출처
research-2026 | p. 1, 제목·요약; p. 4, 결론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최종 성능만으로는 부족한가
발표 대본
원고는 단일 edge의 고밀도 stress 조건에서 기존 QECO의 초반 성능 손실을 관찰합니다. Dropped task는 deadline 안에 완료하지 못한 task의 episode별 수이며 확률이 아닙니다. 학습 구간 전체 평균이 좋아지는 것과 수렴한 최종 정책이 더 좋은 것은 구별해야 합니다.
공개 출처
research-2026 | pp. 1–2, 요약·평가 방식; p. 4, §V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1x·3x·5x·8x는 어떻게 정했는가
발표 대본
MD는 mobile device, EN은 edge node입니다. 기준 밀도 10을 두고 edge 수를 하나로 고정한 채 사용자 수를 늘립니다. 같은 평균 밀도라도 50 MD·5 EN과 10 MD·1 EN은 topology와 자원 분산이 같지 않습니다. 따라서 1x는 밀도의 기준을 맞춘 것이지 원문 시스템을 동일하게 재현했다는 뜻은 아닙니다.
공개 출처
research-2026 | p. 2, §II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effective load에 들어가는 네 가지 양
발표 대본
원고는 b=(b1,…,bK), 사용자 활동성 a_u를 정의합니다. 시간 t의 생성 확률은 clip(b_k(t) a_u,0,1)입니다. L_eff는 그 확률을 실제로 모두 합산한 값이 아니라 평균 profile과 평균 활동성의 곱을 이용한 부하 지표입니다. 입력 구간이 clipping을 일으키거나 실제 task routing이 불균등하면 실제 edge arrival와 같다고 보장되지 않습니다.
공개 출처
research-2026 | p. 2, §III, Eq. (1)과 첫 Eq. (2)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생성 확률과 load proxy는 항상 같지 않다
발표 대본
이 값은 원고 실험 데이터가 아닌 정의의 경계를 보여 주는 구성 예입니다. a=2를 허용하는 가상 활동성 범위를 가정했습니다. 이때 실제 생성 확률은 1인데 L_eff 식은 1.6을 내므로, L_eff를 모든 경우의 정확한 기대 task arrival라고 부르면 안 됩니다. 원고에 없는 활동성 상한이나 clipping 보정 알고리즘을 덧붙이지 않습니다.
공개 출처
research-2026 | p. 2, Eqs. (1)–(2); 정의 기반 구성 예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부하 지표가 제어에 반영되는 경로
발표 대본
실선은 원고에 공개된 수식의 의존관계입니다. 점선은 원고가 설명하는 부하 적응형 offloading gating이라는 제어 관계입니다. 다만 이 5쪽 원고에는 어떤 offloading 후보를 어떤 threshold로 local action으로 바꾸는지의 완전한 조건식이나 pseudocode가 없습니다. 따라서 g를 offloading 확률, 차단 확률 또는 임계값으로 단정하지 않습니다. Action space와 기본 D3QN/LSTM 구조는 유지한다고 보고됩니다.
공개 출처
research-2026 | pp. 2–3, §III; p. 4, 결론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부하가 커질 때 energy weight는 어떻게 변하나
발표 대본
원고 식은 L_eff에 이미 M으로 나눈 값을 쓰면서 g 분모에 Mλ도 포함합니다. 이를 임의로 수정하지 않았습니다. 따라서 multi-edge로 확대할 때 단순 사용자 밀도 하나만으로 동일한 g가 나온다고 말할 수 없습니다. 제시된 실험은 M=1입니다. ρ&lt;1은 증가를 완만하게 만드는 선택이지 성능이나 안정성을 증명하는 계수가 아닙니다.
공개 출처
research-2026 | p. 2, 두 번째 Eq. (2)와 Eq. (3)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교육용 계산: 같은 profile에서 사용자를 늘리면
발표 대본
각 행은 L_eff=N×0.2, g=L_eff/(L_eff+10), w_E=1.2×(1+g)^0.35로 직접 계산하고 소수점 네 자리로 반올림했습니다. 사용자 50명일 때 L_eff=10, g=0.5, w_E=1.382971…입니다. 이 예는 단조적인 제어값 변화를 보여 줄 뿐, 해당 사용자 수에서 실제 에너지나 QoE가 이 비율로 좋아진다는 예측이 아닙니다.
공개 출처
research-2026 | p. 2, §III 식을 적용한 구성 예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학습 보상: 완료 보너스에서 cost를 뺀다
발표 대본
원고 식(4)의 s는 단말 energy state이며 그 상세 정규화는 이 원고에 제시되지 않습니다. C에서 2는 delay와 energy 결합 cost의 앞 계수입니다. 완료 보너스의 α=4는 기존 공개 구현의 scale을 보존한 calibration parameter로 설명됩니다. 완료 여부를 바꾸지 않고 w_E를 키워도, 동일한 양의 energy cost를 가진 task의 보상은 낮아질 수 있습니다. 이는 energy 사용을 더 비싸게 평가하는 학습 목표의 변화입니다.
공개 출처
research-2026 | p. 3, Eq. (4)와 reward 정의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교육용 계산: 완료 여부와 cost를 분리한다
발표 대본
모든 수치는 원고 결과가 아닌 교육용 구성값입니다. 앞 slide의 w_E를 반올림 전 값으로 계산하면 cost는 6.7659427이고 완료 reward는 33.2340573입니다. 동일 cost를 가정한 두 경우에서 완료 보너스 때문에 reward 차이는 40입니다. 실제 완료와 미완료 task의 D나 energy가 같다는 주장은 아닙니다. 이 계산으로 gating 판정이나 Q-value를 계산할 수는 없습니다.
공개 출처
research-2026 | pp. 2–3, 식을 적용한 구성 예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왜 policy-invariant shaping이 아닌가
발표 대본
이 구분은 원고 p.3이 직접 명시합니다. 학습기 구조를 유지하는 것과 목적 함수를 보존하는 것은 다른 일입니다. QECO-Adapt는 dense 환경의 pressure에 맞춘 surrogate reward를 최적화하는 보완 설계로 읽어야 합니다. Reward 변경이 항상 QoE 개선을 만든다는 이론이나 policy-invariance theorem은 제시되지 않습니다.
공개 출처
research-2026 | p. 3, §III, policy-invariant shaping 구분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기존 QECO에서 유지한 것과 바꾼 것
발표 대본
원고는 기존 QECO의 D3QN과 LSTM load-history 입력을 따른다고 설명합니다. 이 자료에서는 주어진 연구의 변경점에 집중하며, 원고에 없는 replay 크기나 network layer 수를 만들어 넣지 않습니다. 완전한 재현에는 기존 QECO 설정뿐 아니라 추가 gating 구현과 task generation 설정이 필요합니다.
공개 출처
research-2026 | pp. 2–3, §III; p. 4, §VI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실험 조건과 지표를 먼저 고정한다
발표 대본
QoE는 높을수록, Delay·Energy·Dropped tasks는 낮을수록 유리하다고 원고는 정의합니다. Dropped는 episode별 deadline 미완료 수로 읽습니다. 지연과 energy의 물리 단위, timing protocol, 학습 reward와 공통 평가 QoE의 세부 산식은 이 짧은 원고만으로 충분히 재구성되지 않습니다. 학습 목표를 바꾼 만큼 공통 평가 기준으로 비교했는지의 명시도 재현 시 확인해야 합니다.
공개 출처
research-2026 | pp. 1–4, §II·IV–VI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3x 결과: 그림 1의 평균값
발표 대본
모든 숫자는 원고 Fig.1 막대 위의 표시값입니다. 별도의 계산으로 보정한 Table1이 아닙니다. 예를 들어 Energy 차이는 표시값에서 18.14−19.17=−1.03인데 Table1의 절대 변화량 −2.142와 다릅니다. 이 자료는 Fig.1의 출처를 고정해 네 지표의 관측 방향을 보여 줍니다. 반올림된 평균과 seed 불확실성이 없는 자료이므로 유의미한 우위로 선언하지 않습니다.
공개 출처
research-2026 | p. 3, Fig. 1; Table 1과 구분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5x·8x 결과: 그림 2와 그림 3
발표 대본
원고 Figs.2–3의 반올림된 표시값을 그대로 읽었습니다. 5x Dropped의 표시값 차이는 −79.0으로 Table1의 −2.1422와 모순됩니다. 8x Energy는 −3.65로 Table1의 −2.142와 다릅니다. 반면 8x QoE 3.338과 Table1 3.337 같은 작은 차이는 표시 자릿수로 설명될 수 있어 명백한 오류와 구분합니다. 이 표는 원고의 수정본이 아니라 출처를 특정한 교육용 재배열입니다.
공개 출처
research-2026 | p. 4, Figs. 2–3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정량 해석: 표와 그림이 다른 경우
발표 대본
이 슬라이드의 오른쪽 열은 그림에 인쇄된 반올림 값을 이용해 재계산한 값이며 원고 Table1의 값이라고 부르지 않습니다. 원자료를 확인하지 않고 어느 쪽이 실제 실험값인지 확정하거나 원고를 조용히 고치는 것은 적절하지 않습니다. 따라서 세미나 결론은 그림과 서술이 공통으로 지지하는 방향적 관측에 한정하고, 세부 개선량은 출처를 붙여 읽습니다. 원고의 방법 이해와 정량 증거의 신뢰도는 별도로 판단할 수 있습니다.
공개 출처
research-2026 | pp. 3–4, Table 1 및 Figs. 1–3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저부하 손실과 runtime 비용도 남는다
발표 대본
1x에는 대응되는 원고 그림이 없어 Table1과 서술의 방향만 소개합니다. Runtime은 Table1에서 5x +0.712와 8x +1.031, 개선 방향 부호로는 −10.98%와 −10.83%로 표시됩니다. 여기서는 시간이 증가했다는 뜻으로 해석하되 단위와 timing protocol은 원고에 충분히 설명되지 않았습니다. Fig.4와 본문은 DROO의 energy가 전 구간에서 더 낮다고 말합니다.
공개 출처
research-2026 | pp. 3–4, Table 1·Fig. 4·§IV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교육용 예: 같은 최종값, 다른 전체 평균
발표 대본
A 평균은 (0+0+10+10)/4=5이고 B는 (6+6+10+10)/4=8입니다. 둘의 후반 평균은 모두 10입니다. 이 산술 예는 원고가 구별하는 warm-up 손실과 최종 안정 성능을 이해하기 위한 것입니다. 실제 알고리즘의 수렴성이나 수렴 속도, 통계적 검정 결과를 만들어 내는 예가 아닙니다.
공개 출처
research-2026 | p. 4, §V를 설명하는 구성 예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8x 곡선: 이동평균의 교차를 읽는다
발표 대본
이 시점은 원고 본문이 Fig.4에 대해 보고한 서술적 관측입니다. 비교 대상은 QECO가 아니라 DROO임을 유지합니다. Window25 smoothing과 한 표시 trace의 교차를 알고리즘이 정확히 195회나 272회에 수렴한다는 보장으로 읽을 수 없습니다. Seed별 재현성과 직접적인 목표 도달 episode·누적 regret 같은 평가는 원고의 후속 검증 방향입니다.
공개 출처
research-2026 | p. 4, Fig. 4 및 §IV–VI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이 연구로 답한 것과 아직 남은 것
발표 대본
이 한계들은 제안 자체를 부정하는 것이 아니라 현재 원고로 재현하고 일반화할 수 있는 범위를 표시합니다. 원고는 다중 seed와 직접 수렴 평가를 미래 과제로 명시합니다. 본 세미나는 실제 운영 환경의 성능 보장, multi-edge 확장성, 안정성 theorem이나 최적 정책 보존을 주장하지 않습니다.
공개 출처
research-2026 | pp. 2–4, §III–VI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정리: dense 환경의 초반 손실에 개입한다
발표 대본
학습자가 기억할 핵심은 두 층입니다. 설계 층에서는 부하 proxy로 energy cost와 offloading 제어를 조절한다는 변화입니다. 증거 층에서는 단일 edge·400 episode의 기술적 관측이며, gating 상세와 다중 seed·수치 일관성의 추가 확인이 필요하다는 점입니다. 이 구분을 유지해야 QECO-Adapt를 효과적으로 이해하고 후속 실험을 설계할 수 있습니다.
공개 출처
research-2026 | pp. 1–4, 요약·방법·결론
나현우·이창우, Dense MEC 환경에서 QECO-ADAPT의 부하 적응형 오프로딩 성능 분석, 공개 연구 원고 (2026)
https://hyeonwoona0861.github.io/assets/pdfs/research/qeco-adapt/qeco-adapt-research.pdf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QECO-Adapt: 고밀도 MEC의 초기 학습 손실 줄이기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Dense MEC 환경에서 QECO-ADAPT의 부하 적응형 오프로딩 성능 분석</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나현우, 이창우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기존 D3QN/LSTM을 유지하며, 부하에 따라 energy cost와 offloading 제어를 조정한다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1, 제목·요약; p. 4, 결론</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최종 성능만으로는 부족한가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학습이 진행되는 동안 생긴 지연과 미완료 task도 서비스가 치르는 비용이다</a:t>
            </a:r>
            <a:endParaRPr lang="en-US" sz="1900" dirty="0"/>
          </a:p>
        </p:txBody>
      </p:sp>
      <p:sp>
        <p:nvSpPr>
          <p:cNvPr id="4" name="Text 2"/>
          <p:cNvSpPr txBox="1"/>
          <p:nvPr/>
        </p:nvSpPr>
        <p:spPr>
          <a:xfrm>
            <a:off x="838200" y="21717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많은 사용자가 하나의 edge에 요청하면 queue와 deadline 실패가 늘 수 있다</a:t>
            </a:r>
            <a:endParaRPr lang="en-US" sz="2000" dirty="0"/>
          </a:p>
        </p:txBody>
      </p:sp>
      <p:sp>
        <p:nvSpPr>
          <p:cNvPr id="5" name="Shape 3"/>
          <p:cNvSpPr/>
          <p:nvPr/>
        </p:nvSpPr>
        <p:spPr>
          <a:xfrm>
            <a:off x="838200" y="31242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31623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후반에 비슷한 성능에 도달하더라도 초반 손실은 이미 누적된다</a:t>
            </a:r>
            <a:endParaRPr lang="en-US" sz="2000" dirty="0"/>
          </a:p>
        </p:txBody>
      </p:sp>
      <p:sp>
        <p:nvSpPr>
          <p:cNvPr id="7" name="Shape 5"/>
          <p:cNvSpPr/>
          <p:nvPr/>
        </p:nvSpPr>
        <p:spPr>
          <a:xfrm>
            <a:off x="838200" y="41148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41529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QECO-Adapt는 전체 학습 구간의 QoE·지연·에너지·미완료 task를 함께 본다</a:t>
            </a:r>
            <a:endParaRPr lang="en-US" sz="2000" dirty="0"/>
          </a:p>
        </p:txBody>
      </p:sp>
      <p:sp>
        <p:nvSpPr>
          <p:cNvPr id="9" name="Shape 7"/>
          <p:cNvSpPr/>
          <p:nvPr/>
        </p:nvSpPr>
        <p:spPr>
          <a:xfrm>
            <a:off x="838200" y="51054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51435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목표는 dense 조건의 warm-up 손실 완화이며, 최종 정책의 보편적 우위가 아니다</a:t>
            </a:r>
            <a:endParaRPr lang="en-US" sz="2000" dirty="0"/>
          </a:p>
        </p:txBody>
      </p:sp>
      <p:sp>
        <p:nvSpPr>
          <p:cNvPr id="11" name="Shape 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1–2, 요약·평가 방식; p. 4, §V</a:t>
            </a:r>
            <a:endParaRPr lang="en-US" sz="1050" dirty="0"/>
          </a:p>
        </p:txBody>
      </p:sp>
      <p:sp>
        <p:nvSpPr>
          <p:cNvPr id="13" name="Text 1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1x·3x·5x·8x는 어떻게 정했는가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기준은 QECO 원문의 평균 밀도 50 MD / 5 EN = 10 MD/EN이다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사용자 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edge 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기준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밀도 배율은 사용자 수 / edge 수의 비율이며, 시스템 전체의 동등성을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2,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effective load에 들어가는 네 가지 양</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L_eff = N × b̄ × ā / M : edge당 평균 task pressure를 나타내는 proxy</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1739392"/>
                <a:gridCol w="4348480"/>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수, edge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N이 크거나 M이 작으면 부하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시간대별 arrival profile의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시간에 따른 task 생성 경향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사용자별 활동성 계수의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집단의 평균 활동성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L_eff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 × b̄ × ā /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queue length 자체는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2, §III, Eq. (1)과 첫 Eq. (2)</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생성 확률과 load proxy는 항상 같지 않다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 사용자 한 명, edge 하나, b=0.8, a=2를 가정한다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000752"/>
                <a:gridCol w="1521968"/>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clipping 전 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p_arrive = clip(1.6,0,1)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생성 확률은 1을 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L_eff = N × b̄ × ā /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원고 식으로 계산한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L_eff는 부하를 제어값으로 바꾸기 위한 지표이지, queue stability의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2, Eqs. (1)–(2); 정의 기반 구성 예</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부하 지표가 제어에 반영되는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g는 부하 강도, w_E는 energy cost의 상대 가중치다</a:t>
            </a:r>
            <a:endParaRPr lang="en-US" sz="1900" dirty="0"/>
          </a:p>
        </p:txBody>
      </p:sp>
      <p:sp>
        <p:nvSpPr>
          <p:cNvPr id="4" name="mechanism-lane-reward"/>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reward 경로</a:t>
            </a:r>
            <a:endParaRPr lang="en-US" sz="1250" dirty="0"/>
          </a:p>
        </p:txBody>
      </p:sp>
      <p:sp>
        <p:nvSpPr>
          <p:cNvPr id="5" name="mechanism-lane-action"/>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action 제어</a:t>
            </a:r>
            <a:endParaRPr lang="en-US" sz="1250" dirty="0"/>
          </a:p>
        </p:txBody>
      </p:sp>
      <p:sp>
        <p:nvSpPr>
          <p:cNvPr id="6" name="mechanism-edge-l-g-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g-w-segment-1"/>
          <p:cNvSpPr/>
          <p:nvPr/>
        </p:nvSpPr>
        <p:spPr>
          <a:xfrm>
            <a:off x="6362700" y="278765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g-w-segment-2"/>
          <p:cNvSpPr/>
          <p:nvPr/>
        </p:nvSpPr>
        <p:spPr>
          <a:xfrm>
            <a:off x="668443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9" name="mechanism-edge-g-w-segment-3"/>
          <p:cNvSpPr/>
          <p:nvPr/>
        </p:nvSpPr>
        <p:spPr>
          <a:xfrm>
            <a:off x="668443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w-c-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g-a-segment-1"/>
          <p:cNvSpPr/>
          <p:nvPr/>
        </p:nvSpPr>
        <p:spPr>
          <a:xfrm>
            <a:off x="6362700" y="3194050"/>
            <a:ext cx="160867" cy="0"/>
          </a:xfrm>
          <a:prstGeom prst="line">
            <a:avLst/>
          </a:prstGeom>
          <a:noFill/>
          <a:ln w="12700">
            <a:solidFill>
              <a:srgbClr val="5E6D69"/>
            </a:solidFill>
            <a:prstDash val="dash"/>
            <a:headEnd type="none"/>
            <a:tailEnd type="none"/>
          </a:ln>
        </p:spPr>
        <p:txBody>
          <a:bodyPr/>
          <a:lstStyle/>
          <a:p>
            <a:endParaRPr lang="ko-KR"/>
          </a:p>
        </p:txBody>
      </p:sp>
      <p:sp>
        <p:nvSpPr>
          <p:cNvPr id="12" name="mechanism-edge-g-a-segment-2"/>
          <p:cNvSpPr/>
          <p:nvPr/>
        </p:nvSpPr>
        <p:spPr>
          <a:xfrm>
            <a:off x="6523567" y="3194050"/>
            <a:ext cx="0" cy="1358900"/>
          </a:xfrm>
          <a:prstGeom prst="line">
            <a:avLst/>
          </a:prstGeom>
          <a:noFill/>
          <a:ln w="12700">
            <a:solidFill>
              <a:srgbClr val="5E6D69"/>
            </a:solidFill>
            <a:prstDash val="dash"/>
            <a:headEnd type="none"/>
            <a:tailEnd type="none"/>
          </a:ln>
        </p:spPr>
        <p:txBody>
          <a:bodyPr/>
          <a:lstStyle/>
          <a:p>
            <a:endParaRPr lang="ko-KR"/>
          </a:p>
        </p:txBody>
      </p:sp>
      <p:sp>
        <p:nvSpPr>
          <p:cNvPr id="13" name="mechanism-edge-g-a-segment-3"/>
          <p:cNvSpPr/>
          <p:nvPr/>
        </p:nvSpPr>
        <p:spPr>
          <a:xfrm>
            <a:off x="6523567" y="4552950"/>
            <a:ext cx="321733" cy="0"/>
          </a:xfrm>
          <a:prstGeom prst="line">
            <a:avLst/>
          </a:prstGeom>
          <a:noFill/>
          <a:ln w="12700">
            <a:solidFill>
              <a:srgbClr val="5E6D69"/>
            </a:solidFill>
            <a:prstDash val="dash"/>
            <a:headEnd type="none"/>
            <a:tailEnd type="triangle"/>
          </a:ln>
        </p:spPr>
        <p:txBody>
          <a:bodyPr/>
          <a:lstStyle/>
          <a:p>
            <a:endParaRPr lang="ko-KR"/>
          </a:p>
        </p:txBody>
      </p:sp>
      <p:sp>
        <p:nvSpPr>
          <p:cNvPr id="14" name="mechanism-edge-g-a-label"/>
          <p:cNvSpPr txBox="1"/>
          <p:nvPr/>
        </p:nvSpPr>
        <p:spPr>
          <a:xfrm>
            <a:off x="6070600" y="24320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부하 기반 제어</a:t>
            </a:r>
            <a:endParaRPr lang="en-US" sz="950" dirty="0"/>
          </a:p>
        </p:txBody>
      </p:sp>
      <p:sp>
        <p:nvSpPr>
          <p:cNvPr id="15" name="mechanism-node-load"/>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L_eff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평균 task pressure</a:t>
            </a:r>
            <a:endParaRPr lang="en-US" sz="1150" dirty="0"/>
          </a:p>
        </p:txBody>
      </p:sp>
      <p:sp>
        <p:nvSpPr>
          <p:cNvPr id="16" name="mechanism-node-g"/>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g(L_eff)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부하 강도 변환</a:t>
            </a:r>
            <a:endParaRPr lang="en-US" sz="1150" dirty="0"/>
          </a:p>
        </p:txBody>
      </p:sp>
      <p:sp>
        <p:nvSpPr>
          <p:cNvPr id="17" name="mechanism-node-weight"/>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w_E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energy cost 가중치</a:t>
            </a:r>
            <a:endParaRPr lang="en-US" sz="1150" dirty="0"/>
          </a:p>
        </p:txBody>
      </p:sp>
      <p:sp>
        <p:nvSpPr>
          <p:cNvPr id="18" name="mechanism-node-cost"/>
          <p:cNvSpPr/>
          <p:nvPr/>
        </p:nvSpPr>
        <p:spPr>
          <a:xfrm>
            <a:off x="93980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reward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cost를 바꾸어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학습 신호에 반영</a:t>
            </a:r>
            <a:endParaRPr lang="en-US" sz="1150" dirty="0"/>
          </a:p>
        </p:txBody>
      </p:sp>
      <p:sp>
        <p:nvSpPr>
          <p:cNvPr id="19" name="mechanism-node-gate"/>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offload gating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부하 적응형 제어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세부 판정식 미제시</a:t>
            </a:r>
            <a:endParaRPr lang="en-US" sz="11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g의 수치가 곧 task를 차단할 확률이라는 해석은 원고로 뒷받침되지 않는다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2–3, §III; p. 4, 결론</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부하가 커질 때 energy weight는 어떻게 변하나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원고의 식과 상수: w₀=1.20, ρ=0.35, λ=10</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식 또는 성질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gating strength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 = L_eff / (L_eff + Mλ)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M에서 L_eff 증가 → g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w_E = 1.2 × (1+g)^0.35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 증가 → energy cost 가중치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g &lt;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L_eff ≥ 0, Mλ &gt; 0일 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한계값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 ≤ w_E &lt; 약 1.5295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상한은 이 식에서 계산한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2, 두 번째 Eq. (2)와 Eq. (3)</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같은 profile에서 사용자를 늘리면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b̄=0.2, ā=1, M=1을 가정한 계산이며 원고의 실험 설정값이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27178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L_eff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w_E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0.1667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1.2665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0.3750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1.3415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1.3830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0.6154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1.4193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제어 계수의 증가와 실제 시스템 성능 향상은 별도로 검증할 사항이다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2, §III 식을 적용한 구성 예</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보상: 완료 보너스에서 cost를 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 = 2 × [sD + (1−s)w_E E_sc], 완료 보너스는 4D_max</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energy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delay·energy cost의 상대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E_sc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delay, scaled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w_E는 energy 항에만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미완료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안에 끝나지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 4D_max −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D_max=10 → 완료 보너스 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3, Eq. (4)와 reward 정의</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완료 여부와 cost를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N=50 구성 예의 w_E≈1.383에 s=0.5, D=4, E_sc=2를 넣는다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609088"/>
                <a:gridCol w="467461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sD = 0.5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(1−s)w_E E_sc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1.383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합산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 2 × (2 + 1.383)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6.766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 미완료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40−C /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33.234 / −6.766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2–3, 식을 적용한 구성 예</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policy-invariant shaping이 아닌가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기존 QECO의 최적 정책을 보존한다고 증명된 reward shaping이 아니다</a:t>
            </a:r>
            <a:endParaRPr lang="en-US" sz="1900" dirty="0"/>
          </a:p>
        </p:txBody>
      </p:sp>
      <p:sp>
        <p:nvSpPr>
          <p:cNvPr id="4" name="Text 2"/>
          <p:cNvSpPr txBox="1"/>
          <p:nvPr/>
        </p:nvSpPr>
        <p:spPr>
          <a:xfrm>
            <a:off x="838200" y="21717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w_E가 energy 항의 비중을 바꾸므로 delay와 energy 사이의 선호가 달라진다</a:t>
            </a:r>
            <a:endParaRPr lang="en-US" sz="2000" dirty="0"/>
          </a:p>
        </p:txBody>
      </p:sp>
      <p:sp>
        <p:nvSpPr>
          <p:cNvPr id="5" name="Shape 3"/>
          <p:cNvSpPr/>
          <p:nvPr/>
        </p:nvSpPr>
        <p:spPr>
          <a:xfrm>
            <a:off x="838200" y="31242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31623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offloading gating까지 적용하면 실제 실행되는 행동도 영향을 받을 수 있다</a:t>
            </a:r>
            <a:endParaRPr lang="en-US" sz="2000" dirty="0"/>
          </a:p>
        </p:txBody>
      </p:sp>
      <p:sp>
        <p:nvSpPr>
          <p:cNvPr id="7" name="Shape 5"/>
          <p:cNvSpPr/>
          <p:nvPr/>
        </p:nvSpPr>
        <p:spPr>
          <a:xfrm>
            <a:off x="838200" y="41148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41529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D3QN/LSTM과 action space를 유지해도 최적화 목표까지 같아지는 것은 아니다</a:t>
            </a:r>
            <a:endParaRPr lang="en-US" sz="2000" dirty="0"/>
          </a:p>
        </p:txBody>
      </p:sp>
      <p:sp>
        <p:nvSpPr>
          <p:cNvPr id="9" name="Shape 7"/>
          <p:cNvSpPr/>
          <p:nvPr/>
        </p:nvSpPr>
        <p:spPr>
          <a:xfrm>
            <a:off x="838200" y="51054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51435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기존 QECO의 최적 정책을 보존한다는 보장은 주장하지 않는다</a:t>
            </a:r>
            <a:endParaRPr lang="en-US" sz="2000" dirty="0"/>
          </a:p>
        </p:txBody>
      </p:sp>
      <p:sp>
        <p:nvSpPr>
          <p:cNvPr id="11" name="Shape 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3, §III, policy-invariant shaping 구분</a:t>
            </a:r>
            <a:endParaRPr lang="en-US" sz="1050" dirty="0"/>
          </a:p>
        </p:txBody>
      </p:sp>
      <p:sp>
        <p:nvSpPr>
          <p:cNvPr id="13" name="Text 1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기존 QECO에서 유지한 것과 바꾼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변경 지점은 부하 적응형 cost·제어이며, 새로운 network architecture를 제안하지 않는다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022344"/>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원고의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공개된 상세 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Double DQN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network·target update는 재서술하지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history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 기반 load history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QECO 구조를 따름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cost에 w_E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cost와 완료/미완료 식 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제어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offloading gating, action space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구체적 gate 판정식은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2–3, §III; p. 4, §VI</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조건과 지표를 먼저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실험은 edge 하나, 사용자 네 조건, 총 400 episodes이다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065528"/>
                <a:gridCol w="467461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원고에 제시된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N=10,30,50,80; M=1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single-edge dense stress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 지표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episode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구간 평균과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QECO·DROO·Tang&amp;Wong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 1–4에 표시된 구현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불확실성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 수·분산·CI 미보고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통계적 우위를 확정할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1–4, §II·IV–VI</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3x 결과: 그림 1의 평균값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30 users / 1 edge · 전체 400 episodes · QECO와 QECO-Adapt 비교</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2609088"/>
                <a:gridCol w="260908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QECO-Adapt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유리한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7.896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Dropped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표 안에서는 동일한 그림의 값만 사용하며, 불일치하는 변화량을 섞지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3, Fig. 1; Table 1과 구분</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5x·8x 결과: 그림 2와 그림 3</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셀은 QECO → QECO-Adapt이며, 원고 그림에 표시된 평균값이다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5x: 50 users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8x: 80 users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QoE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6.488 → 9.177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3.728 → 7.066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8.375 → 8.219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8.584 → 8.437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19.88 → 17.45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19.95 → 16.30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Dropped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771.0 → 692.0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1386.8 → 1231.9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4, Figs. 2–3</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정량 해석: 표와 그림이 다른 경우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원고의 일부 절대 변화량·부호는 그림과 일치하지 않아 하나의 수치로 확정하지 않는다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500376"/>
                <a:gridCol w="55443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Table 1 표시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 표시값에서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3x QoE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11.40→12.65 : 약 +10.96%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3x Energy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19.17→18.14 : −1.03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5x Dropped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−2.1422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771.0→692.0 : −79.0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8x Energy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19.95→16.30 : −3.65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원자료 확인 전에는 서로 다른 값의 평균이나 혼합 표를 만들지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3–4, Table 1 및 Figs.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저부하 손실과 runtime 비용도 남는다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고밀도에서의 유리한 관측만으로 적용 범위를 무제한 확대할 수 없다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원고의 보고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감소, QoE·Delay·Drop 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부하의 무조건적 개선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네 주요 지표 개선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Fig.1의 조건부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5x·8x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 약 11% 증가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Table1 기준 추가 계산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8x의 energy는 DROO가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단독 최고 성능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3–4, Table 1·Fig. 4·§IV</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 같은 최종값, 다른 전체 평균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네 시점만 둔 가상 QoE trace이며 QECO 실험값이 아니다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152648"/>
                <a:gridCol w="293522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가상 trace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초반 2시점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후반 2시점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평균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B의 초반 손실이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 다 평균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평균은 B가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전체 평균의 이득은 초반 손실 감소로도 생길 수 있으며, 최종 성능 상승과 동의어가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4, §V를 설명하는 구성 예</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8x 곡선: 이동평균의 교차를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Fig.4는 window=25 이동평균이며, 본문은 DROO와의 교차 시점을 설명한다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717800"/>
                <a:gridCol w="3261360"/>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본문이 언급한 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뜻하나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195 episodes 이후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표시된 smoothed trace에서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272 episodes 이후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표시된 smoothed trace에서 더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Dropped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265 episodes 이후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표시된 smoothed trace에서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DROO가 전 구간 더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QECO-Adapt의 단독 우위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 4, Fig. 4 및 §IV–VI</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연구로 답한 것과 아직 남은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부하 적응 아이디어의 정의와 실험 관측, 재현 가능한 완전한 알고리즘은 구분한다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413105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남은 검증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 proxy·g·w_E·reward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clipping·multi-edge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제어 적용을 서술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구체적 action rule·threshold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edge의 평균·smoothed trace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다중 seed·CI·공통 평가 산식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604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정량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표·그림의 일부 불일치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원자료·timing 조건·수치 정합성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2–4, §III–VI</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정리: dense 환경의 초반 손실에 개입한다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학습기의 구조 변경보다, 부하에 따른 목적 함수·제어 변화에 초점을 둔 연구다</a:t>
            </a:r>
            <a:endParaRPr lang="en-US" sz="1900" dirty="0"/>
          </a:p>
        </p:txBody>
      </p:sp>
      <p:sp>
        <p:nvSpPr>
          <p:cNvPr id="4" name="Text 2"/>
          <p:cNvSpPr txBox="1"/>
          <p:nvPr/>
        </p:nvSpPr>
        <p:spPr>
          <a:xfrm>
            <a:off x="838200" y="21717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L_eff → g → w_E가 energy cost를 부하에 적응시킨다</a:t>
            </a:r>
            <a:endParaRPr lang="en-US" sz="2000" dirty="0"/>
          </a:p>
        </p:txBody>
      </p:sp>
      <p:sp>
        <p:nvSpPr>
          <p:cNvPr id="5" name="Shape 3"/>
          <p:cNvSpPr/>
          <p:nvPr/>
        </p:nvSpPr>
        <p:spPr>
          <a:xfrm>
            <a:off x="838200" y="31242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31623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기존 QECO의 D3QN/LSTM과 action space를 유지하지만 최적화 목표는 달라진다</a:t>
            </a:r>
            <a:endParaRPr lang="en-US" sz="2000" dirty="0"/>
          </a:p>
        </p:txBody>
      </p:sp>
      <p:sp>
        <p:nvSpPr>
          <p:cNvPr id="7" name="Shape 5"/>
          <p:cNvSpPr/>
          <p:nvPr/>
        </p:nvSpPr>
        <p:spPr>
          <a:xfrm>
            <a:off x="838200" y="41148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41529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보고된 3x 이상 그림에서 QECO 대비 평균 지표가 유리하게 관측된다</a:t>
            </a:r>
            <a:endParaRPr lang="en-US" sz="2000" dirty="0"/>
          </a:p>
        </p:txBody>
      </p:sp>
      <p:sp>
        <p:nvSpPr>
          <p:cNvPr id="9" name="Shape 7"/>
          <p:cNvSpPr/>
          <p:nvPr/>
        </p:nvSpPr>
        <p:spPr>
          <a:xfrm>
            <a:off x="838200" y="51054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51435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전체 평균의 개선, 최종 성능, 통계적 우위는 서로 다른 주장이다</a:t>
            </a:r>
            <a:endParaRPr lang="en-US" sz="2000" dirty="0"/>
          </a:p>
        </p:txBody>
      </p:sp>
      <p:sp>
        <p:nvSpPr>
          <p:cNvPr id="11" name="Shape 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research-2026 pp. 1–4, 요약·방법·결론</a:t>
            </a:r>
            <a:endParaRPr lang="en-US" sz="1050" dirty="0"/>
          </a:p>
        </p:txBody>
      </p:sp>
      <p:sp>
        <p:nvSpPr>
          <p:cNvPr id="13" name="Text 1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QECO-Adapt: 고밀도 MEC의 초기 학습 손실 줄이기</dc:title>
  <dc:subject>Dense MEC 환경에서 QECO-ADAPT의 부하 적응형 오프로딩 성능 분석</dc:subject>
  <dc:creator>Research Seminars</dc:creator>
  <cp:lastModifiedBy>Research Seminars</cp:lastModifiedBy>
  <cp:revision>1</cp:revision>
  <dcterms:created xsi:type="dcterms:W3CDTF">2026-09-12T06:39:29Z</dcterms:created>
  <dcterms:modified xsi:type="dcterms:W3CDTF">2026-09-12T06:39:29Z</dcterms:modified>
</cp:coreProperties>
</file>