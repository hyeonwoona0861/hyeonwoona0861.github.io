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BE4B7C51-ED11-47BE-B754-98F48BB65B5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QECO-Adapt: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고밀도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초기 학습 손실 줄이기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공개 연구 원고를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원고에는 한국정보기술학회 하계 학술대회 양식이 있으나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출처만으로 최종 게재 상태나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모든 상황에서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대체하는 새 알고리즘이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부하가 집중될 때 초기 학습 손실을 줄이려는 보완 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1,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; p. 4,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D7483E-DD90-4614-BDB3-FFAC1444386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최종 성능만으로는 부족한가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고밀도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초반 성능 손실을 관찰합니다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Dropped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완료하지 못한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수이며 확률이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구간 전체 평균이 좋아지는 것과 수렴한 최종 정책이 더 좋은 것은 구별해야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pp. 1–2,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방식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; p. 4, §V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40F3F5B-8D5A-4E35-979C-BF9807F178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1x·3x·5x·8x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어떻게 정했는가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device,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 밀도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하나로 고정한 채 사용자 수를 늘립니다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평균 밀도라도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MD·5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MD·1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자원 분산이 같지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밀도의 기준을 맞춘 것이지 원문 시스템을 동일하게 재현했다는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2, §II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BF30DC1-B796-417E-9E03-7614669CE5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effective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들어가는 네 가지 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b=(b1,…,bK),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활동성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a_u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생성 확률은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clip(b_k(t) a_u,0,1)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L_eff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확률을 실제로 모두 합산한 값이 아니라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평균 활동성의 곱을 이용한 부하 지표입니다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구간이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일으키거나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routing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불균등하면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같다고 보장되지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2, §III, Eq. (1)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1AE115B-8C4C-4714-8C5A-409EFD35CB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 확률과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항상 같지 않다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값은 원고 실험 데이터가 아닌 정의의 경계를 보여 주는 구성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허용하는 가상 활동성 범위를 가정했습니다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이때 실제 생성 확률은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L_eff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L_eff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모든 경우의 정확한 기대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원고에 없는 활동성 상한이나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보정 알고리즘을 덧붙이지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2, Eqs. (1)–(2);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 기반 구성 예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3512CD2-FE91-4CE5-93CC-7285B6A923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부하 지표가 제어에 반영되는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실선은 원고에 공개된 수식의 의존관계입니다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점선은 원고가 설명하는 부하 적응형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gating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제어 관계입니다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원고에는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후보를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바꾸는지의 완전한 조건식이나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차단 확률 또는 임계값으로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 space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D3QN/LSTM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구조는 유지한다고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pp. 2–3, §III; p. 4,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8DDA726-A84C-4F79-8060-5C9D3F6292A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부하가 커질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어떻게 변하나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L_eff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나눈 값을 쓰면서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분모에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Mλ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임의로 수정하지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확대할 때 단순 사용자 밀도 하나만으로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나온다고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제시된 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ρ&lt;1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증가를 완만하게 만드는 선택이지 성능이나 안정성을 증명하는 계수가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E7E13E-2079-42B8-9225-64090FEC24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사용자를 늘리면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L_eff=N×0.2, g=L_eff/(L_eff+10), w_E=1.2×(1+g)^0.35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직접 계산하고 소수점 네 자리로 반올림했습니다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L_eff=10, g=0.5, w_E=1.382971…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예는 단조적인 제어값 변화를 보여 줄 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해당 사용자 수에서 실제 에너지나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비율로 좋아진다는 예측이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2, §III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식을 적용한 구성 예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02E4720-8807-4328-886F-153CB5859C7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보상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보너스에서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 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단말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그 상세 정규화는 이 원고에 제시되지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앞 계수입니다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보너스의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α=4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기존 공개 구현의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보존한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여부를 바꾸지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키워도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동일한 양의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보상은 낮아질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사용을 더 비싸게 평가하는 학습 목표의 변화입니다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3, Eq. (4)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703821-7494-4CFD-B3A5-7E6CD99502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여부와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수치는 원고 결과가 아닌 교육용 구성값입니다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반올림 전 값으로 계산하면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6.7659427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완료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33.2340573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가정한 두 경우에서 완료 보너스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완료와 미완료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같다는 주장은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판정이나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pp. 2–3,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식을 적용한 구성 예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6E936ED-B684-4E30-B344-A8761F9DD85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policy-invariant 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아닌가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구분은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직접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학습기 구조를 유지하는 것과 목적 함수를 보존하는 것은 다른 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surrogate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최적화하는 보완 설계로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변경이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개선을 만든다는 이론이나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policy-invariance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제시되지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3, §III, policy-invariant shaping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78C9FD-CE98-45F0-9927-5780D8A8D4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유지한 것과 바꾼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D3QN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load-history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입력을 따른다고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자료에서는 주어진 연구의 변경점에 집중하며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원고에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만들어 넣지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완전한 재현에는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설정뿐 아니라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generation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pp. 2–3, §III; p. 4, §VI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7F8339F-609E-4256-9ACE-8CC0DE71E3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조건과 지표를 먼저 고정한다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높을수록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Delay·Energy·Dropped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낮을수록 유리하다고 원고는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Dropped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미완료 수로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물리 단위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timing protocol,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공통 평가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세부 산식은 이 짧은 원고만으로 충분히 재구성되지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목표를 바꾼 만큼 공통 평가 기준으로 비교했는지의 명시도 재현 시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pp. 1–4, §II·IV–VI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E62593A-E0F0-4B0A-999E-89CB70CF4A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3x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숫자는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막대 위의 표시값입니다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별도의 계산으로 보정한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표시값에서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18.14−19.17=−1.03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절대 변화량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2.142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출처를 고정해 네 지표의 관측 방향을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반올림된 평균과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불확실성이 없는 자료이므로 유의미한 우위로 선언하지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3, Fig. 1;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BFE934-5C7E-4737-BB26-EC32CBE423C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5x·8x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그림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Figs.2–3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반올림된 표시값을 그대로 읽었습니다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5x Dropped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표시값 차이는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79.0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2.1422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모순됩니다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8x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2.142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8x QoE 3.338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 3.337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작은 차이는 표시 자릿수로 설명될 수 있어 명백한 오류와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원고의 수정본이 아니라 출처를 특정한 교육용 재배열입니다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4, Figs.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40425A-612B-4981-A46F-3F6DA4AE59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정량 해석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표와 그림이 다른 경우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오른쪽 열은 그림에 인쇄된 반올림 값을 이용해 재계산한 값이며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값이라고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원자료를 확인하지 않고 어느 쪽이 실제 실험값인지 확정하거나 원고를 조용히 고치는 것은 적절하지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세미나 결론은 그림과 서술이 공통으로 지지하는 방향적 관측에 한정하고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세부 개선량은 출처를 붙여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원고의 방법 이해와 정량 증거의 신뢰도는 별도로 판단할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pp. 3–4, Table 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Figs. 1–3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AF5933B-4BFC-47AB-8A20-8E4B7522150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저부하 손실과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비용도 남는다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대응되는 원고 그림이 없어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서술의 방향만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5x +0.712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8x +1.031,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 방향 부호로는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10.98%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10.83%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시간이 증가했다는 뜻으로 해석하되 단위와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원고에 충분히 설명되지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전 구간에서 더 낮다고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pp. 3–4, Table 1·Fig. 4·§IV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BEEC75-0D2B-48AC-BDC2-BD5EAF0931C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최종값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전체 평균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(0+0+10+10)/4=5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(6+6+10+10)/4=8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둘의 후반 평균은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산술 예는 원고가 구별하는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warm-up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손실과 최종 안정 성능을 이해하기 위한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알고리즘의 수렴성이나 수렴 속도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통계적 검정 결과를 만들어 내는 예가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4, §V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설명하는 구성 예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62E0904-61A2-4299-9754-6BA7F4DE16F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8x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곡선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이동평균의 교차를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시점은 원고 본문이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보고한 서술적 관측입니다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대상은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Window25 smoothing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한 표시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교차를 알고리즘이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회에 수렴한다는 보장으로 읽을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재현성과 직접적인 목표 도달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누적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regret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평가는 원고의 후속 검증 방향입니다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p. 4, Fig. 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§IV–VI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16D5D4-7D7B-4675-AC37-B855EE6C9F6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연구로 답한 것과 아직 남은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한계들은 제안 자체를 부정하는 것이 아니라 현재 원고로 재현하고 일반화할 수 있는 범위를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다중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직접 수렴 평가를 미래 과제로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 세미나는 실제 운영 환경의 성능 보장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multi-edge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확장성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안정성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최적 정책 보존을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pp. 2–4, §III–VI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FB08E80-7161-415C-913B-C008323176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dense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환경의 초반 손실에 개입한다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학습자가 기억할 핵심은 두 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설계 층에서는 부하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제어를 조절한다는 변화입니다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증거 층에서는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edge·400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기술적 관측이며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gating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상세와 다중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 일관성의 추가 확인이 필요하다는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구분을 유지해야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효과적으로 이해하고 후속 실험을 설계할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research-2026 | pp. 1–4,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나현우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Dense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부하 적응형 오프로딩 성능 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연구 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https://hyeonwoona0861.github.io/assets/pdfs/research/qeco-adapt/qeco-adapt-research.pdf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8D22C80-EBC8-407A-A62A-E5AC79C3E5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QECO-Adapt: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고밀도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초기 학습 손실 줄이기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 MEC </a:t>
            </a:r>
            <a:r>
              <a:rPr lang="ko-KR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환경에서 </a:t>
            </a: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QECO-ADAPT</a:t>
            </a:r>
            <a:r>
              <a:rPr lang="ko-KR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부하 적응형 오프로딩 성능 분석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나현우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이창우 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(2026)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D3QN/LSTM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유지하며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부하에 따라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 cost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offloading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제어를 조정한다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1,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제목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요약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; p. 4,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결론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최종 성능만으로는 부족한가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학습이 진행되는 동안 생긴 지연과 미완료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서비스가 치르는 비용이다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많은 사용자가 하나의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요청하면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실패가 늘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3124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316224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후반에 비슷한 성능에 도달하더라도 초반 손실은 이미 누적된다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4114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415296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QECO-Adapt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전체 학습 구간의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미완료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5105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514368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warm-up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손실 완화이며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정책의 보편적 우위가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pp. 1–2,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요약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평가 방식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; p. 4, §V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1x·3x·5x·8x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어떻게 정했는가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기준은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QECO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평균 밀도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 MD / 5 EN = 10 MD/EN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N/M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대비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밀도 배율은 사용자 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/ 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수의 비율이며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시스템 전체의 동등성을 뜻하지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2, §II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effective 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들어가는 네 가지 양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L_eff = N × b̄ × ā / M :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당 평균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pressure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나타내는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1739160"/>
                <a:gridCol w="434844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N, 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크거나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작으면 부하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시간대별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profile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시간에 따른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 경향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사용자별 활동성 계수의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집단의 평균 활동성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L_eff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 × b̄ × ā / 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length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2, §III, Eq. (1)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과 첫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Eq. (2)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 확률과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 proxy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항상 같지 않다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예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한 명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edge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b=0.8, a=2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가정한다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000400"/>
                <a:gridCol w="152172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 × 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clipping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 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p_arrive = clip(1.6,0,1)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 확률은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L_eff = N × b̄ × ā / 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원고 식으로 계산한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L_eff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부하를 제어값으로 바꾸기 위한 지표이지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queue stability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증명은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2, Eqs. (1)–(2);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정의 기반 구성 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부하 지표가 제어에 반영되는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부하 강도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w_E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 cost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상대 가중치다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lane-reward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mechanism-lane-action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제어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mechanism-edge-l-g-segment-1"/>
          <p:cNvSpPr/>
          <p:nvPr/>
        </p:nvSpPr>
        <p:spPr>
          <a:xfrm>
            <a:off x="3809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mechanism-edge-g-w-segment-1"/>
          <p:cNvSpPr/>
          <p:nvPr/>
        </p:nvSpPr>
        <p:spPr>
          <a:xfrm>
            <a:off x="6362640" y="278748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mechanism-edge-g-w-segment-2"/>
          <p:cNvSpPr/>
          <p:nvPr/>
        </p:nvSpPr>
        <p:spPr>
          <a:xfrm>
            <a:off x="668412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mechanism-edge-g-w-segment-3"/>
          <p:cNvSpPr/>
          <p:nvPr/>
        </p:nvSpPr>
        <p:spPr>
          <a:xfrm>
            <a:off x="6684120" y="29905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mechanism-edge-w-c-segment-1"/>
          <p:cNvSpPr/>
          <p:nvPr/>
        </p:nvSpPr>
        <p:spPr>
          <a:xfrm>
            <a:off x="8915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mechanism-edge-g-a-segment-1"/>
          <p:cNvSpPr/>
          <p:nvPr/>
        </p:nvSpPr>
        <p:spPr>
          <a:xfrm>
            <a:off x="6362640" y="3193920"/>
            <a:ext cx="16092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mechanism-edge-g-a-segment-2"/>
          <p:cNvSpPr/>
          <p:nvPr/>
        </p:nvSpPr>
        <p:spPr>
          <a:xfrm>
            <a:off x="6523560" y="3193920"/>
            <a:ext cx="360" cy="135900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mechanism-edge-g-a-segment-3"/>
          <p:cNvSpPr/>
          <p:nvPr/>
        </p:nvSpPr>
        <p:spPr>
          <a:xfrm>
            <a:off x="6523560" y="4552920"/>
            <a:ext cx="32148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mechanism-edge-g-a-label"/>
          <p:cNvSpPr/>
          <p:nvPr/>
        </p:nvSpPr>
        <p:spPr>
          <a:xfrm>
            <a:off x="6070680" y="24321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부하 기반 제어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node-load"/>
          <p:cNvSpPr/>
          <p:nvPr/>
        </p:nvSpPr>
        <p:spPr>
          <a:xfrm>
            <a:off x="173988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L_eff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pressure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node-g"/>
          <p:cNvSpPr/>
          <p:nvPr/>
        </p:nvSpPr>
        <p:spPr>
          <a:xfrm>
            <a:off x="429264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g(L_eff)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부하 강도 변환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node-weight"/>
          <p:cNvSpPr/>
          <p:nvPr/>
        </p:nvSpPr>
        <p:spPr>
          <a:xfrm>
            <a:off x="684540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w_E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cost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mechanism-node-cost"/>
          <p:cNvSpPr/>
          <p:nvPr/>
        </p:nvSpPr>
        <p:spPr>
          <a:xfrm>
            <a:off x="939816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바꾸어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신호에 반영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mechanism-node-gate"/>
          <p:cNvSpPr/>
          <p:nvPr/>
        </p:nvSpPr>
        <p:spPr>
          <a:xfrm>
            <a:off x="684540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 gating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부하 적응형 제어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세부 판정식 미제시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수치가 곧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차단할 확률이라는 해석은 원고로 뒷받침되지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pp. 2–3, §III; p. 4,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결론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부하가 커질 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weight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어떻게 변하나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원고의 식과 상수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w₀=1.20, ρ=0.35, λ=10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8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500200"/>
                <a:gridCol w="45658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 또는 성질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gating strength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 = L_eff / (L_eff + Mλ)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L_eff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 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w_E = 1.2 × (1+g)^0.35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 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cost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가중치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≤ g &lt;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L_eff ≥ 0, Mλ &gt; 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 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 ≤ w_E &lt;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1.5295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상한은 이 식에서 계산한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2,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두 번째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Eq. (2)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Eq. (3)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profile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사용자를 늘리면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b̄=0.2, ā=1, M=1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가정한 계산이며 원고의 실험 설정값이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717640"/>
                <a:gridCol w="27176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L_eff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0.1667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1.2665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0.3750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1.3415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1.3830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0.6154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1.4193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제어 계수의 증가와 실제 시스템 성능 향상은 별도로 검증할 사항이다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2, §III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식을 적용한 구성 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보상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보너스에서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 = 2 × [sD + (1−s)w_E E_sc],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완료 보너스는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4D_max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2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delay·energy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상대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D, E_sc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delay, scaled 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항에만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미완료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= −C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 끝나지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= 4D_max −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D_max=10 →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보너스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3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3, Eq. (4)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정의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여부와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N=50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구성 예의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w_E≈1.383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s=0.5, D=4, E_sc=2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넣는다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608920"/>
                <a:gridCol w="467460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sD = 0.5 ×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(1−s)w_E E_sc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1.383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 = 2 × (2 + 1.383)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6.766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40−C / −C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33.234 / −6.766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pp. 2–3,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식을 적용한 구성 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policy-invariant shaping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아닌가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최적 정책을 보존한다고 증명된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shaping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838080" y="217188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w_E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항의 비중을 바꾸므로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선호가 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838080" y="3124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838080" y="316224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 gating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적용하면 실제 실행되는 행동도 영향을 받을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5"/>
          <p:cNvSpPr/>
          <p:nvPr/>
        </p:nvSpPr>
        <p:spPr>
          <a:xfrm>
            <a:off x="838080" y="4114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838080" y="415296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D3QN/LSTM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space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유지해도 최적화 목표까지 같아지는 것은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"/>
          <p:cNvSpPr/>
          <p:nvPr/>
        </p:nvSpPr>
        <p:spPr>
          <a:xfrm>
            <a:off x="838080" y="5105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8"/>
          <p:cNvSpPr/>
          <p:nvPr/>
        </p:nvSpPr>
        <p:spPr>
          <a:xfrm>
            <a:off x="838080" y="514368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따라서 기존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최적 정책을 보존한다는 보장은 주장하지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3, §III, policy-invariant shaping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구분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유지한 것과 바꾼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변경 지점은 부하 적응형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제어이며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새로운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제안하지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174040"/>
                <a:gridCol w="402228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원고의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공개된 상세 수준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 Double 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network·target update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재서술하지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 history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구조를 따름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완료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미완료 식 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 gating, action space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구체적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판정식은 미제시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pp. 2–3, §III; p. 4, §VI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조건과 지표를 먼저 고정한다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네 조건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400 episodes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2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065320"/>
                <a:gridCol w="46746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원고에 제시된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N=10,30,50,80; M=1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single-edge dense stress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 지표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구간 평균과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QECO·DROO·Tang&amp;Wong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1–4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표시된 구현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불확실성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·CI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통계적 우위를 확정할 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3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pp. 1–4, §II·IV–VI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3x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평균값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30 users / 1 edge ·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400 episodes · QECO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QECO-Adapt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2608920"/>
                <a:gridCol w="26089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QECO-Adapt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유리한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12.65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높아짐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7.896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낮아짐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19.17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낮아짐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Dropped 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362.1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340.8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낮아짐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표 안에서는 동일한 그림의 값만 사용하며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불일치하는 변화량을 섞지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3, Fig. 1; Table 1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과 구분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5x·8x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그림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셀은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QECO → QECO-Adapt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원고 그림에 표시된 평균값이다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6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5x: 50 users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8x: 80 users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 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6.488 → 9.177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3.728 → 7.066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 ↓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8.375 → 8.219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8.584 → 8.437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↓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19.88 → 17.45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19.95 → 16.30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Dropped ↓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771.0 → 692.0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1386.8 → 1231.9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7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4, Figs. 2–3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정량 해석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표와 그림이 다른 경우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원고의 일부 절대 변화량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부호는 그림과 일치하지 않아 하나의 수치로 확정하지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2500200"/>
                <a:gridCol w="5544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1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 표시값에서 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3x QoE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−10.97%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11.40→12.65 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+10.96%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3x 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−2.142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19.17→18.14 : −1.03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5x Dropped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−2.1422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771.0→692.0 : −79.0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8x 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−2.142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19.95→16.30 : −3.65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원자료 확인 전에는 서로 다른 값의 평균이나 혼합 표를 만들지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pp. 3–4, Table 1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및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Figs. 1–3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저부하 손실과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비용도 남는다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고밀도에서의 유리한 관측만으로 적용 범위를 무제한 확대할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원고의 보고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QoE·Delay·Drop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부하의 무조건적 개선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네 주요 지표 개선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조건부 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5x·8x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 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추가 계산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더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단독 최고 성능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1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pp. 3–4, Table 1·Fig. 4·§IV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최종값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전체 평균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네 시점만 둔 가상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 trace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QECO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실험값이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152520"/>
                <a:gridCol w="293508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가상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평균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0, 0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10, 10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6, 6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10, 10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초반 손실이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 다 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평균은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평균의 이득은 초반 손실 감소로도 생길 수 있으며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성능 상승과 동의어가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4, §V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를 설명하는 구성 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8x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곡선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이동평균의 교차를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window=25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이동평균이며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본문은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와의 교차 시점을 설명한다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4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717640"/>
                <a:gridCol w="326124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본문이 언급한 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뜻하나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195 episodes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smoothed 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더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272 episodes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smoothed 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더 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Dropped 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265 episodes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smoothed 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더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전 구간 더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QECO-Adapt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단독 우위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5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p. 4, Fig. 4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및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§IV–VI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연구로 답한 것과 아직 남은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부하 적응 아이디어의 정의와 실험 관측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재현 가능한 완전한 알고리즘은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0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174040"/>
                <a:gridCol w="413100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검증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 proxy·g·w_E·reward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clipping·multi-edge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제어 적용을 서술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구체적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rule·threshold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평균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·smoothed trace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seed·CI·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평가 산식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정량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그림의 일부 불일치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원자료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·timing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수치 정합성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1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pp. 2–4, §III–VI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dense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환경의 초반 손실에 개입한다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학습기의 구조 변경보다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부하에 따른 목적 함수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제어 변화에 초점을 둔 연구다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838080" y="217188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L_eff → g → w_E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cost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부하에 적응시킨다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3"/>
          <p:cNvSpPr/>
          <p:nvPr/>
        </p:nvSpPr>
        <p:spPr>
          <a:xfrm>
            <a:off x="838080" y="3124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Text 4"/>
          <p:cNvSpPr/>
          <p:nvPr/>
        </p:nvSpPr>
        <p:spPr>
          <a:xfrm>
            <a:off x="838080" y="316224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D3QN/LSTM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space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유지하지만 최적화 목표는 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5"/>
          <p:cNvSpPr/>
          <p:nvPr/>
        </p:nvSpPr>
        <p:spPr>
          <a:xfrm>
            <a:off x="838080" y="4114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6"/>
          <p:cNvSpPr/>
          <p:nvPr/>
        </p:nvSpPr>
        <p:spPr>
          <a:xfrm>
            <a:off x="838080" y="415296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3x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 그림에서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 평균 지표가 유리하게 관측된다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7"/>
          <p:cNvSpPr/>
          <p:nvPr/>
        </p:nvSpPr>
        <p:spPr>
          <a:xfrm>
            <a:off x="838080" y="5105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8"/>
          <p:cNvSpPr/>
          <p:nvPr/>
        </p:nvSpPr>
        <p:spPr>
          <a:xfrm>
            <a:off x="838080" y="514368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평균의 개선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성능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통계적 우위는 서로 다른 주장이다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1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research-2026 pp. 1–4,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요약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방법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결론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2026-09-12T06:39:29Z</dcterms:created>
  <dc:creator>Research Seminars</dc:creator>
  <dc:description/>
  <dc:language>ko-KR</dc:language>
  <cp:lastModifiedBy>Research Seminars</cp:lastModifiedBy>
  <dcterms:modified xsi:type="dcterms:W3CDTF">2026-09-12T06:39:29Z</dcterms:modified>
  <cp:revision>1</cp:revision>
  <dc:subject>Dense MEC 환경에서 QECO-ADAPT의 부하 적응형 오프로딩 성능 분석</dc:subject>
  <dc:title>QECO-Adapt: 고밀도 MEC의 초기 학습 손실 줄이기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On-screen Show (16:9)</vt:lpwstr>
  </property>
  <property fmtid="{D5CDD505-2E9C-101B-9397-08002B2CF9AE}" pid="4" name="Slides">
    <vt:r8>21</vt:r8>
  </property>
</Properties>
</file>