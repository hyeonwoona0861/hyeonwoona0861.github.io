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A2800390-21F4-4708-98B9-72E81B8186C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Attention Is All You Need: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판본 보충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main lecture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반복하는 독립 강의가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판본 보충입니다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Underlying Transformer 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공유되지만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d_ff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 값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BLEU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최초 입력을 최신 판본으로 조용히 덮어쓰지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읽는 연구 습관을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Submission history: v1 dated 12 Jun 2017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https://arxiv.org/abs/1706.03762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1, version stamp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DE8237D-6241-4AF8-8A3A-FB08994FAC5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제목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version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날짜를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proceedings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revision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별칭이 아니라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publication 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 lecture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완전한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식을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supplement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달라진 지점을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source-labeled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Submission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https://arxiv.org/abs/1706.03762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| Official proceedings abstract 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2017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https://proceedings.neurips.cc/paper/2017/hash/3f5ee243547dee91fbd053c1c4a845aa-Abstract.html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DBD07F-53B9-4683-93B4-5318137E048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Backbone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공유되지만 기록은 동일하지 않다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판본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six-layer encoder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decoder, scaled dot-product attention, masked decoder self-attention, encoder-decoder attention, position-wise FFN, positional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 backbone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multi-head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인용할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 W^O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돌아가야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3-6, architecture and attention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3-6, canonical mechanism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9C2D44-3F9C-4315-823C-FD281FD469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delta: multi-head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 p.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displayed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끝나고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W_i^Q, W_i^K, W_i^V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v7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 of heads times 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 shape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d_v by d_model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v1 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box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명시적으로 보완됩니다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단정하지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observed source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기록합니다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multi-head equation and parameter list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multi-head equation and W^O shape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DF3BA16-D80E-49E0-BAB9-44C8CD7C01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concatenated head features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혼합한다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linear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Head features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model-width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섞습니다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 더 수행하는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명시적 공식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arithmetic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성능 효과를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W^O in Sec. 3.2.2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earlier displayed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F7B2E44-9114-4C72-B124-6A31CA8F12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d_ff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 충돌이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dimension 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 Table 3 base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d_ff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p. 5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 base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Main lecture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d_ff 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쓸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표를 인용하면서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silently replace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5, Sec. 3.3; p. 8, Table 3 base row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Sec. 3.3; p. 8, Table 3 base row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55BCEC-B9E7-4680-A1A8-A5135CF9DF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BLEU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인용한다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big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28.4 and 41.0 BLEU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v7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28.4 and 41.8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6.1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27.5 and 41.1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숫자들의 원인을 추정하거나 직접 비교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해석하지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같이 인용합니다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8, Table 2 and Sec. 6.1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| Official abstract metrics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2017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https://proceedings.neurips.cc/paper/2017/hash/3f5ee243547dee91fbd053c1c4a845aa-Abstract.html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678889-7CC4-4506-BC95-72F18D54613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보존하며 정확하게 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obsolete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라며 삭제하거나 전체가 틀렸다고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Shared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v7 lecture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supplement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 equation, d_ff table conflict, BLEU source differences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판본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없다는 뜻이 아니며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 squared 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 release wording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다르므로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maintenance status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일반화하지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3-10, architecture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3-10, revised architecture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https://arxiv.org/abs/1706.03762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5CBB95-05F1-4D6C-9026-E929D22BB9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 Is All You Need: v1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판본 보충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Is All You Need — arXiv v1 Companion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Ashish Vaswani et al.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arXiv:1706.03762v1 (2017-06-12) · main lecture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v7 mechanism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판본별로 점검한다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arxiv-record Submission history: v1 dated 12 Jun 2017; arxiv-v1 p. 1, version stamp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제목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서로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Revision 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publication type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먼저 적으면 수치 출처가 섞이지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174040"/>
                <a:gridCol w="30438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Artifact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type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Lecture role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2017-06-12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Initial submission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supplement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Proceedings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artifact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2023-08-02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arXiv revision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mechanism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 identifier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revision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proceedings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동일한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text record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arxiv-record Submission history; neurips Official proceedings abstract page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Backbone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공유되지만 기록은 동일하지 않다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conceptual pipeline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v7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모두에 있고 상세 공식은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lecture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따른다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encoder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tokens + position → encoder ×6 → K,V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Shifted target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Shifted target + position → masked self → Q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Cross-attention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Q + encoder K,V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Decoder output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→ next decoder layer; final softmax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3-6, architecture and attention; arxiv-v7 pp. 3-6, canonical mechanism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delta: multi-head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W^O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v1 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v7 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실제로 적힌 식을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source-location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별로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Written formula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Observed difference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p.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MultiHead = Concat(heads)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W^O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식에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p.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MultiHead = Concat(heads) W^O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W^O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명시됨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lecture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formula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canonical mechanism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v7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식을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인용으로 가장하지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formula 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명시한다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multi-head equation and parameter list; arxiv-v7 p. 5, multi-head equation and W^O shape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W^O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concatenated head features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혼합한다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대표로 표시하며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configuration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h=8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Projected Q,K,V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subspace inputs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1 output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d_v-dimensional vector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2 output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d_v-dimensional vector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Concat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 vector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길게 연결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Multiply by W^O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hd_v → d_model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선형 변환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5, W^O in Sec. 3.2.2; arxiv-v1 p. 4, earlier displayed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내부에도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d_ff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충돌이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조용히 정정하지 않고 어느 위치가 무엇을 적었는지 그대로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022280"/>
                <a:gridCol w="1956600"/>
                <a:gridCol w="19566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location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d_ff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p. 5 FFN prose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Table 3 base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printed entry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p. 5 prose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Table 3 base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표와 본문 일치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 source contains conflicting values; author intent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추가 근거 없이 진단하지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5, Sec. 3.3; p. 8, Table 3 base row; arxiv-v7 p. 5, Sec. 3.3; p. 8, Table 3 base row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BLEU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인용한다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값은 하나의 시간순 성능 향상 그래프가 아니라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text records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457160"/>
                <a:gridCol w="1739160"/>
                <a:gridCol w="173916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Artifact and location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EN-FR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v1 Table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big 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v7 Table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big 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Sec. 6.1 prose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internal conflict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abstract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Separate artifact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41.0·41.8·41.1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 하나를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유일한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EN-FR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라고 부르지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8, Table 2; arxiv-v7 p. 8, Table 2 and Sec. 6.1; neurips Official abstract metrics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보존하며 정확하게 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lecture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돌아가고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version-specific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이 자료에서 확정한다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804840"/>
                <a:gridCol w="7066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Question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Safe answer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전체가 틀렸나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아니다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.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backbone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W^O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어디서 가르치나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v7 p.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explicit equation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d_ff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얼마인가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conflict; v7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EN-FR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하나인가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Artifact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별로 다르다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Attention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?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판본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attention O(n^2 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판본 차이는 원문을 버릴 이유가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citation precision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높일 근거다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3-10, architecture and experiments; arxiv-v7 pp. 3-10, revised architecture and experiments; arxiv-record Version history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2026-09-12T03:57:51Z</dcterms:created>
  <dc:creator>Research Seminars</dc:creator>
  <dc:description/>
  <dc:language>ko-KR</dc:language>
  <cp:lastModifiedBy>Research Seminars</cp:lastModifiedBy>
  <dcterms:modified xsi:type="dcterms:W3CDTF">2026-09-12T03:57:51Z</dcterms:modified>
  <cp:revision>1</cp:revision>
  <dc:subject>Attention Is All You Need — arXiv v1 Companion</dc:subject>
  <dc:title>Attention Is All You Need: v1 판본 보충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