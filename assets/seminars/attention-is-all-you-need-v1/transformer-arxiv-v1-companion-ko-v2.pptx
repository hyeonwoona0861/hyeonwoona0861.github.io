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Attention Is All You Need: v1 판본 보충
발표 대본
이 자료는 Transformer main lecture를 반복하는 독립 강의가 아니라 arXiv v1 판본 보충입니다. Underlying Transformer story는 공유되지만 multi-head 공식, d_ff 표 값, BLEU 수치가 v7 및 NeurIPS artifact와 다릅니다. 따라서 최초 입력을 최신 판본으로 조용히 덮어쓰지 않고 source와 location을 함께 읽는 연구 습관을 다룹니다.
공개 출처
arxiv-record | Submission history: v1 dated 12 Jun 2017
arXiv record and version history
https://arxiv.org/abs/1706.03762
arxiv-v1 | p. 1, version stamp and abstract
arXiv v1 PDF
https://arxiv.org/pdf/1706.03762v1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같은 제목, 서로 다른 artifact
발표 대본
arXiv version history는 v1과 v7의 날짜를 명시합니다. NeurIPS proceedings는 arXiv revision의 별칭이 아니라 별도 publication artifact입니다. Main lecture는 v7의 완전한 mechanism 식을 사용하고, 이 supplement는 v1과 달라진 지점을 source-labeled comparison으로 보존합니다.
공개 출처
arxiv-record | Submission history
arXiv record and version history
https://arxiv.org/abs/1706.03762
neurips | Official proceedings abstract page
NeurIPS 2017 proceedings record
https://proceedings.neurips.cc/paper/2017/hash/3f5ee243547dee91fbd053c1c4a845aa-Abstract.html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Backbone은 공유되지만 기록은 동일하지 않다
발표 대본
두 판본 모두 six-layer encoder와 decoder, scaled dot-product attention, masked decoder self-attention, encoder-decoder attention, position-wise FFN, positional encoding을 설명합니다. 이 diagram은 공통 conceptual backbone입니다. 하지만 최종 multi-head equation을 인용할 때는 v7의 explicit W^O formulation으로 돌아가야 합니다.
공개 출처
arxiv-v1 | pp. 3-6, architecture and attention
arXiv v1 PDF
https://arxiv.org/pdf/1706.03762v1
arxiv-v7 | pp. 3-6, canonical mechanism
arXiv v7 PDF
https://arxiv.org/pdf/1706.03762v7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핵심 delta: multi-head 식의 W^O
발표 대본
v1 p. 4의 displayed equation은 concatenate heads에서 끝나고 parameter list도 W_i^Q, W_i^K, W_i^V만 적습니다. v7 p. 5는 Concat of heads times W^O를 적고 W^O shape를 h d_v by d_model로 명시합니다. v1 figure에는 Concat 뒤 Linear box가 보이지만, equation과 parameter list는 v7에서 명시적으로 보완됩니다. 저자 intent를 추정해 typo라고 단정하지 않고 observed source difference로 기록합니다.
공개 출처
arxiv-v1 | p. 4, multi-head equation and parameter list
arXiv v1 PDF
https://arxiv.org/pdf/1706.03762v1
arxiv-v7 | p. 5, multi-head equation and W^O shape
arXiv v7 PDF
https://arxiv.org/pdf/1706.03762v7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W^O는 concatenated head features를 혼합한다
발표 대본
W^O는 각 head의 output을 concatenate한 vector에 적용되는 learned linear projection입니다. Head features를 최종 model-width representation으로 섞습니다. 새로운 attention score를 계산하거나 softmax를 한 번 더 수행하는 block이 아닙니다. 이 mechanism의 명시적 공식 source는 v7입니다. 작은 attention arithmetic은 W^O correction의 성능 효과를 증명하지 않습니다.
공개 출처
arxiv-v7 | p. 5, W^O in Sec. 3.2.2
arXiv v7 PDF
https://arxiv.org/pdf/1706.03762v7
arxiv-v1 | p. 4, earlier displayed equation
arXiv v1 PDF
https://arxiv.org/pdf/1706.03762v1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v1 내부에도 d_ff 값 충돌이 있다
발표 대본
v1 p. 5의 FFN prose는 inner dimension 2048이라고 적습니다. 그러나 v1 Table 3 base row의 d_ff cell은 1024입니다. v7에서는 p. 5 prose와 Table 3 base row가 모두 2048입니다. Main lecture에서 base d_ff 2048을 쓸 때는 v7을 source로 표시합니다. v1 표를 인용하면서 2048로 silently replace하지 않습니다.
공개 출처
arxiv-v1 | p. 5, Sec. 3.3; p. 8, Table 3 base row
arXiv v1 PDF
https://arxiv.org/pdf/1706.03762v1
arxiv-v7 | p. 5, Sec. 3.3; p. 8, Table 3 base row
arXiv v7 PDF
https://arxiv.org/pdf/1706.03762v7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BLEU도 artifact와 location으로 인용한다
발표 대본
v1 Table 2는 Transformer big을 28.4 and 41.0 BLEU로 적습니다. v7 Table 2는 28.4 and 41.8이지만, 같은 v7의 Section 6.1 prose는 41.0을 유지합니다. NeurIPS abstract는 27.5 and 41.1을 적습니다. 이 숫자들의 원인을 추정하거나 직접 비교 가능한 rerun처럼 해석하지 않고 artifact와 location을 같이 인용합니다.
공개 출처
arxiv-v1 | p. 8, Table 2
arXiv v1 PDF
https://arxiv.org/pdf/1706.03762v1
arxiv-v7 | p. 8, Table 2 and Sec. 6.1
arXiv v7 PDF
https://arxiv.org/pdf/1706.03762v7
neurips | Official abstract metrics
NeurIPS 2017 proceedings record
https://proceedings.neurips.cc/paper/2017/hash/3f5ee243547dee91fbd053c1c4a845aa-Abstract.html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v1을 보존하며 정확하게 읽는 법
발표 대본
v1을 obsolete라며 삭제하거나 전체가 틀렸다고 말하지 않습니다. Shared architecture는 main v7 lecture에서 학습하고, 이 supplement는 W^O equation, d_ff table conflict, BLEU source differences를 정확히 표시합니다. 두 판본 모두 attention-only가 FFN과 residual까지 없다는 뜻이 아니며 full attention은 O(n squared d)입니다. Code release wording도 v1과 v7에서 다르므로 현재 maintenance status로 일반화하지 않습니다.
공개 출처
arxiv-v1 | pp. 3-10, architecture and experiments
arXiv v1 PDF
https://arxiv.org/pdf/1706.03762v1
arxiv-v7 | pp. 3-10, revised architecture and experiments
arXiv v7 PDF
https://arxiv.org/pdf/1706.03762v7
arxiv-record | Version history
arXiv record and version history
https://arxiv.org/abs/1706.03762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Attention Is All You Need: v1 판본 보충</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Attention Is All You Need — arXiv v1 Companion</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Ashish Vaswani et al. (2017)</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arXiv:1706.03762v1 (2017-06-12) · main lecture의 v7 mechanism을 판본별로 점검한다</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arxiv-record Submission history: v1 dated 12 Jun 2017; arxiv-v1 p. 1, version stamp and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같은 제목, 서로 다른 artifact</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Revision date와 publication type을 먼저 적으면 수치 출처가 섞이지 않는다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2174240"/>
                <a:gridCol w="3043936"/>
                <a:gridCol w="293522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Artifact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Date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 type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Lecture role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arXiv v1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2017-06-12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Initial submission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 supplement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NeurIPS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2017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Proceedings record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별도 artifact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arXiv v7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2023-08-02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Final arXiv revision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Main mechanism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Paper identifier가 같아도 revision과 proceedings는 동일한 text record가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arxiv-record Submission history; neurips Official proceedings abstract page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Backbone은 공유되지만 기록은 동일하지 않다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이 conceptual pipeline은 v1과 v7 모두에 있고 상세 공식은 main lecture의 v7을 따른다</a:t>
            </a:r>
            <a:endParaRPr lang="en-US" sz="1900" dirty="0"/>
          </a:p>
        </p:txBody>
      </p:sp>
      <p:sp>
        <p:nvSpPr>
          <p:cNvPr id="4" name="Shape 2"/>
          <p:cNvSpPr/>
          <p:nvPr/>
        </p:nvSpPr>
        <p:spPr>
          <a:xfrm>
            <a:off x="3302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8890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7" name="Shape 5"/>
          <p:cNvSpPr/>
          <p:nvPr/>
        </p:nvSpPr>
        <p:spPr>
          <a:xfrm>
            <a:off x="6731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8" name="Shape 6"/>
          <p:cNvSpPr/>
          <p:nvPr/>
        </p:nvSpPr>
        <p:spPr>
          <a:xfrm>
            <a:off x="546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9" name="Shape 7"/>
          <p:cNvSpPr/>
          <p:nvPr/>
        </p:nvSpPr>
        <p:spPr>
          <a:xfrm>
            <a:off x="673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10" name="Shape 8"/>
          <p:cNvSpPr/>
          <p:nvPr/>
        </p:nvSpPr>
        <p:spPr>
          <a:xfrm>
            <a:off x="6096000" y="4737100"/>
            <a:ext cx="0" cy="736600"/>
          </a:xfrm>
          <a:prstGeom prst="line">
            <a:avLst/>
          </a:prstGeom>
          <a:noFill/>
          <a:ln w="12700">
            <a:solidFill>
              <a:srgbClr val="0D685C"/>
            </a:solidFill>
            <a:prstDash val="solid"/>
            <a:headEnd type="none"/>
            <a:tailEnd type="triangle"/>
          </a:ln>
        </p:spPr>
        <p:txBody>
          <a:bodyPr/>
          <a:lstStyle/>
          <a:p>
            <a:endParaRPr lang="ko-KR"/>
          </a:p>
        </p:txBody>
      </p:sp>
      <p:sp>
        <p:nvSpPr>
          <p:cNvPr id="11" name="Text 9"/>
          <p:cNvSpPr txBox="1"/>
          <p:nvPr/>
        </p:nvSpPr>
        <p:spPr>
          <a:xfrm>
            <a:off x="1270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Source encoder</a:t>
            </a:r>
            <a:endParaRPr lang="en-US" sz="1750" dirty="0"/>
          </a:p>
        </p:txBody>
      </p:sp>
      <p:sp>
        <p:nvSpPr>
          <p:cNvPr id="12" name="Text 10"/>
          <p:cNvSpPr txBox="1"/>
          <p:nvPr/>
        </p:nvSpPr>
        <p:spPr>
          <a:xfrm>
            <a:off x="1270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Source tokens + position → encoder ×6 → K,V</a:t>
            </a:r>
            <a:endParaRPr lang="en-US" sz="1500" dirty="0"/>
          </a:p>
        </p:txBody>
      </p:sp>
      <p:sp>
        <p:nvSpPr>
          <p:cNvPr id="13" name="Text 11"/>
          <p:cNvSpPr txBox="1"/>
          <p:nvPr/>
        </p:nvSpPr>
        <p:spPr>
          <a:xfrm>
            <a:off x="6858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Shifted target</a:t>
            </a:r>
            <a:endParaRPr lang="en-US" sz="1750" dirty="0"/>
          </a:p>
        </p:txBody>
      </p:sp>
      <p:sp>
        <p:nvSpPr>
          <p:cNvPr id="14" name="Text 12"/>
          <p:cNvSpPr txBox="1"/>
          <p:nvPr/>
        </p:nvSpPr>
        <p:spPr>
          <a:xfrm>
            <a:off x="6858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Shifted target + position → masked self → Q</a:t>
            </a:r>
            <a:endParaRPr lang="en-US" sz="1500" dirty="0"/>
          </a:p>
        </p:txBody>
      </p:sp>
      <p:sp>
        <p:nvSpPr>
          <p:cNvPr id="15" name="Text 13"/>
          <p:cNvSpPr txBox="1"/>
          <p:nvPr/>
        </p:nvSpPr>
        <p:spPr>
          <a:xfrm>
            <a:off x="4191000" y="4140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Cross-attention</a:t>
            </a:r>
            <a:endParaRPr lang="en-US" sz="1750" dirty="0"/>
          </a:p>
        </p:txBody>
      </p:sp>
      <p:sp>
        <p:nvSpPr>
          <p:cNvPr id="16" name="Text 14"/>
          <p:cNvSpPr txBox="1"/>
          <p:nvPr/>
        </p:nvSpPr>
        <p:spPr>
          <a:xfrm>
            <a:off x="4191000" y="4419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Decoder Q + encoder K,V</a:t>
            </a:r>
            <a:endParaRPr lang="en-US" sz="1500" dirty="0"/>
          </a:p>
        </p:txBody>
      </p:sp>
      <p:sp>
        <p:nvSpPr>
          <p:cNvPr id="17" name="Text 15"/>
          <p:cNvSpPr txBox="1"/>
          <p:nvPr/>
        </p:nvSpPr>
        <p:spPr>
          <a:xfrm>
            <a:off x="4191000" y="54737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Decoder output</a:t>
            </a:r>
            <a:endParaRPr lang="en-US" sz="1750" dirty="0"/>
          </a:p>
        </p:txBody>
      </p:sp>
      <p:sp>
        <p:nvSpPr>
          <p:cNvPr id="18" name="Text 16"/>
          <p:cNvSpPr txBox="1"/>
          <p:nvPr/>
        </p:nvSpPr>
        <p:spPr>
          <a:xfrm>
            <a:off x="4191000" y="57531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FFN → next decoder layer; final softmax</a:t>
            </a:r>
            <a:endParaRPr lang="en-US" sz="1500" dirty="0"/>
          </a:p>
        </p:txBody>
      </p:sp>
      <p:sp>
        <p:nvSpPr>
          <p:cNvPr id="19" name="Shape 1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0" name="Text 1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3-6, architecture and attention; arxiv-v7 pp. 3-6, canonical mechanism</a:t>
            </a:r>
            <a:endParaRPr lang="en-US" sz="1050" dirty="0"/>
          </a:p>
        </p:txBody>
      </p:sp>
      <p:sp>
        <p:nvSpPr>
          <p:cNvPr id="21" name="Text 1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핵심 delta: multi-head 식의 W^O</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v1 text와 v7 text에 실제로 적힌 식을 source-location별로 구분한다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892040"/>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Written formula</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Observed difference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v1 p. 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MultiHead = Concat(heads)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Final W^O가 식에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v7 p. 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MultiHead = Concat(heads) W^O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W^O와 shape가 명시됨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Main lecture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v7 formula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완전한 canonical mechanism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v7 식을 v1 인용으로 가장하지 않고 formula source를 명시한다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4, multi-head equation and parameter list; arxiv-v7 p. 5, multi-head equation and W^O shape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W^O는 concatenated head features를 혼합한다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두 head만 대표로 표시하며 실제 base configuration은 h=8이다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Projected Q,K,V</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Head별 learned subspace inputs</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Head 1 output</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d_v-dimensional vector</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Head 2 output</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d_v-dimensional vector</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Concat</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모든 head vector를 길게 연결</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Multiply by W^O</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hd_v → d_model 선형 변환</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arxiv-v7 p. 5, W^O in Sec. 3.2.2; arxiv-v1 p. 4, earlier displayed equation</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v1 내부에도 d_ff 값 충돌이 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값을 조용히 정정하지 않고 어느 위치가 무엇을 적었는지 그대로 구분한다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4022344"/>
                <a:gridCol w="1956816"/>
                <a:gridCol w="1956816"/>
                <a:gridCol w="293522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 location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d_model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d_ff</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Reading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v1 p. 5 FFN prose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2048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본문 dimension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v1 Table 3 base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1024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표의 printed entry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v7 p. 5 prose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2048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본문 dimension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v7 Table 3 base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2048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표와 본문 일치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v1 source contains conflicting values; author intent는 추가 근거 없이 진단하지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5, Sec. 3.3; p. 8, Table 3 base row; arxiv-v7 p. 5, Sec. 3.3; p. 8, Table 3 base row</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BLEU도 artifact와 location으로 인용한다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 값은 하나의 시간순 성능 향상 그래프가 아니라 서로 다른 text records다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4457192"/>
                <a:gridCol w="1739392"/>
                <a:gridCol w="1739392"/>
                <a:gridCol w="293522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Artifact and location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EN-DE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EN-FR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Boundary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arXiv v1 Table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28.4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v1 big row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arXiv v7 Table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28.4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41.8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v7 big row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v7 Sec. 6.1 prose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28.4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v7 internal conflict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NeurIPS abstract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41.1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Separate artifact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41.0·41.8·41.1 중 하나를 paper의 유일한 EN-FR score라고 부르지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8, Table 2; arxiv-v7 p. 8, Table 2 and Sec. 6.1; neurips Official abstract metrics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v1을 보존하며 정확하게 읽는 법</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공통 architecture는 main lecture로 돌아가고 version-specific claim만 이 자료에서 확정한다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804920"/>
                <a:gridCol w="70662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Question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Safe answer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v1 전체가 틀렸나?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아니다. 공통 Transformer backbone이 있다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W^O는 어디서 가르치나?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v7 p. 5의 explicit equation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Base d_ff는 얼마인가?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v1 내부 conflict; v7 기준 2048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EN-FR score는 하나인가?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Artifact와 location별로 다르다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Attention cost는 linear인가?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판본 모두 full attention O(n^2 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판본 차이는 원문을 버릴 이유가 아니라 citation precision을 높일 근거다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3-10, architecture and experiments; arxiv-v7 pp. 3-10, revised architecture and experiments; arxiv-record Version history</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Attention Is All You Need: v1 판본 보충</dc:title>
  <dc:subject>Attention Is All You Need — arXiv v1 Companion</dc:subject>
  <dc:creator>Research Seminars</dc:creator>
  <cp:lastModifiedBy>Research Seminars</cp:lastModifiedBy>
  <cp:revision>1</cp:revision>
  <dcterms:created xsi:type="dcterms:W3CDTF">2026-09-12T03:57:51Z</dcterms:created>
  <dcterms:modified xsi:type="dcterms:W3CDTF">2026-09-12T03:57:51Z</dcterms:modified>
</cp:coreProperties>
</file>