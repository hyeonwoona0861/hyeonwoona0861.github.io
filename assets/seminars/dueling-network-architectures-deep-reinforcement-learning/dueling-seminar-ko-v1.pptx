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40B7435-A130-4592-B526-9BFF3CBB14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Dueling Network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Network Architectures for Deep Reinforcement 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묻는 질문은 한 상태에서 여러 행동의 결과가 비슷할 때에도 각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처음부터 따로 표현해야 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구조는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출력은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행동별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 사실보다 두 출력을 어떤 제약으로 다시 합치는가에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pmlr-record | bibliographic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2016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https://proceedings.mlr.press/v48/wangf16.html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Abstract and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71114E1-3980-4010-B278-7473D277C7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Q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예측하는 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예측 대상을 정의하겠습니다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관측을 나타내고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지금 선택할 수 있는 동작입니다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Q^pi(s,a)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뒤 정책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따른다고 할 때 얻을 할인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기댓값입니다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즉시 보상 하나나 확정된 미래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이산 행동 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상태를 입력받아 가능한 행동 수만큼 값을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이 입력과 출력 형식을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Sec. 2, Eqs. (1)-(3)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59D4C9-8609-4B2A-BA12-ADB2245975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정책의 가치와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참된 정책량을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V^pi(s)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행동을 고르는 분포로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A^pi(s,a)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개별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값에서 그 정책 가치를 뺀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정책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행동을 평균하면 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기댓값은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출력하는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이름은 이 정의를 반영하지만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출력이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자동 식별되는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Sec. 2, Eqs. (2)-(3)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183EAAE-B807-49C4-A8C2-43BEB10A29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network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상태에서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추출하고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가능한 행동마다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행동 값이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사용하더라도 마지막 표현은 하나의 경로에서 직접 만들어집니다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학습 목표나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벡터의 용도를 먼저 바꾸지 않고 이 상위 표현 구조를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Fig. 1; p. 3, Sec. 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7BC19B-CE7F-40AF-B65E-D6764E81D4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비슷한 행동이 많은 상태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Enduro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장면을 동기로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자동차가 즉시 피해야 할 장애물이 없는 상태에서는 여러 행동의 가치가 비슷할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장애물이 가까우면 행동 선택이 중요해집니다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saliency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서로 다른 영역에 반응하는 모습을 보여 주지만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시각화한 해석 자료입니다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그림만으로 모든 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참된 의미를 학습했다고 결론 내릴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2, opening discussion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A13172-7783-4BB2-AF7E-34ABA0B1BA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Dueling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분기와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구조의 실제 데이터 흐름입니다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갈라집니다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행동 수만큼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출력은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 module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다시 합쳐져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하위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공유하므로 독립적으로 학습하는 두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공통 파라미터를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theta, advantage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alpha, value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Fig. 1; p. 4,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B8C22F-6FB4-4776-B4B9-63B7DFFE0F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학습 알고리즘의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방법을 같은 종류로 부르면 논문의 기여가 흐려집니다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표현하는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행동을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그 행동을 평가하는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역할을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Prioritized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 자주 학습할지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dueling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학습되며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prioritized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호환된다는 사실이 세 방법의 작동 원리가 같다는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3-4, Secs. 2.1-3; pp. 6-8,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6AF516-261A-49C7-8EB0-5CFB47463B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 합산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정의를 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합으로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그대로 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자연스럽게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벡터를 감독하지만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각각 정답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상황에서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조합이 여러 개 존재합니다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수치 예시로 어떤 자유도가 남는지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Eq. (7) and following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4821D0-48E6-46D0-B060-9433AEA7EFF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Eq. (7)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non-identifiability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논문의 측정값이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non-identifiability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재계산하기 위한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 0, 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13, 10, 9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14,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-1, -4, -5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두 결과의 합은 여전히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13, 10, 9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보는 학습 신호는 두 내부 표현 중 하나를 고를 근거가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사용했을 때 실용적 성능도 좋지 않았다고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Eq. (7) and non-identifiability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8CA631-2F2E-4BCF-9638-B47FFF4F9C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Max-centered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출력에서 최댓값을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centered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행동에 대해서는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같아져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연산에서 선택된 행동만 기준이 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이어서 평균을 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안정적인 최적화를 제공한다고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모든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4-5, Eq. (8) and following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C0CD34-B05A-498B-99A1-6F599D417C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Mean-centered aggregation Eq. 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출력에서 그 상태의 행동 평균을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centered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행동에 더하면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평균을 빼므로 행동 순서와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그대로 유지됩니다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학습이 끝난 뒤 별도로 수행하는 후처리 알고리즘이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Eq. (9) and end of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CFA211-64CE-4F33-8492-B9A03B0680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Eq. (9)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측정한 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재계산하는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left, straight, 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5, 2, 2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냈다고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raw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원소에서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centered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-1, 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12, 9, 9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순위는 유지됩니다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 제약이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특정 정책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자동 보장하지는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Eq. (9); numerical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CF02F4-B9C2-4F44-B4A9-F196DEC21A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보존하는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centering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정확히 무엇이 성립하는지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행동에 같은 평균을 빼므로 행동 간 차이와 순위는 보존됩니다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Centered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벡터의 단순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 평균은 행동을 균등하게 평균한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행동 분포로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항상 같다고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원래 의미를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state-dependent 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이동시킨다고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Eq. (9)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B86C78-9616-4126-8FE9-02894372A5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학습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과정에서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뽑고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합쳐집니다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stream, A stream, shared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함께 흐릅니다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각각에 정답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dueling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구조를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학습과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3-6, Secs. 2.1-4.2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ED4A37-B826-49DA-A490-82D0552DF5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Corridor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통제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Corridor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많은 비슷한 행동이라는 가설을 직접 시험하기 위한 통제 환경입니다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행동은 상하좌우와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조건은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넣어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0.001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temporal-difference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평가하고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정확히 계산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Q^pi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합을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실험을 전체 제어 문제나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방법의 비교로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5-6, Sec. 4.1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EA1523-CFB9-43CE-8915-F780356CA1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Corridor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지지하는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곡선을 정성적으로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개일 때에는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구조가 비슷한 속도로 수렴합니다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no-op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추가해 행동이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squared-error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상태 가치와 관련된 공통 성분을 더 자주 갱신할 수 있다는 설명과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corridor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고정 정책 평가 조건에서 얻은 근거이며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큰 행동 공간이나 연속 행동 문제에서 항상 우세하다는 보편 법칙은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6, Fig. 3; p. 8, Sec.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2B5144-A86D-43FA-86F2-C5F0CA830B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설계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하위에는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위에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유사한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Clip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같은 절차로 다시 학습해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더 공정하게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Atari dueling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학습되므로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설명할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함께 쓰였다는 조건을 밝혀야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6,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64FCD4C-9D41-491B-939B-E46C2A2424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no-ops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Starts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함께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30 no-ops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게임 시작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횟수를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 Starts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전문가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상태를 뽑아 더 다양한 위치에서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평가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표본 상태에서 시작해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108,000 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실행하며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 시작 이후에 얻은 보상만 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퍼센트는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기준으로 정규화한 평가 점수이므로 승률이나 성공 확률로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7, Table 1 and evaluation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AB7881-A1B4-424C-A2F6-CE1BC72FB3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수치를 그대로 비교하겠습니다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30 no-ops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341.2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132.6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 Starts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Duel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343.8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117.1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차이는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31.9, 18.9, 41.0, 3.0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퍼센트포인트입니다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 집계에서 두 지표가 높았다는 뜻이며 모든 게임에서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이겼다는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7,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ADFF03-DD5D-4B17-AB1E-E4D4AEF357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 실험과 해석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prioritized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dueling, gradient 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Prior. Duel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구성은 서로 다른 문제를 겨냥하며 상호작용할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결합 설정을 다시 조정했다고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향상 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분리 하나의 인과 효과로 돌릴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Saliency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해석에 유용하지만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참된 가치와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인과적으로 분리했다는 증명은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 and 7-8, Figs. 2 and 5,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BA4177-B34F-4ED2-9EC2-8B64625FA7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Dueling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흐름을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문제는 여러 행동의 가치가 비슷한 상태에서도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행동별 값을 모두 표현해야 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feature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 상태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행동별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단순히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식별되지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평균을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학습할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Corridor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이 구조의 동기와 실용성을 지지하지만 모든 환경에 대한 보편적 우세를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 and 4-8, Figs. 1, 3, 5 and Eq. 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EE697F-EE7D-4E6C-ADE5-798E3137E6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Network 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기호를 다시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공유하는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convolutional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stream,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집합을 모두 거쳐 계산됩니다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TD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통해 세 집합으로 흐릅니다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구조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독립된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표현하면 정확하지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4, Sec. 3, paragraph before Eq. (7)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E01581-9394-4514-81E8-6C0BC7CC3D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Dueling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이름을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풀어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행동을 고르고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행동의 값을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aggregated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차이로 계산됩니다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계산에 배치하는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3-6, Eqs. (6), (9) and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https://arxiv.org/abs/1511.06581v3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4298B1-B751-4CB8-994B-A8EB90625D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Dueling Network Architecture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Network Architectures for Deep Reinforcement Learning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Ziyu Wang, Tom Schaul, Matteo Hessel, Hado van Hasselt, Marc Lanctot, Nando de Freitas (2016)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상태에 공통인 가치와 행동별 차이를 나누어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벡터를 표현하는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pmlr-record bibliographic record; arxiv-v3 p. 1, Abstract and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예측하는 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값은 지금의 보상이 아니라 이후 정책까지 포함한 기대 할인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6746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에이전트가 무엇을 보고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선택할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상태에서 무엇을 할 것인가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Q^pi(s,a)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따를 기대 할인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행동의 장기적 가치는 얼마인가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가능한 모든 행동의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행동의 값이 가장 큰가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구조도 최종적으로는 행동마다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출력한다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Sec. 2, Eqs. (1)-(3)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정책의 가치와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한 행동의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값이 정책 평균에서 얼마나 벗어나는지 나타낸다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V^pi(s)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고르는 행동에 대한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Q^pi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기댓값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정책 전체의 평균적 가치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A^pi(s,a)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Q^pi(s,a) - V^pi(s)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정책 가치보다 높은지 낮은지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기댓값 성질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A^pi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기댓값은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양수와 음수의 편차가 정책 평균에서 상쇄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정책량의 정의와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stream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 의미를 먼저 구분해야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Sec. 2, Eqs. (2)-(3)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일반적인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network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 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행동별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직접 출력한다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묶은 상태를 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convolution 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상태 표현을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단일 상위 경로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fully connected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경로가 행동별 값을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이산 행동에 하나의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출력한다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구조는 상태 공통 성분과 행동별 차이를 명시적으로 나누지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1, Fig. 1; p. 3, Sec. 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비슷한 행동이 많은 상태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선택이 거의 영향을 주지 않는 상태와 즉시 구별해야 하는 상태가 함께 존재한다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간 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충돌 위험이 멀리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조향 행동의 단기 결과가 비슷할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전반의 공통 가치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장애물이 바로 앞에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조향 선택이 결과를 크게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행동별 상대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비슷한 행동이 많을수록 공통 성분을 공유할 여지가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성분과 행동 차이의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Enduro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사례는 동기를 설명하는 해석 자료이며 보편적 인과 증명이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2, opening discussion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분기와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 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행동 수 크기의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 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갈라진다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representation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stream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행동에 공통인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stream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행동마다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score 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중심화한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더함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vector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행동마다 최종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1, Fig. 1; p. 4,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학습 알고리즘의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Dueling, Double DQN, prioritized replay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부분을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바꾸는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성분과 행동별 차이를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출력을 학습할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행동의 선택과 평가 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 함께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Prioritized replay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표본의 추출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추가로 결합할 수 있으나 효과가 상호작용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sampling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대체하지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3-4, Secs. 2.1-3; pp. 6-8,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단순 합산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(7)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정의에서 출발하면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Q(s,a) = V(s) + A(s,a)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결합이 자연스럽게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representation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stream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V(s)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출력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stream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A(s,a)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출력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단순 합산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행동에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V + 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vector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Q(s,a)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Eq. (7) and following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(7)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non-identifiability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사이에서 옮겨도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벡터는 그대로다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1630440"/>
                <a:gridCol w="32612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= V + 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[3, 0, -1]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[13, 10, 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offset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원소에서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[-1, -4, -5]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[13, 10, 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가능한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완전히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supervision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만으로는 공통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어디에 속하는지 식별할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Eq. (7) and non-identifiability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Max-centered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(8)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advantage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빼서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centered advantage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3484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(8)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최댓값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행동을 기준으로 삼음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최댓값을 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centered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centered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제약으로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실험은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(9)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(8)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모호성을 제한하지만 논문의 최종 실험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(9)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4-5, Eq. (8) and following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Mean-centered aggregation Eq. (9)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평균을 빼서 행동별 상대 차이만 남긴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만든 상태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scalar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beta stream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값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개를 출력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A vector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alpha stream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행동별 점수를 출력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 centering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평균을 빼고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vector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V + A - mean(A)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Eq. (9) and end of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(9)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중심화하고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직접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3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500200"/>
                <a:gridCol w="500040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V_raw = 10, A_raw = [5, 2, 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행동은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left, straight, right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(5 + 2 + 2) / 3 =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offset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Centered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[5, 2, 2] - 3 = [2, -1, -1]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+ [2, -1, -1] = [12, 9, 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 Q = left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순위와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Eq. (9); numerical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(9)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보존하는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 centering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하나의 표현 규칙을 정하지만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참된 정책 의미를 감독하지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 또는 성립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보장되지 않는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간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Q(a1) - Q(a2)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차이와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값이 서로 독립이라는 뜻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 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값을 계산한다는 뜻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행동에 대한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단순 평균은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모든 정책의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V^pi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라는 뜻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centered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별도 정답으로 정해졌다는 뜻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stream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이름과 참된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V^pi, A^pi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의미 사이에는 해석 경계가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Eq. (9)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Q-learning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방식으로 학습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label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aggregated 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역전파된다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상태를 꺼낸다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DDQN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Aggregated 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행동의 최종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조회한다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 error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역전파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V, A stream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갱신한다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흐르는 내부 표현을 바꾸며 별도 학습 알고리즘을 추가하지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3-6, Secs. 2.1-4.2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Corridor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실험의 통제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No-op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행동을 추가해 비슷한 행동 수만 바꾸고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evaluation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corridor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수직 두 구간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수평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 state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 행동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상하좌우 이동과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수 변형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no-op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5, 10, 20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정책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 0.001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정책을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평가한다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측정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정확한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Q^pi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squared error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실험은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전체가 아니라 비슷한 행동 수와 가치 추정의 관계를 분리한다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5-6, Sec. 4.1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Corridor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결과가 지지하는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수가 늘어난 조건에서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squared-error 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더 낮아졌다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467460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수렴 속도가 비슷함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조건에서는 뚜렷한 차이가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curve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낮아짐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공통 성분 공유가 유리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상대적 차이가 더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corridor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가설을 더 강하게 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행동이나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시험하지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수가 크면 항상 우세하다는 정리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설계된 환경의 메커니즘 근거이며 모든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space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6, Fig. 3; p. 8, Sec.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설계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게임에서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comparable-capacity single 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dueling DDQN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7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Arcade Learning Environment 57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pixel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하위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같은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convolution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저수준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조건을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512-unit fully connected 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(9)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벡터를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Clip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수로 다시 학습한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비교의 통제를 강화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알고리즘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dueling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변경을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8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6,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30 no-ops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Human Starts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시작 상태 다양성을 시험한다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717640"/>
                <a:gridCol w="46746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no-ops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전에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비교적 제한된 시작 변형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Starts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전문가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게임당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상태 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사람이 도달한 다양한 상태에서 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Starts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 시작 이후 보상만 집계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전 전문가 보상은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 상태에서 시작한 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108,000 frame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길이 조건을 함께 읽음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 수치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Human-normalized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확률이나 승률이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7, Table 1 and evaluation 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게임의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human-normalized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각 게임에서 항상 우세했다는 뜻은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2174040"/>
                <a:gridCol w="21740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 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 median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HS 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HS median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Clip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341.2%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132.6%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302.8%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114.1%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 Clip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373.1%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151.5%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343.8%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117.1%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 - Single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+31.9%p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+18.9%p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+41.0%p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+3.0%p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 Clip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aggregate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높지만 개별 게임 우세를 보장하지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7,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 실험과 해석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Prior. Duel Clip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saliency map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각각 호환성과 해석을 지지하지만 단일 원인 증명은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지지하는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넘어서는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Prior. Duel Clip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Prioritized 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함께 사용할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 성능 향상을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효과로 귀속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 clipping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설정의 일부로 함께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 Clip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분리만 뜻한다고 단정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9-game retuning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 구성에서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상호작용을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게임에 독립적으로 같은 설정을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Saliency map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본 입력 영역을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참된 인과 의미를 증명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 결과는 방법 간 호환성을 보여 주지만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효과의 단일 변수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 and 7-8, Figs. 2 and 5,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architecture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벡터의 공통 성분과 행동별 차이를 분리하고 식별 가능한 규칙으로 다시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표현 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비슷한 행동도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각각 출력해야 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행동별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(9)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평균을 빼고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합쳐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방식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DDQN 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범위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Corridor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가설을 지지하는 결과를 보고한다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 형식을 유지하면서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재구성한다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 and 4-8, Figs. 1, 3, 5 and Eq. 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Network parameter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theta, alpha, beta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공유 부분과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23972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담당 부분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출력과의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convolutional 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함께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Advantage 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theta, alpha, beta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모두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(9) aggregation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TD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집합은 나뉘지만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loss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때문에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공동으로 학습된다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4, Sec. 3, paragraph before Eq. (7)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Dueling Double 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계산을 한 학습 단계 안에서 각각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담당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담당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centered 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합쳐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행동의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그대로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내부에서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가장 큰 행동을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행동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선택된 행동의 값을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Aggregated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stream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표현이고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snapshot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역할 분담이다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3-6, Eqs. (6), (9) and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2026-09-12T03:27:58Z</dcterms:created>
  <dc:creator>Research Seminars</dc:creator>
  <dc:description/>
  <dc:language>ko-KR</dc:language>
  <cp:lastModifiedBy>Research Seminars</cp:lastModifiedBy>
  <dcterms:modified xsi:type="dcterms:W3CDTF">2026-09-12T03:27:58Z</dcterms:modified>
  <cp:revision>1</cp:revision>
  <dc:subject>Dueling Network Architectures for Deep Reinforcement Learning</dc:subject>
  <dc:title>Dueling Network Architecture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On-screen Show (16:9)</vt:lpwstr>
  </property>
  <property fmtid="{D5CDD505-2E9C-101B-9397-08002B2CF9AE}" pid="4" name="Slides">
    <vt:r8>23</vt:r8>
  </property>
</Properties>
</file>