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QTIP: Trellis와 Incoherence Processing을 이용한 LLM 양자화
발표 대본
QTIP은 이미 학습된 LLM weight를 낮은 비트로 압축하는 weight-only post-training quantization 방법입니다. 발표에서는 먼저 vector quantization이 왜 고차원에서 어려운지 살펴보고, RHT, bitshift trellis, computed 또는 hybrid code가 그 문제를 어떻게 나누어 푸는지 설명합니다. 수식의 최적성, tail-biting의 근사성, 실험 throughput의 하드웨어 조건도 구분합니다.
공개 출처
neurips2024 | p. 1, Abstract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QTIP의 범위: PTQ와 fine-tuning 경로
발표 대본
논문은 QTIP을 weight-only PTQ로 소개합니다. lookup-free computed code의 Table 3 결과는 fine-tuning 없이 얻었지만, hybrid code는 QuIP# 방식으로 codebook entry와 아직 양자화하지 않은 weight를 blockwise fine-tune할 수 있습니다. 따라서 method 전체를 무조건 training-free라고 부르면 정확하지 않습니다.
공개 출처
neurips2024 | pp. 1-2 and pp. 7-8, Sections 4.1-4.2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고차원 VQ의 병목과 TCQ의 출발점
발표 대본
일반 vector quantization은 d차원 vector를 2의 kd승개 codeword 가운데 하나로 고르므로 codebook과 최근접 탐색의 비용이 빠르게 커집니다. TCQ는 긴 sequence 전체를 하나의 거대한 codebook으로 만들지 않고, 허용된 state walk를 고릅니다. 다만 vanilla TCQ도 큰 state-value table과 serial decode 문제가 있으므로 QTIP은 bitshift 구조와 code 재계산을 추가합니다.
공개 출처
neurips2024 | pp. 1-4, Sections 1-3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양자화가 줄이는 대상: layer proxy error
발표 대본
식 1은 quantized linear layer의 출력이 원래 layer 출력과 calibration input에서 얼마나 다른지 측정합니다. H는 input의 second moment로서 민감한 방향을 가중합니다. 이 목적은 layer별로 계산할 수 있어 실용적이지만, proxy가 작다는 사실만으로 최종 language-model perplexity나 serving latency가 보장되지는 않습니다.
공개 출처
neurips2024 | p. 2, Eq. 1; p. 3, Section 2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RHT 전처리: Gaussian-like source를 만드는 이유
발표 대본
논문은 QuIP#의 random Hadamard transform을 사용합니다. W와 H에 random sign과 Hadamard matrix를 곱해 coordinate energy의 집중을 줄이고, transformed weight entry가 approximately independently Gaussian distributed하다는 근거를 얻습니다. 이는 확률적이고 근사적인 설명입니다. 각 layer가 정확히 독립 Gaussian이 된다는 theorem이나 실제 task quality의 보장은 아닙니다.
공개 출처
neurips2024 | p. 3, Section 2.1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TCQ: codeword 하나가 아니라 허용된 state walk를 고른다
발표 대본
L, k, V trellis에는 2의 L승 state가 있고, 각 state에는 V차원 value가 연결됩니다. sequence를 V개씩 묶어 state walk로 맞추며, reconstruction은 그 walk의 state value를 이어 붙인 것입니다. 각 state의 incoming/outgoing degree는 2^(kV)입니다. V개 weight 한 group마다 edge 선택에 kV bits를 쓰므로 weight당 k bits입니다. V=1일 때만 group당 bit 수와 weight당 bit 수가 같습니다.
공개 출처
neurips2024 | pp. 2-4, Sections 1 and 2.3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Viterbi가 exact인 범위: additive distortion
발표 대본
논문은 additive squared-error metric에서 Viterbi dynamic programming이 가장 가까운 representable walk를 정확히 찾는다고 설명합니다. 이 경우 시간은 sequence length에 선형이고, 간단한 최적화 뒤 O(2의 L승 곱하기 T)입니다. 그러나 QTIP이 LLM에서 다루는 Hessian-weighted layer proxy는 sequence group별 additive error가 아니므로, 전체 W를 단일 TCQ sequence로 Viterbi하면 Eq. 1을 정확히 최소화하는 것이 아닙니다.
공개 출처
neurips2024 | pp. 2-4, Sections 1-3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Bitshift trellis: 겹치는 bit window로 병렬 decode
발표 대본
bitshift trellis에서는 다음 state의 상위 L-kV bits가 현재 state의 하위 L-kV bits와 같습니다. 그래서 t번째 V-weight group은 encoded bitstream의 연속된 L-bit window만 보면 됩니다. 다음 group으로 갈 때 window를 kV bit만 옮기므로 bit shift 연산으로 접근할 수 있고, 각 group의 window decode는 병렬화할 수 있습니다. c는 0부터 2^(kV)-1까지의 정수이며 각 state의 incoming/outgoing degree는 2^(kV)입니다. 이 병렬 decode 성질을 generic trellis 전체에 일반화하면 안 됩니다.
공개 출처
neurips2024 | p. 4, Section 3.1; p. 5, Fig. 2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교육용 검산: 원전 Fig. 2의 tail-biting walk
발표 대본
원전 Fig. 2는 L=2, k=1, V=1 예입니다. node 0, 1, 2, 3의 value는 각각 0.5, 0.1, 0.8, 0.3이므로 binary state 00, 01, 10, 11에 순서대로 대응합니다. 그림의 reconstruction 0.5, 0.1, 0.8, 0.1, 0.3, 0.8과 target의 squared error를 더하면 0.0307입니다. 이 walk가 보여 주는 것은 bit overlap과 tail-biting 저장 표기이며, 발표자가 이 표만으로 모든 candidate walk를 search해 global optimum을 새로 증명했다고 말하면 안 됩니다.
공개 출처
neurips2024 | p. 5, Fig. 2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Fig. 2: walk 전체의 저장 비트와 오차
발표 대본
Fig. 2의 node 0, 1, 2, 3은 binary state 00, 01, 10, 11이며 value는 0.5, 0.1, 0.8, 0.3입니다. 앞 표의 group별 squared error 여섯 항을 합친 값이 0.0307입니다. 여기의 full bitstream과 tail-biting 저장 문자열은 특정 두 group의 값이 아니라 전체 walk에 대한 표현입니다. 마지막 1 bit 제거는 이 예의 L-kV=1 overlap에 해당합니다. 이 수치 검산을 새로운 global-optimality 증명으로 해석하지 않습니다.
공개 출처
neurips2024 | p. 5, Fig. 2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세 decoder의 설계: 계산만 또는 작은 lookup
발표 대본
1MAD와 3INST는 lookup 없이 state bitword에서 pseudorandom approximate Gaussian scalar를 만듭니다. HYB는 2D LUT의 작은 base table과 hashing을 함께 써서 codebook entry를 fine-tune할 수 있습니다. 3INST의 3 ALU instructions는 논문의 NVIDIA GPU 설명이며, top and bottom FP16 half를 합치기 위한 추가 data movement가 필요하다는 footnote도 함께 봐야 합니다.
공개 출처
neurips2024 | pp. 5-7, Algorithms 1-3 and Fig. 3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HYB decoder의 2D vector 복원 경로
발표 대본
HYB는 x squared plus x modulo 2의 32승 hash로 state bit의 상관을 섞고, Q-bit slice를 2D FP16 lookup table index로 씁니다. bit 15는 vector의 두 번째 entry sign을 flip합니다. 논문의 modern-GPU hybrid setting은 L=16, V=2, T_x=T_y=16, Q=9이며 base codebook은 2 KiB입니다. bank conflict를 위한 32배 duplication 뒤 RTX 6000 Ada L1에 맞는다는 조건도 원문에 별도로 적혀 있습니다.
공개 출처
neurips2024 | pp. 6-8, Algorithm 3 and Section 4.2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Tail-biting: 두 번 Viterbi로 하는 근사
발표 대본
직접 bitshift encoding은 start state 때문에 kT에 더해 L-kV bit를 저장해야 합니다. tail-biting은 start와 end가 그 overlap를 공유하게 만들어 이 부담을 없앱니다. 하지만 exact tail-biting dynamic programming은 state-space에 대해 quadratic이어서 L이 충분히 크면 어렵습니다. Algorithm 4는 회전한 sequence에서 먼저 Viterbi를 실행해 overlap를 얻고, 원 sequence에서 그 overlap를 강제하는 두 번의 Viterbi를 사용합니다.
공개 출처
neurips2024 | pp. 6-8, Section 3.2 and Algorithm 4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Tail-biting 근사의 Table 2 조건과 수치
발표 대본
Table 2는 Algorithm 4의 tail-biting approximation을 4K개의 길이 256 i.i.d. Gaussian sequence에서 비교합니다. trellis는 L=12, V=1이고 k만 1부터 4까지 바꿉니다. 표는 이 조건에서 optimal MSE와 매우 가깝다는 관찰을 보여 줍니다. 모든 source distribution, all L, all hardware에서 tail-biting이 exact 또는 같은 품질이라는 보장은 아닙니다.
공개 출처
neurips2024 | p. 8, Table 2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BlockLDLQ 안에서 TCQ를 쓰는 이유
발표 대본
논문은 proxy error가 additive distortion이 아니므로 전체 W를 하나의 TCQ sequence로 직접 최소화하지 않습니다. 대신 QuIP#의 BlockLDLQ 안에서 QTIP을 drop-in quantizer로 씁니다. input dimension에 따른 Ty block feedback은 유지하면서, Tx rows를 함께 묶어 Tx 곱하기 Ty weight를 하나의 high-dimensional sequence로 Viterbi합니다. Algorithm 5의 regular BlockLDLQ feedback step은 그대로이고 Q가 round하는 방식만 QTIP으로 바뀝니다.
공개 출처
neurips2024 | p. 7, Section 4; pp. 16-17, Appendix A.2 and Algorithm 5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Algorithm 5의 block quantization 순서
발표 대본
Algorithm 5는 W-hat를 0으로 시작하고 H의 Ty-block LDL decomposition에서 A를 만듭니다. input column block을 뒤에서 앞으로 처리하며, 이미 quantize한 block의 error가 A를 거쳐 current x에 반영됩니다. 그 x를 Tx by Ty tile sequence로 reshape한 뒤 각 row에 Viterbi를 적용하고, result를 W-hat의 현재 block으로 되돌립니다. 이 순서 때문에 QTIP은 단독 source coder가 아니라 proxy-aware rounding pipeline의 일부가 됩니다.
공개 출처
neurips2024 | p. 17, Algorithm 5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숫자를 읽기 전 고정해야 하는 실험 조건
발표 대본
QTIP 논문은 computed code와 hybrid code를 별도로 평가합니다. Table 3의 computed code는 no fine-tuning이고 context 4096입니다. HYB table은 또 다른 code와 tuning path를 가집니다. speed Table 4는 RTX 6000 Ada에서 batch size 1 matrix fusion decoding을 측정한 값입니다. 결과를 인용할 때 이 조건을 함께 말해야 quality와 speed를 한 개의 보편적 SOTA 주장으로 합치지 않을 수 있습니다.
공개 출처
neurips2024 | pp. 7-9, Sections 4.1-4.3 and Tables 3-6; pp. 16-17, Appendix A.3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Table 1: i.i.d. Gaussian source-MSE 비교
발표 대본
Table 1은 i.i.d. Gaussian source를 2 bits로 quantize하는 source-coding experiment입니다. 모든 TCQ method는 L=16이고 effective dimension 256입니다. 1MAD와 3INST는 MSE 0.069, HYB는 0.071, QuIP# E8P는 0.089로 보고됩니다. distortion-rate 0.063은 infinite-length lower bound입니다. 이 숫자를 LLM PPL이나 실제 accelerator speed로 읽으면 안 됩니다.
공개 출처
neurips2024 | p. 5, Table 1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Table 3의 예: Llama 2 Wikitext2 perplexity
발표 대본
이 슬라이드는 Table 3의 about 3-bit Wikitext2 행만 추렸습니다. 1MAD와 3INST 열은 no fine-tuning computed-code result이고, QuIP#와 AQLM 열은 fine-tuning result입니다. 2-7B에서는 1MAD 5.38, 3INST 5.40, QuIP# 5.41, AQLM 5.38이고, 2-70B에서는 3.27, 3.27, 3.35, 3.36입니다. 원문도 computed variants가 almost all model sizes에서 비교 FT rows와 경쟁한다고 제한해 표현합니다.
공개 출처
neurips2024 | p. 8, Table 3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Table 4: RTX 6000 Ada batch-1 decoding throughput
발표 대본
Table 4는 RTX 6000 Ada에서 batch size 1 decoding을 matrix fusion으로 측정합니다. QTIP 2-bit은 7B에서 188 tok/s, 70B에서 23.5 tok/s이고 QuIP# 2-bit은 186과 22.2입니다. 3-bit과 4-bit QTIP 결과도 같은 표에 있지만, 이 수치는 kernel, GPU, batch, memory 상태가 바뀌면 달라질 수 있습니다. 따라서 일반 serving latency, every accelerator speedup, energy use로 확장하면 안 됩니다.
공개 출처
neurips2024 | p. 8, Table 4; p. 9, Section 4.3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Appendix Table 17: GPU가 바뀌면 speed도 바뀐다
발표 대본
Appendix Table 17은 QTIP decoding speed가 GPU와 model size에 따라 달라짐을 보여 줍니다. 7B 2-bit은 RTX 3090에서 127, RTX A6000에서 116, RTX 6000 Ada에서 188 tok/s입니다. 70B 2-bit은 각각 15.3, 15.0, 23.5 tok/s이며, 여기서는 표를 읽기 쉽게 15.3 RTX 3090 행을 생략했습니다. ARMv8 NEON은 논문 본문의 가능한 implementation example일 뿐 이 표와 같은 timed throughput measurement가 아닙니다.
공개 출처
neurips2024 | p. 16, Table 17; p. 9, Section 4.3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QTIP이 지지하는 결론과 남는 경계
발표 대본
QTIP은 RHT로 Gaussian-like source를 만들고, bitshift trellis가 공유하는 state bits를 Viterbi로 고르며, computed 또는 small hybrid lookup decoder로 state value를 재생성합니다. BlockLDLQ는 Hessian-weighted proxy에 맞춘 feedback을 제공합니다. 다만 Viterbi exactness는 additive metric의 성질이고, tail-biting은 approximate이며, quality와 speed table에는 고정된 experimental conditions가 있습니다. NeurIPS checklist도 formal theoretical results가 없고 error bars를 report하지 않았다고 답합니다.
공개 출처
neurips2024 | pp. 3-10; pp. 19-21, NeurIPS checklist
QTIP: Quantization with Trellises and Incoherence Processing, NeurIPS 2024
https://proceedings.neurips.cc/paper_files/paper/2024/file/6de2e84b8da47bb2eb5e2ac96c63d2b0-Paper-Conference.pdf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QTIP: Trellis와 Incoherence Processing을 이용한 LLM 양자화</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QTIP: Quantization with Trellises and Incoherence Processing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Albert Tseng, Qingyao Sun, David Hou, and Christopher De Sa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Weight-only PTQ에서 고차원 trellis coding과 빠른 decode를 함께 설계하는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QTIP의 범위: PTQ와 fine-tuning 경로</a:t>
            </a:r>
            <a:endParaRPr lang="en-US" sz="3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674616"/>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원전에서 하는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 구분할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학습된 LLM weight의 weight-only 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모델을 처음부터 학습하는 방법이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1MAD·3INST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계산만으로 trellis value를 decode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 실험에서는 fine-tuning 없이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LUT와 계산을 함께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codebook과 아직 양자화하지 않은 block weight를 fine-tune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code의 bit rate와 별도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논문은 일반 activation precision을 주장하지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QTIP은 PTQ이지만, 모든 결과가 training-free라는 뜻은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pp. 1-2 and pp. 7-8, Sections 4.1-4.2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고차원 VQ의 병목과 TCQ의 출발점</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956816"/>
                <a:gridCol w="2717800"/>
                <a:gridCol w="3152648"/>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d차원 k-bit 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양자화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추론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Unstructured VQ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2의 kd승 개 codeword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최근접 탐색 비용이 지수적으로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codebook을 cache에 두어야 빠른 lookup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TCQ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walk로 긴 sequence를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additive distortion이면 Viterbi DP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trellis와 value table의 저장·serial decode가 병목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bitshift walk와 재계산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TCQ를 rounding framework 안에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graph와 큰 codebook 저장을 피하며 병렬 decode를 노림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QTIP은 고차원 표현 자체보다, 그 표현을 저장하고 decode하는 비용을 함께 다룬다.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pp. 1-4, Sections 1-3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양자화가 줄이는 대상: layer proxy error</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4348480"/>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W와 W-hat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linear-layer weight와 quantized 근사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transformer를 한 번에 비교하지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calibration에서 얻은 layer input activation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실제 입력 분포를 뜻하지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 = E[xxᵀ]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outer product의 평균인 proxy Hessian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end-to-end training loss가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ell(W-hat)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E[||(W-hat - W)x||²]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PPL, accuracy, latency를 직접 최소화하지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QTIP의 최적화 출발점은 layer reconstruction proxy이며 최종 task metric과는 다르다.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2, Eq. 1; p. 3, Section 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RHT 전처리: Gaussian-like source를 만드는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random sign과 Hadamard transform으로 weight와 proxy Hessian의 coordinate를 바꾼다</a:t>
            </a:r>
            <a:endParaRPr lang="en-US" sz="1900" dirty="0"/>
          </a:p>
        </p:txBody>
      </p:sp>
      <p:sp>
        <p:nvSpPr>
          <p:cNvPr id="4" name="mechanism-lane-transform"/>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layer coordinate</a:t>
            </a:r>
            <a:endParaRPr lang="en-US" sz="1250" dirty="0"/>
          </a:p>
        </p:txBody>
      </p:sp>
      <p:sp>
        <p:nvSpPr>
          <p:cNvPr id="5" name="mechanism-edge-r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r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r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original"/>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W와 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원래 weight와 proxy Hessian</a:t>
            </a:r>
            <a:endParaRPr lang="en-US" sz="1150" dirty="0"/>
          </a:p>
        </p:txBody>
      </p:sp>
      <p:sp>
        <p:nvSpPr>
          <p:cNvPr id="9" name="mechanism-node-sign"/>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random signs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S_m과 S_n을 곱한다</a:t>
            </a:r>
            <a:endParaRPr lang="en-US" sz="1150" dirty="0"/>
          </a:p>
        </p:txBody>
      </p:sp>
      <p:sp>
        <p:nvSpPr>
          <p:cNvPr id="10" name="mechanism-node-had"/>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Hadamard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V_m과 V_n으로 coordinate를 섞는다</a:t>
            </a:r>
            <a:endParaRPr lang="en-US" sz="1150" dirty="0"/>
          </a:p>
        </p:txBody>
      </p:sp>
      <p:sp>
        <p:nvSpPr>
          <p:cNvPr id="11" name="mechanism-node-tilde"/>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W-tilde와 H-tilde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Gaussian-like source의 근사</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RHT는 exact Gaussian이 아니라 trellis coding용 근사를 제공한다.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3, Section 2.1</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TCQ: codeword 하나가 아니라 허용된 state walk를 고른다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state에서 2^(kV)개 edge 중 하나를 선택해 V개 weight를 표현한다</a:t>
            </a:r>
            <a:endParaRPr lang="en-US" sz="1900" dirty="0"/>
          </a:p>
        </p:txBody>
      </p:sp>
      <p:sp>
        <p:nvSpPr>
          <p:cNvPr id="4" name="mechanism-lane-walk"/>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TCQ</a:t>
            </a:r>
            <a:endParaRPr lang="en-US" sz="1250" dirty="0"/>
          </a:p>
        </p:txBody>
      </p:sp>
      <p:sp>
        <p:nvSpPr>
          <p:cNvPr id="5" name="mechanism-edge-t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t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t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groups"/>
          <p:cNvSpPr txBox="1"/>
          <p:nvPr/>
        </p:nvSpPr>
        <p:spPr>
          <a:xfrm>
            <a:off x="1739900" y="32639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input groups</a:t>
            </a:r>
            <a:endParaRPr lang="en-US" sz="1150" dirty="0"/>
          </a:p>
        </p:txBody>
      </p:sp>
      <p:sp>
        <p:nvSpPr>
          <p:cNvPr id="9" name="mechanism-node-groups-queue-1"/>
          <p:cNvSpPr/>
          <p:nvPr/>
        </p:nvSpPr>
        <p:spPr>
          <a:xfrm>
            <a:off x="1739900" y="3517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s1</a:t>
            </a:r>
            <a:endParaRPr lang="en-US" sz="950" dirty="0"/>
          </a:p>
        </p:txBody>
      </p:sp>
      <p:sp>
        <p:nvSpPr>
          <p:cNvPr id="10" name="mechanism-node-groups-queue-2"/>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s2</a:t>
            </a:r>
            <a:endParaRPr lang="en-US" sz="950" dirty="0"/>
          </a:p>
        </p:txBody>
      </p:sp>
      <p:sp>
        <p:nvSpPr>
          <p:cNvPr id="11" name="mechanism-node-groups-queue-3"/>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t>
            </a:r>
            <a:endParaRPr lang="en-US" sz="950" dirty="0"/>
          </a:p>
        </p:txBody>
      </p:sp>
      <p:sp>
        <p:nvSpPr>
          <p:cNvPr id="12" name="mechanism-node-groups-queue-4"/>
          <p:cNvSpPr/>
          <p:nvPr/>
        </p:nvSpPr>
        <p:spPr>
          <a:xfrm>
            <a:off x="1739900" y="4089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sT/V</a:t>
            </a:r>
            <a:endParaRPr lang="en-US" sz="950" dirty="0"/>
          </a:p>
        </p:txBody>
      </p:sp>
      <p:sp>
        <p:nvSpPr>
          <p:cNvPr id="13" name="mechanism-node-trellis"/>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 k, V trellis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2의 L승 state와 V차원 state value</a:t>
            </a:r>
            <a:endParaRPr lang="en-US" sz="1150" dirty="0"/>
          </a:p>
        </p:txBody>
      </p:sp>
      <p:sp>
        <p:nvSpPr>
          <p:cNvPr id="14" name="mechanism-node-walkchoice"/>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allowed walk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group에 연결 가능한 state를 고른다</a:t>
            </a:r>
            <a:endParaRPr lang="en-US" sz="1150" dirty="0"/>
          </a:p>
        </p:txBody>
      </p:sp>
      <p:sp>
        <p:nvSpPr>
          <p:cNvPr id="15" name="mechanism-node-reconstruc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reconstruction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선택한 state value를 이어 붙인다</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V-weight group의 edge 선택은 kV bits이며, weight당 bit rate는 k다.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pp. 2-4, Sections 1 and 2.3</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Viterbi가 exact인 범위: additive distortion</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group error</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s_i와 state value의 squared error를 계산한다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DP recurrence</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도착 state에 가장 작은 이전 누적 error를 남긴다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best walk</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마지막 state에서 역추적해 representable walk를 고른다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boundary</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 exactness는 group error가 더해질 때만 성립한다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Viterbi의 최적 walk와 Eq. 1의 non-additive layer proxy 최소화는 같은 문제가 아니다.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pp. 2-4, Sections 1-3</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Bitshift trellis: 겹치는 bit window로 병렬 decode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j=(i·2^(kV) mod 2^L)+c, 0≤c&lt;2^(kV)</a:t>
            </a:r>
            <a:endParaRPr lang="en-US" sz="1900" dirty="0"/>
          </a:p>
        </p:txBody>
      </p:sp>
      <p:sp>
        <p:nvSpPr>
          <p:cNvPr id="4" name="mechanism-lane-bits"/>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contiguous windows</a:t>
            </a:r>
            <a:endParaRPr lang="en-US" sz="1250" dirty="0"/>
          </a:p>
        </p:txBody>
      </p:sp>
      <p:sp>
        <p:nvSpPr>
          <p:cNvPr id="5" name="mechanism-edge-b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b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b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w1"/>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group 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bits 1부터 L까지를 읽는다</a:t>
            </a:r>
            <a:endParaRPr lang="en-US" sz="1150" dirty="0"/>
          </a:p>
        </p:txBody>
      </p:sp>
      <p:sp>
        <p:nvSpPr>
          <p:cNvPr id="9" name="mechanism-node-w2"/>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group 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kV bit 옮긴 window를 읽는다</a:t>
            </a:r>
            <a:endParaRPr lang="en-US" sz="1150" dirty="0"/>
          </a:p>
        </p:txBody>
      </p:sp>
      <p:sp>
        <p:nvSpPr>
          <p:cNvPr id="10" name="mechanism-node-w3"/>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group 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연속된 L-bit window 하나에만 의존</a:t>
            </a:r>
            <a:endParaRPr lang="en-US" sz="1150" dirty="0"/>
          </a:p>
        </p:txBody>
      </p:sp>
      <p:sp>
        <p:nvSpPr>
          <p:cNvPr id="11" name="mechanism-node-parallel"/>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parallel decode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window를 독립적으로 decode</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병렬 decode는 일반 TCQ가 아니라 bitshift trellis의 overlapping-window 구조에서 나온다.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4, Section 3.1; p. 5, Fig. 2</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검산: 원전 Fig. 2의 tail-biting walk</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L=2, k=1, V=1: 여섯 group의 입력과 재구성 오차를 나누어 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3587496"/>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group 1-2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group 3-4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group 5-6</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targets: 0.54, 0.03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targets: 0.72, 0.19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targets: 0.26, 0.89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states: 00,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states: 10,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states: 11,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recon.: 0.5,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recon.: 0.8,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recon.: 0.3, 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errors: 0.0016 + 0.0049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errors: 0.0064 + 0.0081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errors: 0.0016 + 0.0081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각 열은 두 group의 부분값이며, 전체 저장 비트와 총 오차는 다음 표에서 합친다.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5,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2: walk 전체의 저장 비트와 오차</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부분 group 값과 sequence 전체 결과를 구분한다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5870448"/>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전체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00→0.5, 01→0.1, 10→0.8, 11→0.3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2의 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walk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00→01→10→01→11→10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인접 state가 1 bit overlap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0010110 → tail-biting 001011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마지막 L-kV=1 bit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여섯 squared error의 합 = 0.0307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여섯 group의 squared error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0.0307은 이 walk의 검산값이며, 새롭게 수행한 전체 search의 최적성 증명은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5,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세 decoder의 설계: 계산만 또는 작은 lookup</a:t>
            </a:r>
            <a:endParaRPr lang="en-US" sz="3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848104"/>
                <a:gridCol w="5000752"/>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code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state에서 value를 만드는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실험·구현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1MAD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LCG word의 네 byte를 합산하고 scale과 shift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lookup-free, NVIDIA GPU에서 최대 4 instructions per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3INST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LCG word와 magic FP16 field를 XOR해 두 FP16을 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논문은 3 ALU instruction이라고 설명하며 split data movement도 언급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hash index로 2D FP16 LUT를 읽고 sign bit를 flip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LUT를 fine-tune 가능, 실험 수치는 one-sign-flip version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pseudorandom approximate Gaussian 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true random Gaussian sampling이나 unlimited codebook이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decoder는 같은 TCQ idea의 구현 선택지이며, cache와 instruction 제약이 서로 다르다.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pp. 5-7, Algorithms 1-3 and Fig. 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HYB decoder의 2D vector 복원 경로</a:t>
            </a:r>
            <a:endParaRPr lang="en-US" sz="3100" dirty="0"/>
          </a:p>
        </p:txBody>
      </p:sp>
      <p:sp>
        <p:nvSpPr>
          <p:cNvPr id="3" name="mechanism-lane-hyb"/>
          <p:cNvSpPr txBox="1"/>
          <p:nvPr/>
        </p:nvSpPr>
        <p:spPr>
          <a:xfrm>
            <a:off x="660400" y="1803400"/>
            <a:ext cx="863600" cy="35306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HYB</a:t>
            </a:r>
            <a:endParaRPr lang="en-US" sz="1250" dirty="0"/>
          </a:p>
        </p:txBody>
      </p:sp>
      <p:sp>
        <p:nvSpPr>
          <p:cNvPr id="4" name="mechanism-edge-h1-segment-1"/>
          <p:cNvSpPr/>
          <p:nvPr/>
        </p:nvSpPr>
        <p:spPr>
          <a:xfrm>
            <a:off x="329946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5" name="mechanism-edge-h2-segment-1"/>
          <p:cNvSpPr/>
          <p:nvPr/>
        </p:nvSpPr>
        <p:spPr>
          <a:xfrm>
            <a:off x="534162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h3-segment-1"/>
          <p:cNvSpPr/>
          <p:nvPr/>
        </p:nvSpPr>
        <p:spPr>
          <a:xfrm>
            <a:off x="738378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h4-segment-1"/>
          <p:cNvSpPr/>
          <p:nvPr/>
        </p:nvSpPr>
        <p:spPr>
          <a:xfrm>
            <a:off x="942594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state"/>
          <p:cNvSpPr/>
          <p:nvPr/>
        </p:nvSpPr>
        <p:spPr>
          <a:xfrm>
            <a:off x="173990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L-bit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0으로 left-pad한 integer x</a:t>
            </a:r>
            <a:endParaRPr lang="en-US" sz="1150" dirty="0"/>
          </a:p>
        </p:txBody>
      </p:sp>
      <p:sp>
        <p:nvSpPr>
          <p:cNvPr id="9" name="mechanism-node-hash"/>
          <p:cNvSpPr/>
          <p:nvPr/>
        </p:nvSpPr>
        <p:spPr>
          <a:xfrm>
            <a:off x="378206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hash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x²+x mod 2³²</a:t>
            </a:r>
            <a:endParaRPr lang="en-US" sz="1150" dirty="0"/>
          </a:p>
        </p:txBody>
      </p:sp>
      <p:sp>
        <p:nvSpPr>
          <p:cNvPr id="10" name="mechanism-node-index"/>
          <p:cNvSpPr/>
          <p:nvPr/>
        </p:nvSpPr>
        <p:spPr>
          <a:xfrm>
            <a:off x="582422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Q-bit index</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Q-bit LUT address</a:t>
            </a:r>
            <a:endParaRPr lang="en-US" sz="1150" dirty="0"/>
          </a:p>
        </p:txBody>
      </p:sp>
      <p:sp>
        <p:nvSpPr>
          <p:cNvPr id="11" name="mechanism-node-lookup"/>
          <p:cNvSpPr/>
          <p:nvPr/>
        </p:nvSpPr>
        <p:spPr>
          <a:xfrm>
            <a:off x="786638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2D FP16 LUT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C에서 vector v를 읽는다</a:t>
            </a:r>
            <a:endParaRPr lang="en-US" sz="1150" dirty="0"/>
          </a:p>
        </p:txBody>
      </p:sp>
      <p:sp>
        <p:nvSpPr>
          <p:cNvPr id="12" name="mechanism-node-flip"/>
          <p:cNvSpPr/>
          <p:nvPr/>
        </p:nvSpPr>
        <p:spPr>
          <a:xfrm>
            <a:off x="990854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sign flip</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bit 15: second sign flip</a:t>
            </a:r>
            <a:endParaRPr lang="en-US" sz="115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L=16, V=2, Q=9의 base LUT 2 KiB와 cache 조건은 구분해야 한다.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pp. 6-8, Algorithm 3 and Section 4.2</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Tail-biting: 두 번 Viterbi로 하는 근사</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rotate</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S를 floor(T/2)만큼 오른쪽으로 회전한다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first Viterbi</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회전된 sequence를 quantize한다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extract overlap</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start와 end가 공유할 L-kV bit를 읽는다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second Viterbi</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원 sequence에서 그 overlap를 강제해 다시 quantize한다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tail-biting은 bit 낭비를 줄이며, Algorithm 4는 two-pass approximation이다.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pp. 6-8, Section 3.2 and Algorithm 4</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Tail-biting 근사의 Table 2 조건과 수치</a:t>
            </a:r>
            <a:endParaRPr lang="en-US" sz="3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630680"/>
                <a:gridCol w="3370072"/>
                <a:gridCol w="2935224"/>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Algorithm 4 MSE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Optimal MSE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차이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0.2803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0.2798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0.0733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0.0733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0.0198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0.0198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근접성은 4K개의 T=256 Gaussian sequence, tail-biting (12, k, 1) 결과다.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8, Table 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BlockLDLQ 안에서 TCQ를 쓰는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Hessian-weighted proxy는 additive sequence error가 아니므로 QTIP을 BlockLDLQ의 quantizer Q로 넣는다</a:t>
            </a:r>
            <a:endParaRPr lang="en-US" sz="1900" dirty="0"/>
          </a:p>
        </p:txBody>
      </p:sp>
      <p:sp>
        <p:nvSpPr>
          <p:cNvPr id="4" name="mechanism-lane-rounding"/>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rounding block</a:t>
            </a:r>
            <a:endParaRPr lang="en-US" sz="1250" dirty="0"/>
          </a:p>
        </p:txBody>
      </p:sp>
      <p:sp>
        <p:nvSpPr>
          <p:cNvPr id="5" name="mechanism-edge-l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l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l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hldl"/>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H의 block LDL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Ty block feedback 준비</a:t>
            </a:r>
            <a:endParaRPr lang="en-US" sz="1150" dirty="0"/>
          </a:p>
        </p:txBody>
      </p:sp>
      <p:sp>
        <p:nvSpPr>
          <p:cNvPr id="9" name="mechanism-node-residual"/>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feedback residual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earlier error를 current block에 반영</a:t>
            </a:r>
            <a:endParaRPr lang="en-US" sz="1150" dirty="0"/>
          </a:p>
        </p:txBody>
      </p:sp>
      <p:sp>
        <p:nvSpPr>
          <p:cNvPr id="10" name="mechanism-node-tile"/>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Tx 곱하기 Ty tile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TCQ sequence로 reshape</a:t>
            </a:r>
            <a:endParaRPr lang="en-US" sz="1150" dirty="0"/>
          </a:p>
        </p:txBody>
      </p:sp>
      <p:sp>
        <p:nvSpPr>
          <p:cNvPr id="11" name="mechanism-node-viterbi"/>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QTIP Viterbi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bitshift trellis code로 tile을 round</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BlockLDLQ는 proxy feedback 틀이고, QTIP은 high-dimensional tile codec이다.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7, Section 4; pp. 16-17, Appendix A.2 and Algorithm 5</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5의 block quantization 순서</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initialize</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W-hat를 0으로 두고 H의 Ty-block LDL을 만든다</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select block</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input dimension에서 다음 Ty column block을 고른다</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add feedback</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W와 이전 W-hat error, A를 이용해 current x를 만든다</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reshape</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x를 m/Tx개의 Tx 곱하기 Ty sequence로 바꾼다</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Viterbi and write</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row sequence를 quantize해 W-hat block에 되돌린다</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Viterbi는 Algorithm 5에서 feedback이 반영된 tile에 row-wise로 적용된다.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17, Algorithm 5</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숫자를 읽기 전 고정해야 하는 실험 조건</a:t>
            </a:r>
            <a:endParaRPr lang="en-US" sz="3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510946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 묶음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주요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비교할 때의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 2, ctx 4096, 1MAD·3INST, L=16, V=1, Tx=Ty=16, no 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QTIP은 no-FT, QuIP#·AQLM 열은 FT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HYB, L=16, V=2, Q=9, Tx=Ty=16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 1과 Llama 2는 context와 baseline overhead가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RTX 6000 Ada, batch size 1, matrix fusion decoding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throughput은 end-to-end serving latency 일반값이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Appendix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Hessian은 RedPajama calibration sequence에서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 family와 sequence length가 서로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‘2-bit QTIP’이라도 code, FT, context, hardware가 다르면 같은 실험 행이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pp. 7-9, Sections 4.1-4.3 and Tables 3-6; pp. 16-17, Appendix A.3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1: i.i.d. Gaussian source-MSE 비교</a:t>
            </a:r>
            <a:endParaRPr lang="en-US" sz="3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152648"/>
                <a:gridCol w="1739392"/>
                <a:gridCol w="1739392"/>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quantizer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차원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표가 말하는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Lloyd-Max scalar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2-bit i.i.d. Gaussian 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 E8P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source-MSE 조건의 VQ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QTIP 1MAD·3INST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0.069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L=16 1D TCQ columns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QTIP HYB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L=16 2D TCQ column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distortion-rate lower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infinite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k-bit quantizer가 도달 가능한 distortion의 하한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Table 1은 source-MSE 비교이며 LLM PPL이나 throughput proof가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5, Table 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3의 예: Llama 2 Wikitext2 perplexity</a:t>
            </a:r>
            <a:endParaRPr lang="en-US" sz="3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2065528"/>
                <a:gridCol w="2065528"/>
                <a:gridCol w="1956816"/>
                <a:gridCol w="20655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1MAD no FT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3INST no FT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QuIP# FT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AQLM FT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2-7B, about 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2-13B, about 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4.78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2-70B, about 3-bit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ctx 4096, L=16, 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ctx 4096, L=16, 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table, 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table, 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비교는 Table 3의 model, bit-rate, context, fine-tuning labels를 함께 읽어야 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8, Table 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4: RTX 6000 Ada batch-1 decoding throughput</a:t>
            </a:r>
            <a:endParaRPr lang="en-US" sz="3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1521968"/>
                <a:gridCol w="3370072"/>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bits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Llama 2 7B tok/s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Llama 2 70B tok/s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55.9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AQLM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8.78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QTIP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161 / 140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19.1 / 16.3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throughput은 RTX 6000 Ada, matrix fusion, batch size 1의 측정값이다.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8, Table 4; p. 9, Section 4.3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Appendix Table 17: GPU가 바뀌면 speed도 바뀐다</a:t>
            </a:r>
            <a:endParaRPr lang="en-US" sz="3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152648"/>
                <a:gridCol w="1739392"/>
                <a:gridCol w="2065528"/>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GPU</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2-bit tok/s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3-bit tok/s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4-bit tok/s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RTX 3090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RTX A6000 Ampere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RTX 6000 Ada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RTX A6000 Ampere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RTX 6000 Ada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GPU별 speed 측정을 untested hardware의 deployment claim으로 바꾸면 안 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 16, Table 17; p. 9, Section 4.3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QTIP이 지지하는 결론과 남는 경계</a:t>
            </a:r>
            <a:endParaRPr lang="en-US" sz="3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54356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원전이 지지하는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원전만으로 말할 수 없는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bitshift와 codes는 storage·serial decode를 겨냥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hardware에서 항상 더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additive Viterbi와 Table 2의 close MSE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proxy global optimum·tail-biting exactness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named condition의 PPL·accuracy·throughput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최신 SOTA·universal serving latency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checklist: formal theorem 없음, error bars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표 차이의 statistical superiority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QTIP의 핵심은 RHT, bitshift TCQ, decoder, BlockLDLQ를 조건과 함께 연결하는 데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neurips2024 pp. 3-10; pp. 19-21, NeurIPS checklist</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QTIP: Trellis와 Incoherence Processing을 이용한 LLM 양자화</dc:title>
  <dc:subject>QTIP: Quantization with Trellises and Incoherence Processing</dc:subject>
  <dc:creator>Research Seminars</dc:creator>
  <cp:lastModifiedBy>Research Seminars</cp:lastModifiedBy>
  <cp:revision>1</cp:revision>
  <dcterms:created xsi:type="dcterms:W3CDTF">2026-09-12T05:41:00Z</dcterms:created>
  <dcterms:modified xsi:type="dcterms:W3CDTF">2026-09-12T05:41:00Z</dcterms:modified>
</cp:coreProperties>
</file>