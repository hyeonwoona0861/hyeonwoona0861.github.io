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758A7CE7-1C6E-4B7E-A510-5FF7CA96A78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QTIP: Trellis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낮은 비트로 압축하는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post-training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왜 고차원에서 어려운지 살펴보고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RHT, bitshift trellis, computed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hybrid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문제를 어떻게 나누어 푸는지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수식의 최적성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tail-biting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근사성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하드웨어 조건도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6137ACD-F83D-4A43-BDD3-2DF65032E0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lookup-free computed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얻었지만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hybrid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아직 양자화하지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blockwise fine-tune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무조건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부르면 정확하지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1-2 and pp. 7-8, Sections 4.1-4.2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4E5132-CB90-4455-9454-F3DFB08ED24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병목과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TCQ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출발점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codeword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가운데 하나로 고르므로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최근접 탐색의 비용이 빠르게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TCQ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하나의 거대한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만들지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허용된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vanilla TCQ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state-value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serial decode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문제가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bitshift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재계산을 추가합니다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1-4, Sections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9BC6701-A00B-4880-B462-2D4D46BEEB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양자화가 줄이는 대상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layer proxy error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얼마나 다른지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moment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로서 민감한 방향을 가중합니다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계산할 수 있어 실용적이지만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작다는 사실만으로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language-model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serving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보장되지는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2, Eq. 1; p. 3, Section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A6BB8D-33D8-44B8-89A8-892AAC5539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RHT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전처리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Gaussian-like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만드는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Hadamard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Hadamard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집중을 줄이고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transformed weight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approximately independently Gaussian distributed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하다는 근거를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확률적이고 근사적인 설명입니다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정확히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된다는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3, Section 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DACBBA-E984-4AE0-83F5-27984575B5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TCQ: codeword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아니라 허용된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L, k, V trellis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연결됩니다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개씩 묶어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맞추며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이어 붙인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incoming/outgoing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2^(kV)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kV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2-4, Sections 1 and 2.3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51ADBE-626A-49FB-8A44-8EB6DEA9D3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범위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additive distortion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additive squared-error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 dynamic programming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representable 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정확히 찾는다고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경우 시간은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선형이고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간단한 최적화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 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다루는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Hessian-weighted layer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additive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TCQ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정확히 최소화하는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2-4, Sections 1-3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73C78A-C918-43DC-8CF8-451C0DD9D0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Bitshift trellis: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겹치는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병렬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bitshift trellis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L-kV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하위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L-kV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V-weight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encoded bitstream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연속된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L-bit 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갈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kV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옮기므로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shift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연산으로 접근할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 decode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병렬화할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2^(kV)-1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까지의 정수이며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incoming/outgoing degree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2^(kV)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병렬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성질을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generic trellis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4, Section 3.1; p. 5,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F76C52-59CF-44FC-8259-18154A65EFF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검산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tail-biting walk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L=2, k=1, V=1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node 0, 1, 2,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0.5, 0.1, 0.8, 0.3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state 00, 01, 10,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순서대로 대응합니다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reconstruction 0.5, 0.1, 0.8, 0.1, 0.3, 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0.0307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보여 주는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tail-biting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 표기이며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발표자가 이 표만으로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새로 증명했다고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5,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E16BD8-0245-4A8D-BE88-76D87FEF67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Fig. 2: walk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저장 비트와 오차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 0, 1, 2,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state 00, 01, 10,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0.5, 0.1, 0.8, 0.3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여섯 항을 합친 값이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0.0307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bitstream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tail-biting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 문자열은 특정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값이 아니라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표현입니다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제거는 이 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L-kV=1 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 검산을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global-optimality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증명으로 해석하지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5,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987C8B-E381-4D34-A334-D2A802004E1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계산만 또는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1MAD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3INST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bitword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pseudorandom approximate Gaussian 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HYB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2D LUT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써서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3INST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ALU instructions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NVIDIA 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top and bottom FP16 half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합치기 위한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movement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필요하다는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footnote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함께 봐야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5-7, Algorithms 1-3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8E1E1B-13E5-423C-9A87-D96CD68F77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HYB 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2D 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복원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 squared plus x modulo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상관을 섞고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Q-bit slice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2D FP16 lookup table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bit 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 sign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modern-GPU hybrid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L=16, V=2, T_x=T_y=16, Q=9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KiB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bank conflict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duplication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 6000 Ada L1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맞는다는 조건도 원문에 별도로 적혀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6-8, Algorithm 3 and Section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9905A5-05A7-46B2-B156-A10267EC21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Tail-biting: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하는 근사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bitshift 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state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L-kV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저장해야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tail-biting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공유하게 만들어 이 부담을 없앱니다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tail-biting dynamic programming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state-space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충분히 크면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회전한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실행해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강제하는 두 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6-8, Section 3.2 and Algorithm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D909AA-F3D2-4DF0-A32F-D93C6E98730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Tail-biting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조건과 수치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tail-biting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256 i.i.d. Gaussian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trellis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L=12, V=1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표는 이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MSE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매우 가깝다는 관찰을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distribution, all L, all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tail-biting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같은 품질이라는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8,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262385-8410-461C-8678-1350045680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BlockLDLQ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TCQ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쓰는 이유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additive distortion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아니므로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TCQ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직접 최소화하지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BlockLDLQ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drop-in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 block 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유지하면서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Tx rows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묶어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high-dimensional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regular BlockLDLQ feedback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그대로이고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방식만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7, Section 4; pp. 16-17, Appendix A.2 and Algorithm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BF2F6C9-5635-476A-9E21-1D29C5A7C61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시작하고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Ty-block LDL 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column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뒤에서 앞으로 처리하며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반영됩니다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Tx by Ty tile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reshape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W-hat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되돌립니다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 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단독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proxy-aware rounding pipeline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일부가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17, Algorithm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535159-DA80-49CE-8DD3-9CAF3B095B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숫자를 읽기 전 고정해야 하는 실험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computed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hybrid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별도로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computed 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fine-tuning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context 4096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HYB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또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speed 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 6000 Ada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 1 matrix fusion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측정한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인용할 때 이 조건을 함께 말해야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개의 보편적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주장으로 합치지 않을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7-9, Sections 4.1-4.3 and Tables 3-6; pp. 16-17, Appendix A.3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1792560-6745-4AAF-880F-C049A3D4554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Table 1: i.i.d. Gaussian source-MSE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i.i.d. Gaussian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source-coding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TCQ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L=16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effective dimension 256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1MAD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3INST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MSE 0.069, HYB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0.071, QuIP# E8P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0.089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distortion-rate 0.063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infinite-length lower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accelerator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5,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6BCF506-845A-47FF-AE30-169E17A6905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Llama 2 Wikitext2 perplexity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3-bit Wikitext2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행만 추렸습니다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1MAD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3INST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fine-tuning computed-code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QuIP#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AQLM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fine-tuning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2-7B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1MAD 5.38, 3INST 5.40, QuIP# 5.41, AQLM 5.38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2-70B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3.27, 3.27, 3.35, 3.36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computed variants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almost all model sizes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FT rows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경쟁한다고 제한해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8, Table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6802F1A-6B9B-4734-90E4-845376F208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Table 4: RTX 6000 Ada batch-1 decoding throughput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 6000 Ada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 1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 fusion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QTIP 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188 tok/s,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23.5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QuIP# 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 QTIP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결과도 같은 표에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kernel, GPU, batch, memory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상태가 바뀌면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serving latency, every accelerator speedup, energy 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확장하면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8, Table 4; p. 9, Section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8EAEB46-03F7-492B-B785-088090B29A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Appendix Table 17: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바뀌면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바뀐다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Table 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 decoding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달라짐을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7B 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 3090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127, RTX A6000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116, RTX 6000 Ada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188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70B 2-bit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15.3, 15.0, 23.5 tok/s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여기서는 표를 읽기 쉽게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15.3 RTX 3090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행을 생략했습니다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ARMv8 NEON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논문 본문의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뿐 이 표와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timed throughput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p. 16, Table 17; p. 9, Section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621A75-7F7A-46ED-A5CB-E72F084CA19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지지하는 결론과 남는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Gaussian-like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bitshift trellis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공유하는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computed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hybrid lookup 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재생성합니다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BlockLDLQ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Hessian-weighted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Viterbi exactness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additive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성질이고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tail-biting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고정된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experimental 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NeurIPS checklist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formal theoretical results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 bars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않았다고 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neurips2024 | pp. 3-10; pp. 19-21, NeurIPS checklist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QTIP: Quantization with Trellises and Incoherence Processing, NeurIPS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https://proceedings.neurips.cc/paper_files/paper/2024/file/6de2e84b8da47bb2eb5e2ac96c63d2b0-Paper-Conference.pdf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21F29F-9CBC-4190-8250-85462CAFED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QTIP: Trellis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Incoherence Processing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이용한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QTIP: Quantization with Trellises and Incoherence Processing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Albert Tseng, Qingyao Sun, David Hou, and Christopher De Sa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고차원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trellis coding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빠른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설계하는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fine-tuning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6746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원전에서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 구분할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 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weight-only 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모델을 처음부터 학습하는 방법이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1MAD·3INST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계산만으로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trellis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실험에서는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계산을 함께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아직 양자화하지 않은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block 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논문은 일반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precision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주장하지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결과가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training-free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뜻은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1-2 and pp. 7-8, Sections 4.1-4.2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고차원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병목과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TCQ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출발점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956600"/>
                <a:gridCol w="2717640"/>
                <a:gridCol w="315252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차원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k-bit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추론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Unstructured VQ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승 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codeword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최근접 탐색 비용이 지수적으로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두어야 빠른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lookup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TCQ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walk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additive distortion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Viterbi 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trellis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 table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저장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·serial decode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병목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bitshift walk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재계산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TCQ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rounding framework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graph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저장을 피하며 병렬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노림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고차원 표현 자체보다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표현을 저장하고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하는 비용을 함께 다룬다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1-4, Sections 1-3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양자화가 줄이는 대상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layer proxy error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43484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W-hat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linear-layer 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한 번에 비교하지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얻은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input 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실제 입력 분포를 뜻하지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 = E[xxᵀ]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 outer product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평균인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Hessian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training 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ell(W-hat)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E[||(W-hat - W)x||²]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PPL, accuracy, 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직접 최소화하지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최적화 출발점은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reconstruction 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최종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 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과는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2, Eq. 1; p. 3, Section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전처리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Gaussian-like 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만드는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sign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Hadamard transform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proxy Hessian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mechanism-lane-transform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coordinate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mechanism-edge-r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mechanism-edge-r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" name="mechanism-edge-r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mechanism-node-original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Hessian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node-sign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signs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S_m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곱한다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node-had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Hadamard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V_m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V_n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섞는다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mechanism-node-tilde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W-tilde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H-tilde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Gaussian-like source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근사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Gaussian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trellis coding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 근사를 제공한다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3, Section 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TCQ: codeword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아니라 허용된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walk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2^(kV)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 하나를 선택해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표현한다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mechanism-lane-walk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TCQ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mechanism-edge-t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mechanism-edge-t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mechanism-edge-t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mechanism-node-groups"/>
          <p:cNvSpPr/>
          <p:nvPr/>
        </p:nvSpPr>
        <p:spPr>
          <a:xfrm>
            <a:off x="1739880" y="32637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groups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mechanism-node-groups-queue-1"/>
          <p:cNvSpPr/>
          <p:nvPr/>
        </p:nvSpPr>
        <p:spPr>
          <a:xfrm>
            <a:off x="1739880" y="351792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mechanism-node-groups-queue-2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mechanism-node-groups-queue-3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...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mechanism-node-groups-queue-4"/>
          <p:cNvSpPr/>
          <p:nvPr/>
        </p:nvSpPr>
        <p:spPr>
          <a:xfrm>
            <a:off x="1739880" y="408924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sT/V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mechanism-node-trellis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L, k, V trellis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승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value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mechanism-node-walkchoice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allowed walk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연결 가능한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mechanism-node-reconstruc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reconstruction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value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이어 붙인다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V-weight group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kV bits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당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2-4, Sections 1 and 2.3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Viterbi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 범위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additive distortion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 error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s_i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 value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squared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9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DP recurrence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도착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가장 작은 이전 누적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남긴다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best walk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마지막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역추적해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representable walk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boundary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exactness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더해질 때만 성립한다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Viterbi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walk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non-additive layer proxy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최소화는 같은 문제가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2-4, Sections 1-3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Bitshift trellis: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겹치는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window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병렬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j=(i·2^(kV) mod 2^L)+c, 0≤c&lt;2^(kV)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mechanism-lane-bits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contiguous windows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mechanism-edge-b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mechanism-edge-b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mechanism-edge-b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mechanism-node-w1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 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bits 1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까지를 읽는다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mechanism-node-w2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 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kV bit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옮긴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window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mechanism-node-w3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 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L-bit window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하나에만 의존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mechanism-node-parallel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parallel decode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window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독립적으로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병렬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일반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TCQ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bitshift trellis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overlapping-window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구조에서 나온다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4, Section 3.1; p. 5,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검산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tail-biting walk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L=2, k=1, V=1: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여섯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입력과 재구성 오차를 나누어 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35874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1-2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3-4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5-6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targets: 0.54, 0.03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targets: 0.72, 0.19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targets: 0.26, 0.89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states: 00, 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states: 10, 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states: 11, 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recon.: 0.5, 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recon.: 0.8, 0.1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recon.: 0.3, 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errors: 0.0016 + 0.0049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errors: 0.0064 + 0.0081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errors: 0.0016 + 0.0081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열은 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부분값이며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 저장 비트와 총 오차는 다음 표에서 합친다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5,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2: walk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전체의 저장 비트와 오차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전체 결과를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587016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00→0.5, 01→0.1, 10→0.8, 11→0.3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walk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00→01→10→01→11→10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bit overlap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0010110 → tail-biting 001011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L-kV=1 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여섯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squared 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= 0.0307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여섯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squared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0.0307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walk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검산값이며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새롭게 수행한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최적성 증명은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5,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계산만 또는 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lookup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847880"/>
                <a:gridCol w="50004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만드는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1MAD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LCG word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byte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합산하고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shift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lookup-free, NVIDIA GPU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 instructions per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3INST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LCG word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magic FP16 field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ALU instruction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이라고 설명하며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split data movement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언급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hash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2D FP16 LUT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읽고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 bit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flip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수치는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one-sign-flip version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pseudorandom approximate Gaussian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random Gaussian sampling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unlimited codebook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TCQ idea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구현 선택지이며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cache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instruction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제약이 서로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5-7, Algorithms 1-3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HYB decoder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2D vector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mechanism-lane-hyb"/>
          <p:cNvSpPr/>
          <p:nvPr/>
        </p:nvSpPr>
        <p:spPr>
          <a:xfrm>
            <a:off x="660240" y="1803240"/>
            <a:ext cx="863280" cy="35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HYB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mechanism-edge-h1-segment-1"/>
          <p:cNvSpPr/>
          <p:nvPr/>
        </p:nvSpPr>
        <p:spPr>
          <a:xfrm>
            <a:off x="329940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mechanism-edge-h2-segment-1"/>
          <p:cNvSpPr/>
          <p:nvPr/>
        </p:nvSpPr>
        <p:spPr>
          <a:xfrm>
            <a:off x="534132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mechanism-edge-h3-segment-1"/>
          <p:cNvSpPr/>
          <p:nvPr/>
        </p:nvSpPr>
        <p:spPr>
          <a:xfrm>
            <a:off x="7383600" y="356868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mechanism-edge-h4-segment-1"/>
          <p:cNvSpPr/>
          <p:nvPr/>
        </p:nvSpPr>
        <p:spPr>
          <a:xfrm>
            <a:off x="9425880" y="35686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mechanism-node-state"/>
          <p:cNvSpPr/>
          <p:nvPr/>
        </p:nvSpPr>
        <p:spPr>
          <a:xfrm>
            <a:off x="173988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L-bit state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left-pad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integer 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mechanism-node-hash"/>
          <p:cNvSpPr/>
          <p:nvPr/>
        </p:nvSpPr>
        <p:spPr>
          <a:xfrm>
            <a:off x="378216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hash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x²+x mod 2³²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mechanism-node-index"/>
          <p:cNvSpPr/>
          <p:nvPr/>
        </p:nvSpPr>
        <p:spPr>
          <a:xfrm>
            <a:off x="582408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Q-bit index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Q-bit LUT address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mechanism-node-lookup"/>
          <p:cNvSpPr/>
          <p:nvPr/>
        </p:nvSpPr>
        <p:spPr>
          <a:xfrm>
            <a:off x="786636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2D FP16 LUT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v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mechanism-node-flip"/>
          <p:cNvSpPr/>
          <p:nvPr/>
        </p:nvSpPr>
        <p:spPr>
          <a:xfrm>
            <a:off x="9908640" y="32385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sign flip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15: second sign flip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L=16, V=2, Q=9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 LUT 2 KiB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조건은 구분해야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6-8, Algorithm 3 and Section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Tail-biting: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Viterbi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하는 근사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rotate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floor(T/2)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만큼 오른쪽으로 회전한다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first Viterbi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회전된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extract overlap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공유할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L-kV bit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읽는다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second Viterbi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overlap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강제해 다시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tail-biting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낭비를 줄이며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Algorithm 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two-pass approximation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6-8, Section 3.2 and Algorithm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Tail-biting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2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조건과 수치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630440"/>
                <a:gridCol w="3369960"/>
                <a:gridCol w="293508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 4 MSE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Optimal MSE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0.2803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0.2798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0.0733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0.0733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0.0198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0.0198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근접성은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T=256 Gaussian sequence, tail-biting (12, k, 1)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8,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BlockLDLQ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TCQ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쓰는 이유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Hessian-weighted 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additive sequence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아니므로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BlockLDLQ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quantizer 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넣는다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mechanism-lane-rounding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rounding block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mechanism-edge-l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mechanism-edge-l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mechanism-edge-l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mechanism-node-hldl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LDL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 block feedback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준비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mechanism-node-residual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feedback residual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earlier error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block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mechanism-node-tile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Tx </a:t>
            </a: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곱하기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Ty tile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TCQ sequence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reshape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mechanism-node-viterbi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QTIP Viterbi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bitshift trellis code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tile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BlockLDLQ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 feedback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틀이고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QTIP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high-dimensional tile codec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7, Section 4; pp. 16-17, Appendix A.2 and Algorithm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quantization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initialize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W-hat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두고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Ty-block LDL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 block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dimension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 column 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add feedback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이전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W-hat error, 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이용해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reshape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m/Tx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Tx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곱하기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Ty sequence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Viterbi and write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 sequence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W-hat 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되돌린다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Viterbi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feedback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반영된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row-wise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적용된다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17, Algorithm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숫자를 읽기 전 고정해야 하는 실험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510912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 묶음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주요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비교할 때의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2, ctx 4096, 1MAD·3INST, L=16, V=1, Tx=Ty=16, no 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no-FT, QuIP#·AQLM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열은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5-6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HYB, L=16, V=2, Q=9, Tx=Ty=16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context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 overhead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 6000 Ada, batch size 1, matrix fusion decoding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throughput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serving latency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일반값이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Appendix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RedPajama calibration sequence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family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length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서로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2-bit QTIP’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code, FT, context, hardware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다르면 같은 실험 행이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7-9, Sections 4.1-4.3 and Tables 3-6; pp. 16-17, Appendix A.3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1: i.i.d. Gaussian source-MSE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" name="Table 0"/>
          <p:cNvGraphicFramePr/>
          <p:nvPr/>
        </p:nvGraphicFramePr>
        <p:xfrm>
          <a:off x="660240" y="1676520"/>
          <a:ext cx="10870920" cy="3751920"/>
        </p:xfrm>
        <a:graphic>
          <a:graphicData uri="http://schemas.openxmlformats.org/drawingml/2006/table">
            <a:tbl>
              <a:tblPr/>
              <a:tblGrid>
                <a:gridCol w="3152520"/>
                <a:gridCol w="1739160"/>
                <a:gridCol w="173916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표가 말하는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Lloyd-Max scalar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0.118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i.i.d. Gaussian 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 E8P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source-MSE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VQ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 1MAD·3INST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0.069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L=16 1D TCQ columns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 HYB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0.071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L=16 2D TCQ column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distortion-rate lower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infinite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k-bit quantizer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도달 가능한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distortion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하한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source-MSE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LLM PPL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throughput proof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5,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Llama 2 Wikitext2 perplexity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2065320"/>
                <a:gridCol w="2065320"/>
                <a:gridCol w="195660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1MAD no 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3INST no 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 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AQLM FT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2-7B, about 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5.38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5.41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5.38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2-13B, about 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4.78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4.78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2-70B, about 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3.35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ctx 4096, L=16, V=1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ctx 4096, L=16, V=1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table, 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table, FT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비교는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model, bit-rate, context, fine-tuning labels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읽어야 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8, Table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4: RTX 6000 Ada batch-1 decoding throughput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1521720"/>
                <a:gridCol w="336996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7B 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 2 70B 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55.9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AQLM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81.5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8.78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QuIP#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22.2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QTIP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/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161 / 140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19.1 / 16.3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3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throughput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RTX 6000 Ada, matrix fusion, batch size 1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측정값이다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8, Table 4; p. 9, Section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Appendix Table 17: GPU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바뀌면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바뀐다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152520"/>
                <a:gridCol w="1739160"/>
                <a:gridCol w="206532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 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4-bit tok/s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 3090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 A6000 Ampere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 6000 Ada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 A6000 Ampere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 6000 Ada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2-70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19.1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untested hardware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deployment claim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바꾸면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p. 16, Table 17; p. 9, Section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지지하는 결론과 남는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원전이 지지하는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원전만으로 말할 수 없는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bitshift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storage·serial decode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겨냥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항상 더 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additive Viterbi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close MSE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global optimum·tail-biting exactness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named condition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PPL·accuracy·throughput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SOTA·universal serving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checklist: formal theorem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error bars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표 차이의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statistical superiority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QTIP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RHT, bitshift TCQ, decoder, BlockLDLQ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조건과 함께 연결하는 데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neurips2024 pp. 3-10; pp. 19-21, NeurIPS checklist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2026-09-12T05:41:00Z</dcterms:created>
  <dc:creator>Research Seminars</dc:creator>
  <dc:description/>
  <dc:language>ko-KR</dc:language>
  <cp:lastModifiedBy>Research Seminars</cp:lastModifiedBy>
  <dcterms:modified xsi:type="dcterms:W3CDTF">2026-09-12T05:41:00Z</dcterms:modified>
  <cp:revision>1</cp:revision>
  <dc:subject>QTIP: Quantization with Trellises and Incoherence Processing</dc:subject>
  <dc:title>QTIP: Trellis와 Incoherence Processing을 이용한 LLM 양자화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