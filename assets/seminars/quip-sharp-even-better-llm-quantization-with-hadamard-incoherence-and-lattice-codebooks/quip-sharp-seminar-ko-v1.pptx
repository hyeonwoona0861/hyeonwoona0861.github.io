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8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12CCE356-E37B-4901-BC2F-97B500FE8B8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QuIP#: Hadamard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변환과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lattice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이미 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bits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이하로 압축하는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post-training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출발점으로 삼되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Randomized Hadamard Transform, 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변환이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계산과 어떻게 대응되는지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16-bit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되는 방식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결과의 차이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실험이 각각 무엇을 보장하는지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1–2, Abstract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7C26468-FC8A-46AA-B32B-7F0647698E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범위와 두 결과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분류합니다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weight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고정한 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 vector, layer normalization, language-model 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선택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development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최적화합니다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묶을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Activation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weight-code bit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별도이며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경로로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1–3 and pp. 7–8, Algorithms 1 and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0D8406-CB14-4D41-9DAB-677380DCF3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이어받은 세 가지 기반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처음부터 새로운 목적 함수를 만드는 방법이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layer-local reconstruction proxy, incoherence processing, LDLQ 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배경으로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변화는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scalar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확장하며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optional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결합한 데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논문의 기여를 섞지 않기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2–4, Sections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quip-paper | method overview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QuIP: 2-Bit Quantization of Large Language Models With Guarantees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https://openreview.net/forum?id=xrk9g5vcXR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86C4DC-E001-46CE-A566-E32A2D2B17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추가한 세 단계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네 단계로 먼저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하면서 먼저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 forward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2-bit-per-scalar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 사항이며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별도로 평가됩니다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1–2, contribution list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DBC0A7E-25B4-4AFB-A1C3-E609930B68E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출력과 얼마나 다른지를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outer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평균으로 민감한 방향을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덕분에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최적화하지 않고도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지난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zero-shot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보장과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2–3, eqs.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628D36-9C86-4188-AD12-867EE3C919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작동을 보여 주는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(3, −1, 0, 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Hadamard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(1, 2, 1, 2)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변환 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변환 후에도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 집중된 값을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분산하지만 완전히 같은 크기로 만든다는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양쪽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scaled Hadamard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3–5, Algorithm 3;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D613936-363C-474A-A401-8D88AD1AB9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추론의 대응 관계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 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옮긴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sign vector S_U, S_V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Had(S_V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x), decoded transformed-weight multiply, Had(S_U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없다면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basis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real-valued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최적화하므로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같은 의미의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 orthogonal model-preserving 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2, Algorithms 1–2; pp. 3–5, Algorithm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28970A-4EC2-43DD-882C-7AF4D5042D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Lemma 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보장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semidefinite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주어졌을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scaled 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적용하면 변환된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해진다고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failure probability 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Hadamard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구하기 어려운 차원에서는 논문이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RFFT fallback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language-model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3–5 and p. 15, Lemma 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0EB166-DFC8-4FB3-8F1E-6D1350AC23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Table 1: 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2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조금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비슷한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적절한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Hadamard factorization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없을 때 사용할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빠르거나 더 정확하다고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5, Table 1 and Section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3EE12E9-84E5-4932-A7D9-D66FCC2370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Scalar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표현 단위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RHT-transformed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논문의 설명에서 대략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ball-shaped Gaussian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Scalar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독립적인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적용하므로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hypercube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g-dimensional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모양을 반영할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제곱으로 늘어나므로 저장과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3 and 5–6, Sections 2.4 and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BE4613-0C07-4173-B5D9-8EF3B464C0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rate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Generic 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g-dimensional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bits per 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표현하면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 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8,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16-bit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index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scale, shared 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footprint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3, Section 2.4; pp. 5–6, Section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A55892-62E9-4B17-AA28-3203AB3C5F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독립적으로 계산한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Scalar codebook {0,1}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두 축에 독립적으로 적용하면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0.4802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임의로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2D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(0.50, 0.50)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있으면 그것을 골라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크기와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동등한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아니며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고를 때 분포에 맞는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둘 수 있음을 시각화하는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3 and 5–6, VQ motivation;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4FFE5E-3B7C-4C9B-B188-89FD9415A97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앞방향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feedback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g-coordinate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확장합니다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고정하면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LDL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아직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않은 값에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adjusted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피드백은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으로만 진행하며 이미 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최적화하는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iterative refinement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5–6, Section 4.1 and eq.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D89FE28-3C88-41C2-9755-6EE21CFC61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Theorem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조건과 결론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기호를 화면에 정의했습니다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by n weight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나누는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mu-incoherent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covariance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sigma squared identity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이하라는 조건이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Hessian-weighted layer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expectation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같은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독립적으로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LLM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zero-shot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우위를 증명할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5, Theorem 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367F23-8701-4E24-8028-74AFF1506E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표현 단위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 Padded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약자이며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8-dimensional 2-bit vector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16-bit 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쓰므로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bits per 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Conceptually 65,536 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 lattice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 symmetry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source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간단한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KiB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KiB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model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codebook 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5–7, Section 4.2; pp. 16–18, Appendix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5A5B44-0465-46B9-BE74-766E88521A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16-bit E8P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구조적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분해를 정확히 읽겠습니다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codebook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 flip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지정하고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여덟째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요구하는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사용해 추론합니다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D̂8−1/4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D̂8+1/4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E8+1/4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8+7+1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parity 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저장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65,536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FP16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저장하는 방식과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6–7, Section 4.2; pp. 16–18, Appendix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D6E263-8B45-43EB-908F-77064DF917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구분하는 기준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2D 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 단위만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맞추지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Generic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g-dimensional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일반 규칙입니다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Source-defined 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8D lattice-derived structure, 16-bit group index, compact 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0.0002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인용하지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3 and 5–7, Sections 2.4 and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EFF720-0F75-406F-98EA-419502ABA8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Residual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3-bit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E8P 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1-bit E8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4-bit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operation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아니라 두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code 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논문이 정한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일반적인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같은 결과를 낸다는 주장은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7, Section 4.3; p. 24, Appendix F.5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3ECEE8-87F0-4532-95BB-E049135B8A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QuIP#-NoFT pipeline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경로를 입력부터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inference-ready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연결했습니다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IP-RHT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H, sign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chosen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S_U, S_V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matched transforms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생성을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compute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2, Algorithms 1–2; pp. 3–7, Sections 3–4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A5D3A5-5A65-4B83-9508-0FB3130D30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Layer proxy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두는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Layer-local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만들지만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stack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상호작용할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먼저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 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task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학습하는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같지 않지만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분명한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development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7–8, Section 5; pp. 21 and 24–25, Algorithm 5 and Appendix F.6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926D43-6E0B-49C5-9784-A0A5E09A1FA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QuIP#-FT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고정되는 것과 학습되는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matrix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학습할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Blockwise 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unquantized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앞서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learnable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layernorm,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S_V, language-model 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End-to-end 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model 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Validation 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early stopping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21, Algorithm 5; p. 24, Appendix F.6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BB39C9B-CCD7-4488-A19A-5B5575B3E4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조건을 붙여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Llama 2 70B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GPU-hours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GPU-hours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값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generation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Blockwise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RedPajama 1T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256 development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 validation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epoch, 160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대부분의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실행했고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 4090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24–25, Appendices F.6–F.7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5504CA-08BF-45B3-A283-BA14B0FE65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Table 4: Llama 2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ablation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2 70B, 2-bit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재구성했습니다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Full QuIP#-FT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NoFT, NoFT-noE8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순으로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NoE8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 lattice 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1-dimensional half-integer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구성의 기여를 지지하지만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완전히 독립적으로 통제한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length 4096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9, Table 4 and Section 6.4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00EA003-0130-4953-82CC-9942220E3C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Table 4: Llama 2 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격차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2 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FT, NoFT, NoFT-noE8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크게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큰 품질 저하로 이어질 수 있다는 실험적 패턴을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trend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법칙으로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9, Table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5EBDFF-355A-4BEB-B648-FD452B1781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자체가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2 perplexity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native 4096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존재한다고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4096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숫자를 조건 없이 직접 비교하면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2048, Llama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4096 native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6144 RedPajama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생성합니다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7–9, Tables 2 and 4; p. 24, Appendix F.2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7384A5-928B-469C-A28A-A35ACFC45C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Table 5: RTX 4090 proof-of-concept inference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NVIDIA RTX 4090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FlashAttention library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측정한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proof-of-concept generation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2-bit Llama 2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32.74 tokens per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56.84% peak memory-bandwidth 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 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고려해 설계됐다는 실증이지만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GPU, batch size, serving stack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4-bit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8–9, Table 5 and Section 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F03AD59-8F88-41B8-B988-E908B92761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2 bits per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전체 배포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F.1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직접 계산하는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 공유되는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E8P 1 KiB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 vectors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Sign-vector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Llama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0.01 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미만이지만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마지막 두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accounting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weight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footprint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혼동하지 않기 위한 일반적인 배포 고려사항입니다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scales, retained state, runtime activation, 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F.1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정량화하지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p. 24, Appendix F.1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293902-0A1A-4D92-B49D-9E256371D0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Formal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근거는 서로 다른 층에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layer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zero-shot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system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근거를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합치면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 scaling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paper-era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rate-equivalent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3–11, Lemma 3.1, Theorem 4.1, Tables 1–5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25D7CE-A555-40C0-9DFF-223A99D35F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논리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흐름으로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signs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다루기 쉬운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matched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없다면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NoFT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real-valued optimized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되므로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 orthogonal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하면서 이미 생긴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16-bit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공유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KiB structure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8D 2-bit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2-bit code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memory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측정값이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Theory, PPL table, GPU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다른 범위의 근거입니다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quipsharp-paper | pp. 1–12, Sections 1–7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ICML 2024 paper and supplementary material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61409FD-86AA-468D-AA5C-5A65883094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QuIP#: Hadamard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변환과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lattice codebook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이용한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QuIP#: Even Better LLM Quantization with Hadamard Incoherence and Lattice Codebooks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Albert Tseng, Jerry Chee, Qingyao Sun, Volodymyr Kuleshov, and Christopher De Sa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좌표 변환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block feedback, 8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차원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 code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결합하는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1–2, Abstract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범위와 두 결과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022280"/>
                <a:gridCol w="217404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수행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여부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Weight-only low-bit compression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재학습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precision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weight-code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QuIP#-NoFT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BlockLDLQ, E8P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RVQ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QuIP#-FT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NoFT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Development 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Training-free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이름 아래 있지만 계산 비용과 근거가 다른 변형이다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1–3 and pp. 7–8, Algorithms 1 and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이어받은 세 가지 기반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565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출력 오차를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가중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quantization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최적화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민감 방향의 집중을 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처리 방식을 교체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Adaptive feedback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반올림한 오차를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BlockLDLQ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block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확장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문제 설정을 유지하면서 변환과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codebook, tuning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경로를 바꾼다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2–4, Sections 2–3; quip-paper method overview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추가한 세 단계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RHT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sign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Hadamard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 energy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BlockLDLQ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묶어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codeword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고르고 오차를 전달한다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E8P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RVQ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 구조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2, 3, 4-bit 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Optional FT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weight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주변의 선택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Hadamard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transform, vector rounding,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1–2, contribution list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43484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linear-layer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Quantized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근사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얻은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모든 입력 분포가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 = E[xx^T]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입력으로 만든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Hessian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 방향의 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E[||(W_hat−W)x||²]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task accuracy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BlockLDLQ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다루며 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perplexity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보장하지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2–3, eqs.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 transform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보존과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예시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lane-rht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edge-r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mechanism-edge-r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mechanism-edge-r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mechanism-edge-r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mechanism-node-x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(3, 1, 0, 0)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sign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sign 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(+1, −1, +1, −1)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mechanism-node-had"/>
          <p:cNvSpPr/>
          <p:nvPr/>
        </p:nvSpPr>
        <p:spPr>
          <a:xfrm>
            <a:off x="5824080" y="3244680"/>
            <a:ext cx="15591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H4 </a:t>
            </a:r>
            <a:r>
              <a:rPr lang="ko-KR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부호 행렬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Table 0"/>
          <p:cNvGraphicFramePr/>
          <p:nvPr/>
        </p:nvGraphicFramePr>
        <p:xfrm>
          <a:off x="5824080" y="3473280"/>
          <a:ext cx="1559160" cy="829800"/>
        </p:xfrm>
        <a:graphic>
          <a:graphicData uri="http://schemas.openxmlformats.org/drawingml/2006/table">
            <a:tbl>
              <a:tblPr/>
              <a:tblGrid>
                <a:gridCol w="389880"/>
                <a:gridCol w="389880"/>
                <a:gridCol w="389880"/>
                <a:gridCol w="389880"/>
              </a:tblGrid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mechanism-node-out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H4 Sx ÷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(1, 2, 1, 2)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mechanism-node-norm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9+1 = 1+4+1+4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Orthogonal Hadamard transform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보존하면서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여러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옮긴다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3–5, Algorithm 3;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추론의 대응 관계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sign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기준으로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때 바꾼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basis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경로에서도 맞춘다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activation 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linear layer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Right RHT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sign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Hadamard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Decoded multiply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변환된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weight 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곱함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Left RHT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sign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Hadamard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대응 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 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근사하는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signs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matched RHT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model-preserving basis change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2, Algorithms 1–2; pp. 3–5, Algorithm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Lemma 3.1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보장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7833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포함되지 않는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PSD Hessian 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 accuracy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독립적인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±1 sign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orthogonal scaled Hadamard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모든 값이 동일해짐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실패 확률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대해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1−delta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Deterministic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변환된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Perplexity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차원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Hadamard matrix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존재하는 차원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차원에서 자동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집중에 대한 확률적 보장이지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품질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3–5 and p. 15, Lemma 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1: RHT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RFFT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QuIP#-NoFT, 2-bit, WikiText2 perplexity, context 4096,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낮을수록 좋음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7B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13B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70B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RFFT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표에서는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낮고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RFFT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조건에 따라 쓸 수 있는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fallback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5, Table 1 and Section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quantization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quantization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표현 단위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3369960"/>
                <a:gridCol w="293508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 가능한 모양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128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독립적으로 반올림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축의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hypercube cell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단순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128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codeword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분포에 맞춘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codeword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ball-shaped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vector 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잘 맞을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3 and 5–6, Sections 2.4 and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quantization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 rate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g-coordinate block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이웃한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하나의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묶는다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 bits per scalar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곱하기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 bits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 search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2^(k g)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후보 중 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codeword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Stored index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선택한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codeword 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저장한다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bits per 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2-bit rounding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메커니즘이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3, Section 2.4; pp. 5–6, Section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E8P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joint-code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원리만 보이는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500200"/>
                <a:gridCol w="250020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Squared error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1-bit scalar grid {0,1}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(0.49, 0.49)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(0, 0)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0.49²+0.49² = 0.4802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Custom 2D VQ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(0.49, 0.49)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(0.50, 0.50)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0.01²+0.01² = 0.0002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예시는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codeword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직관만 보이며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3 and 5–6, VQ motivation;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BlockLDLQ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앞방향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 feedback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mechanism-lane-early"/>
          <p:cNvSpPr/>
          <p:nvPr/>
        </p:nvSpPr>
        <p:spPr>
          <a:xfrm>
            <a:off x="660240" y="180324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먼저 처리한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mechanism-lane-later"/>
          <p:cNvSpPr/>
          <p:nvPr/>
        </p:nvSpPr>
        <p:spPr>
          <a:xfrm>
            <a:off x="660240" y="356868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뒤에 처리할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mechanism-edge-b1q-segment-1"/>
          <p:cNvSpPr/>
          <p:nvPr/>
        </p:nvSpPr>
        <p:spPr>
          <a:xfrm>
            <a:off x="3299400" y="26859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mechanism-edge-qres-segment-1"/>
          <p:cNvSpPr/>
          <p:nvPr/>
        </p:nvSpPr>
        <p:spPr>
          <a:xfrm>
            <a:off x="5341320" y="268596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mechanism-edge-b2a-segment-1"/>
          <p:cNvSpPr/>
          <p:nvPr/>
        </p:nvSpPr>
        <p:spPr>
          <a:xfrm>
            <a:off x="3299400" y="44510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mechanism-edge-b2a-segment-2"/>
          <p:cNvSpPr/>
          <p:nvPr/>
        </p:nvSpPr>
        <p:spPr>
          <a:xfrm>
            <a:off x="3620880" y="4451040"/>
            <a:ext cx="360" cy="203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mechanism-edge-b2a-segment-3"/>
          <p:cNvSpPr/>
          <p:nvPr/>
        </p:nvSpPr>
        <p:spPr>
          <a:xfrm>
            <a:off x="3620880" y="4654440"/>
            <a:ext cx="4245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mechanism-edge-resa-segment-1"/>
          <p:cNvSpPr/>
          <p:nvPr/>
        </p:nvSpPr>
        <p:spPr>
          <a:xfrm>
            <a:off x="7383600" y="268596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mechanism-edge-resa-segment-2"/>
          <p:cNvSpPr/>
          <p:nvPr/>
        </p:nvSpPr>
        <p:spPr>
          <a:xfrm>
            <a:off x="7624800" y="2685960"/>
            <a:ext cx="360" cy="1562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mechanism-edge-resa-segment-3"/>
          <p:cNvSpPr/>
          <p:nvPr/>
        </p:nvSpPr>
        <p:spPr>
          <a:xfrm>
            <a:off x="7624800" y="4248000"/>
            <a:ext cx="2415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mechanism-edge-aq-segment-1"/>
          <p:cNvSpPr/>
          <p:nvPr/>
        </p:nvSpPr>
        <p:spPr>
          <a:xfrm>
            <a:off x="9425880" y="44510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mechanism-node-b1"/>
          <p:cNvSpPr/>
          <p:nvPr/>
        </p:nvSpPr>
        <p:spPr>
          <a:xfrm>
            <a:off x="173988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block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mechanism-node-q1"/>
          <p:cNvSpPr/>
          <p:nvPr/>
        </p:nvSpPr>
        <p:spPr>
          <a:xfrm>
            <a:off x="378216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VQ code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mechanism-node-res"/>
          <p:cNvSpPr/>
          <p:nvPr/>
        </p:nvSpPr>
        <p:spPr>
          <a:xfrm>
            <a:off x="582408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mechanism-node-b2"/>
          <p:cNvSpPr/>
          <p:nvPr/>
        </p:nvSpPr>
        <p:spPr>
          <a:xfrm>
            <a:off x="173988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block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 않음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mechanism-node-adj"/>
          <p:cNvSpPr/>
          <p:nvPr/>
        </p:nvSpPr>
        <p:spPr>
          <a:xfrm>
            <a:off x="786636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Adjusted B2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 feedback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mechanism-node-q2"/>
          <p:cNvSpPr/>
          <p:nvPr/>
        </p:nvSpPr>
        <p:spPr>
          <a:xfrm>
            <a:off x="990864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VQ code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입력에 전달한다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5–6, Section 4.1 and eq.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4.1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조건과 결론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3" name="Table 0"/>
          <p:cNvGraphicFramePr/>
          <p:nvPr/>
        </p:nvGraphicFramePr>
        <p:xfrm>
          <a:off x="660240" y="1676520"/>
          <a:ext cx="10870920" cy="3783240"/>
        </p:xfrm>
        <a:graphic>
          <a:graphicData uri="http://schemas.openxmlformats.org/drawingml/2006/table">
            <a:tbl>
              <a:tblPr/>
              <a:tblGrid>
                <a:gridCol w="2174040"/>
                <a:gridCol w="51091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 또는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Matrix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m×n, block size 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나눔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씩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Sensitivity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mu-incoherent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 방향이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집중되지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 noise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covariance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sigma² 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VQ 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 moment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proxy ≤ g m mu² sigma² tr(H^(1/2))² ÷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Layer-local expected reconstruction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Independent blocks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 m sigma² tr(H)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Feedback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비교하는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layer 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다루며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downstream accuracy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보장하지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5, Theorem 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표현 단위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826360"/>
                <a:gridCol w="260892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E8P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dimension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개를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bits per scalar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 bits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Conceptual entries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2^16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8D codeword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lookup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2^8 ×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symmetry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KiB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2^16 × 8 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저장하지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16-bit 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묶는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5–7, Section 4.2; pp. 16–18, Appendix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16-bit E8P index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구조적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mechanism-lane-decode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group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mechanism-edge-d1-segment-1"/>
          <p:cNvSpPr/>
          <p:nvPr/>
        </p:nvSpPr>
        <p:spPr>
          <a:xfrm>
            <a:off x="329940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mechanism-edge-d2-segment-1"/>
          <p:cNvSpPr/>
          <p:nvPr/>
        </p:nvSpPr>
        <p:spPr>
          <a:xfrm>
            <a:off x="534132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mechanism-edge-d3-segment-1"/>
          <p:cNvSpPr/>
          <p:nvPr/>
        </p:nvSpPr>
        <p:spPr>
          <a:xfrm>
            <a:off x="738360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mechanism-edge-d4-segment-1"/>
          <p:cNvSpPr/>
          <p:nvPr/>
        </p:nvSpPr>
        <p:spPr>
          <a:xfrm>
            <a:off x="942588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mechanism-node-idx"/>
          <p:cNvSpPr/>
          <p:nvPr/>
        </p:nvSpPr>
        <p:spPr>
          <a:xfrm>
            <a:off x="173988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16-bit index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8D codeword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지정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mechanism-node-abs"/>
          <p:cNvSpPr/>
          <p:nvPr/>
        </p:nvSpPr>
        <p:spPr>
          <a:xfrm>
            <a:off x="378216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8-bit S lookup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 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mechanism-node-signs"/>
          <p:cNvSpPr/>
          <p:nvPr/>
        </p:nvSpPr>
        <p:spPr>
          <a:xfrm>
            <a:off x="582408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7 sign bits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parity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번째 결정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mechanism-node-shift"/>
          <p:cNvSpPr/>
          <p:nvPr/>
        </p:nvSpPr>
        <p:spPr>
          <a:xfrm>
            <a:off x="786636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 shift bit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D̂8−1/4 / D̂8+1/4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mechanism-node-vec"/>
          <p:cNvSpPr/>
          <p:nvPr/>
        </p:nvSpPr>
        <p:spPr>
          <a:xfrm>
            <a:off x="990864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8D codeword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복원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8D codebook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전부 저장하지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pattern, sign symmetry, shift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복원한다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6–7, Section 4.2; pp. 16–18, Appendix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구분하는 기준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1739160"/>
                <a:gridCol w="369612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있는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2D toy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점을 임의로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codeword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직관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Generic VQ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2^(k g)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codeword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codebook-size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 lattice symmetry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padding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16-bit index, 1 KiB decode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 error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성능이나 동일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-rate 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해석하면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3 and 5–7, Sections 2.4 and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 VQ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3-bit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구성한다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mechanism-lane-three"/>
          <p:cNvSpPr/>
          <p:nvPr/>
        </p:nvSpPr>
        <p:spPr>
          <a:xfrm>
            <a:off x="660240" y="180324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3-bit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mechanism-lane-four"/>
          <p:cNvSpPr/>
          <p:nvPr/>
        </p:nvSpPr>
        <p:spPr>
          <a:xfrm>
            <a:off x="660240" y="356868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4-bit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mechanism-edge-v31-segment-1"/>
          <p:cNvSpPr/>
          <p:nvPr/>
        </p:nvSpPr>
        <p:spPr>
          <a:xfrm>
            <a:off x="3299400" y="26859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mechanism-edge-v32-segment-1"/>
          <p:cNvSpPr/>
          <p:nvPr/>
        </p:nvSpPr>
        <p:spPr>
          <a:xfrm>
            <a:off x="5341320" y="268596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mechanism-edge-v33-segment-1"/>
          <p:cNvSpPr/>
          <p:nvPr/>
        </p:nvSpPr>
        <p:spPr>
          <a:xfrm>
            <a:off x="7383600" y="268596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mechanism-edge-v34-segment-1"/>
          <p:cNvSpPr/>
          <p:nvPr/>
        </p:nvSpPr>
        <p:spPr>
          <a:xfrm>
            <a:off x="9425880" y="26859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mechanism-edge-v41-segment-1"/>
          <p:cNvSpPr/>
          <p:nvPr/>
        </p:nvSpPr>
        <p:spPr>
          <a:xfrm>
            <a:off x="3299400" y="44510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mechanism-edge-v42-segment-1"/>
          <p:cNvSpPr/>
          <p:nvPr/>
        </p:nvSpPr>
        <p:spPr>
          <a:xfrm>
            <a:off x="5341320" y="445104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mechanism-edge-v43-segment-1"/>
          <p:cNvSpPr/>
          <p:nvPr/>
        </p:nvSpPr>
        <p:spPr>
          <a:xfrm>
            <a:off x="7383600" y="445104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mechanism-edge-v44-segment-1"/>
          <p:cNvSpPr/>
          <p:nvPr/>
        </p:nvSpPr>
        <p:spPr>
          <a:xfrm>
            <a:off x="9425880" y="44510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mechanism-node-x3"/>
          <p:cNvSpPr/>
          <p:nvPr/>
        </p:nvSpPr>
        <p:spPr>
          <a:xfrm>
            <a:off x="173988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8D block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mechanism-node-e8p3"/>
          <p:cNvSpPr/>
          <p:nvPr/>
        </p:nvSpPr>
        <p:spPr>
          <a:xfrm>
            <a:off x="378216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2-bit E8P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codeword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mechanism-node-r3"/>
          <p:cNvSpPr/>
          <p:nvPr/>
        </p:nvSpPr>
        <p:spPr>
          <a:xfrm>
            <a:off x="582408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값에서 첫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mechanism-node-e83"/>
          <p:cNvSpPr/>
          <p:nvPr/>
        </p:nvSpPr>
        <p:spPr>
          <a:xfrm>
            <a:off x="786636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1-bit E8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근사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mechanism-node-o3"/>
          <p:cNvSpPr/>
          <p:nvPr/>
        </p:nvSpPr>
        <p:spPr>
          <a:xfrm>
            <a:off x="990864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3-bit sum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codeword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mechanism-node-x4"/>
          <p:cNvSpPr/>
          <p:nvPr/>
        </p:nvSpPr>
        <p:spPr>
          <a:xfrm>
            <a:off x="173988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8D block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mechanism-node-e8p41"/>
          <p:cNvSpPr/>
          <p:nvPr/>
        </p:nvSpPr>
        <p:spPr>
          <a:xfrm>
            <a:off x="378216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2-bit E8P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codeword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mechanism-node-r4"/>
          <p:cNvSpPr/>
          <p:nvPr/>
        </p:nvSpPr>
        <p:spPr>
          <a:xfrm>
            <a:off x="582408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값에서 첫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mechanism-node-e8p42"/>
          <p:cNvSpPr/>
          <p:nvPr/>
        </p:nvSpPr>
        <p:spPr>
          <a:xfrm>
            <a:off x="786636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2-bit E8P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근사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mechanism-node-o4"/>
          <p:cNvSpPr/>
          <p:nvPr/>
        </p:nvSpPr>
        <p:spPr>
          <a:xfrm>
            <a:off x="990864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4-bit sum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codeword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첫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남긴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처리한다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7, Section 4.3; p. 24, Appendix F.5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QuIP#-NoFT pipeline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Hessian 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Pretrained linear 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sensitivity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IP-RHT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변환하고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 vector S_U, S_V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BlockLDLQ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g-coordinate 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함께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E8P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RVQ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2, 3, 4-bit vector 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Compressed layer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matched transform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Hessian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쓰지만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tuning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2, Algorithms 1–2; pp. 3–7, Sections 3–4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proxy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fine-tuning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두는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3484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Hessian-weighted output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누적되는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mismatch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Blockwise 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block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MSE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logit mismatch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model logit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cross-entropy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Development-set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누적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mismatch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줄인다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7–8, Section 5; pp. 21 and 24–25, Algorithm 5 and Appendix F.6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QuIP#-FT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고정되는 것과 학습되는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mechanism-lane-fixed"/>
          <p:cNvSpPr/>
          <p:nvPr/>
        </p:nvSpPr>
        <p:spPr>
          <a:xfrm>
            <a:off x="660240" y="180324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mechanism-lane-train"/>
          <p:cNvSpPr/>
          <p:nvPr/>
        </p:nvSpPr>
        <p:spPr>
          <a:xfrm>
            <a:off x="660240" y="356868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mechanism-edge-f1-segment-1"/>
          <p:cNvSpPr/>
          <p:nvPr/>
        </p:nvSpPr>
        <p:spPr>
          <a:xfrm>
            <a:off x="3809880" y="26859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mechanism-edge-f2-segment-1"/>
          <p:cNvSpPr/>
          <p:nvPr/>
        </p:nvSpPr>
        <p:spPr>
          <a:xfrm>
            <a:off x="3809880" y="44510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mechanism-edge-f3-segment-1"/>
          <p:cNvSpPr/>
          <p:nvPr/>
        </p:nvSpPr>
        <p:spPr>
          <a:xfrm>
            <a:off x="6362640" y="2685960"/>
            <a:ext cx="16092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mechanism-edge-f3-segment-2"/>
          <p:cNvSpPr/>
          <p:nvPr/>
        </p:nvSpPr>
        <p:spPr>
          <a:xfrm>
            <a:off x="6523560" y="2685960"/>
            <a:ext cx="360" cy="156204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mechanism-edge-f3-segment-3"/>
          <p:cNvSpPr/>
          <p:nvPr/>
        </p:nvSpPr>
        <p:spPr>
          <a:xfrm>
            <a:off x="6523560" y="4248000"/>
            <a:ext cx="32148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mechanism-edge-f3-label"/>
          <p:cNvSpPr/>
          <p:nvPr/>
        </p:nvSpPr>
        <p:spPr>
          <a:xfrm>
            <a:off x="6070680" y="21272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mechanism-edge-f4-segment-1"/>
          <p:cNvSpPr/>
          <p:nvPr/>
        </p:nvSpPr>
        <p:spPr>
          <a:xfrm>
            <a:off x="6362640" y="44510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mechanism-edge-f4-segment-2"/>
          <p:cNvSpPr/>
          <p:nvPr/>
        </p:nvSpPr>
        <p:spPr>
          <a:xfrm>
            <a:off x="6684120" y="4451040"/>
            <a:ext cx="360" cy="203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mechanism-edge-f4-segment-3"/>
          <p:cNvSpPr/>
          <p:nvPr/>
        </p:nvSpPr>
        <p:spPr>
          <a:xfrm>
            <a:off x="6684120" y="46544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mechanism-edge-f5-segment-1"/>
          <p:cNvSpPr/>
          <p:nvPr/>
        </p:nvSpPr>
        <p:spPr>
          <a:xfrm>
            <a:off x="8915400" y="44510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mechanism-node-codes"/>
          <p:cNvSpPr/>
          <p:nvPr/>
        </p:nvSpPr>
        <p:spPr>
          <a:xfrm>
            <a:off x="1739880" y="23558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Quantized W_hat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matrix gradient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mechanism-node-block"/>
          <p:cNvSpPr/>
          <p:nvPr/>
        </p:nvSpPr>
        <p:spPr>
          <a:xfrm>
            <a:off x="4292640" y="235584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MSE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 제공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mechanism-node-sign"/>
          <p:cNvSpPr/>
          <p:nvPr/>
        </p:nvSpPr>
        <p:spPr>
          <a:xfrm>
            <a:off x="1739880" y="4121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S_U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Real-valued vector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최적화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mechanism-node-mse"/>
          <p:cNvSpPr/>
          <p:nvPr/>
        </p:nvSpPr>
        <p:spPr>
          <a:xfrm>
            <a:off x="4292640" y="4121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Blockwise MSE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transformer block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mechanism-node-selected"/>
          <p:cNvSpPr/>
          <p:nvPr/>
        </p:nvSpPr>
        <p:spPr>
          <a:xfrm>
            <a:off x="6845400" y="4121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Sign, layernorm, LM head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mechanism-node-ce"/>
          <p:cNvSpPr/>
          <p:nvPr/>
        </p:nvSpPr>
        <p:spPr>
          <a:xfrm>
            <a:off x="9398160" y="4121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End-to-end 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logits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2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고정하고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학습한다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2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21, Algorithm 5; p. 24, Appendix F.6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Fine-tuning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261240"/>
                <a:gridCol w="34786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70B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GPU-hours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GPU-hours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 generation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시간 모두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시간 모두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Blockwise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 256, validation 128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Blockwise 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Adam, 5 epochs, 160 steps, batch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NVIDIA A100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NVIDIA A100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quality gain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optimization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따른다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24–25, Appendices F.6–F.7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4: Llama 2 70B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2-bit ablation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Context 4096, perplexity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낮을수록 좋음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282760"/>
                <a:gridCol w="2174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WikiText2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포함된 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QuIP#-FT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3.91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RHT, E8P, fine-tuning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QuIP#-NoFT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NoFT-noE8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4.58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6.51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1D half-integer 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고정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protocol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 codebook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각각 추가 개선과 함께 나타난다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9, Table 4 and Section 6.4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4: Llama 2 7B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더 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2-bit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격차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Context 4096, perplexity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낮을수록 좋음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391480"/>
                <a:gridCol w="21740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WikiText2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70B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protocol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QuIP#-FT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QuIP#-NoFT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NoFT-noE8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lattice codebook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이점이 실험적으로 나타난다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9, Table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2174040"/>
                <a:gridCol w="391356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Context length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안전한 사용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AWQ, OmniQuant, QuIP#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 protocol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FP16, QuIP, AQLM, QuIP#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4096 protocol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Appendix Hessian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native 4096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6144 RedPajama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조건으로 별도 기록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숫자를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처럼 직접 비교할 수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7–9, Tables 2 and 4; p. 24, Appendix F.2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5: RTX 4090 proof-of-concept inference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FlashAttention Llama implementation, generation throughput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peak memory bandwidth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이용률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2174040"/>
                <a:gridCol w="25002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rate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Tokens/s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bandwidth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170.50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29.60%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13B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104.83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33.80%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1 30B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38.39%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56.84%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70B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56.84%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named GPU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implementation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얻은 시스템 결과다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8–9, Table 5 and Section 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bits per 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전체 배포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5" name="Table 0"/>
          <p:cNvGraphicFramePr/>
          <p:nvPr/>
        </p:nvGraphicFramePr>
        <p:xfrm>
          <a:off x="660240" y="1676520"/>
          <a:ext cx="10870920" cy="3751920"/>
        </p:xfrm>
        <a:graphic>
          <a:graphicData uri="http://schemas.openxmlformats.org/drawingml/2006/table">
            <a:tbl>
              <a:tblPr/>
              <a:tblGrid>
                <a:gridCol w="2500200"/>
                <a:gridCol w="2391480"/>
                <a:gridCol w="336996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E8P indices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accounting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 bits per 8 weights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code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E8P source table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accounting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전체에 공유되는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KiB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작지만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 vectors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accounting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matrix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 bits/weight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retained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Appendix F.1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산정 대상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정량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claim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activation·cache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Appendix F.1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산정 대상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code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2-bit code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전체 배포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수치가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p. 24, Appendix F.1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Formal guarantee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evidence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565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성립하는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성립하지 않는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Lemma 3.1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high-probability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PPL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4.1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layer proxy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 accuracy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Tables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model·context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 4090 implementation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Hardware-independent speedup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Appendix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tuning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recipe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model·system experiment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범위를 검증한다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3–11, Lemma 3.1, Theorem 4.1, Tables 1–5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전체 논리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준비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NoFT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sign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Hadamard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집중을 완화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quantization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고르고 앞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residual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Structured code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RVQ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8D low-bit 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compact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3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선택적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NoFT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유지하거나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parameter FT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검증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Matched context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품질표와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named GPU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평가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4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변환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feedback, code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구조를 함께 설계한다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quipsharp-paper pp. 1–12, Sections 1–7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2026-09-12T05:13:14Z</dcterms:created>
  <dc:creator>Research Seminars</dc:creator>
  <dc:description/>
  <dc:language>ko-KR</dc:language>
  <cp:lastModifiedBy>Research Seminars</cp:lastModifiedBy>
  <dcterms:modified xsi:type="dcterms:W3CDTF">2026-09-12T05:13:14Z</dcterms:modified>
  <cp:revision>1</cp:revision>
  <dc:subject>QuIP#: Even Better LLM Quantization with Hadamard Incoherence and Lattice Codebooks</dc:subject>
  <dc:title>QuIP#: Hadamard 변환과 lattice codebook을 이용한 LLM 양자화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29</vt:r8>
  </property>
  <property fmtid="{D5CDD505-2E9C-101B-9397-08002B2CF9AE}" pid="3" name="PresentationFormat">
    <vt:lpwstr>On-screen Show (16:9)</vt:lpwstr>
  </property>
  <property fmtid="{D5CDD505-2E9C-101B-9397-08002B2CF9AE}" pid="4" name="Slides">
    <vt:r8>29</vt:r8>
  </property>
</Properties>
</file>