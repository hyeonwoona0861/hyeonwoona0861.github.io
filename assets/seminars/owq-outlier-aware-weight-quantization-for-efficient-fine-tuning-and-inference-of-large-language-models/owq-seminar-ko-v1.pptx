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CB2D1054-E3F4-4567-8F76-49E7AE1D6CB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OWQ: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민감한 가중치 열을 보존하는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가중치를 같은 비트로 양자화할 때 생기는 품질 손실을 줄이는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큰 가중치 값을 찾는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calibration activation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출력 오차에 민감해진 입력 방향의 가중치 열을 찾는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선택된 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보존하고 나머지는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방식으로 저비트 양자화합니다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AAAI-24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proceedings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https://ojs.aaai.org/index.php/AAAI/article/view/29237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1,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370B9BD-347B-4447-A29E-50F920DFCFD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정확한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sub-4-bit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양자화하는 계열에 속합니다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weak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추가되므로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3.01-bit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물리적 비트 수가 아니라 전체 표현을 평균한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effective bit-width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pp. 2–4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2E04A11-F05F-4BBD-B20F-DED22106F06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 정의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가중치 오차가 아니라 출력 오차를 줄인다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output reconstruction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최소화하면서 압축 목표를 만족하는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평가 기준은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숫자로 얼마나 가까운지만이 아니라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통과한 출력이 얼마나 가까운지입니다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3, Eq.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31240D3-0DEF-40B5-A0BA-1CBCD8A3450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Weak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작은 열이 아니라 양자화에 민감한 열이다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weak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단순히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min-max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범위가 큰 열과 일치하지 않음을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weak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이름은 값이 약하다는 뜻이 아니라 저비트 반올림에 취약하다는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보존 단위는 개별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4, Figs. 2–3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FEE9FC1-35EB-45C3-816C-D3366BAE65F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Calibration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열별 민감도로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동일하게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2XX transpose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유도합니다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대각값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lambda_j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feature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에너지가 얼마나 큰지 반영합니다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분포에 의존하므로 실제 배포 입력이 달라지면 민감한 열도 달라질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3, Eqs. 4–5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A36E79C-7051-49FC-8B8A-4C68C1EBC75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대각값을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대각 행렬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[[1,0],[0,3]]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두면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XX transpose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대각은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 = 2XX transpose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예는 계산을 이해하기 위한 값이며 모델에서 측정한 통계가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3, Eq.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6EE6A80-63C9-466B-A0AE-5FB7DD738DC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오차의 열이 선택된다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s_j = lambda_j ×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column perturbation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제곱합입니다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× 0.0200 = 0.0400,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 × 0.0032 = 0.0576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남기면 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절대 점수와 출력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동일시하지 않고 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순위 계산에만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4, Eq.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F161831-80CE-4DA0-97A5-C9A9F92C5A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Weak 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 절차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제안 점수와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weight-error-only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기준보다 해당 설정에서 더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기여하는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sensitivity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perturbation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보는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pp. 4 and 8, Eq. 6 and Table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E69F203-BDCC-4088-993D-AD077D9F2DB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Ablation: 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오차만 보면 민감한 열을 놓친다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제안 점수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lambda_j × column perturbation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Hessian-only, weight-error-only, weight magnitude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합을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 점수와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두 모델에서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기준보다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모델의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보편적 순위 증명으로 확대하지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8, Table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D679995-4E9E-4867-AE7C-59796B8A3B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OWQ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 형식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열 단위 혼합 정밀도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선택된 열의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output-row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그 열 위치를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zero-fill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weak 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값과 정수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별도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구현은 이 두 부분을 합산해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4, OWQ storage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E8D7886-952A-4E21-91A0-6D8CACEEA7A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 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weak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열은 마지막에 남긴다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열을 양자화한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 Hessian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정보를 이용해 아직 처리하지 않은 열을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weak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뒤로 보내므로 다른 열의 오차가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열을 통해 보상되고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weak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 자체는 양자화되지 않아 보상된 값을 보존합니다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pp. 3–4, Eqs.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1B66982-60AB-49CA-927E-1FA7B08F103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기준과 나중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repository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옵션을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act-order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true-sequential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논문에는 없었고 이후 공식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추가되었다고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비교를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기본적으로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TS+AO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제시하지만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별도 표기가 없으면 적용하지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조건을 빼면 표의 방법 비교가 흐려집니다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5, Experimental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E11C00C-F796-4D56-BB00-BAD90C14F80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조정한다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truncation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바로 적용하면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weak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값까지 잘려 품질이 크게 나빠질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열을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제외한 뒤 나머지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탐색합니다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truncation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언제나 좋다는 보편 명제가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pp. 4–5, Quantization Configuration Search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1FB3C8C-20B9-45A4-8A4D-47BF158682F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추론은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GeMV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경로의 출력을 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CUDA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경로는 저비트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decompress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GeMV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동시에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weak column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해당하는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gather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weak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두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GeMV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결과를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주장은 이 구현과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조건부입니다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6, Acceleration on Real Device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479FA5B-778F-4D01-86E5-FDC448CE340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WCT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선택된 기존 열만 학습한다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OWQ base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만든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남은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weak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task-specific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미세조정합니다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고정됩니다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LoRA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새로운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low-rank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행렬을 더하지 않으며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low-rank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동등성을 주장하지도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5, PEFT with WCT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D48B10C-59A5-4F3E-A6DC-4195D5A2F42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읽기 전에 실험 조건을 고정한다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설정을 사용하고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OWQ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수치는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오차 범위를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zero-shot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few-shot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lm-evaluation-harness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모든 하드웨어로 결과를 일반화하지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5, Experimental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CF80E60-BF5B-4EE1-8A6E-0E213ECD00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WikiText-2: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예산이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3-bit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손실을 줄인다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OPT-6.7B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OWQ 3.1-bit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 4-bit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특정 모델과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WikiText-2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비교이지 모든 평가에서 동일하다는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LLaMA-7B fp16 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5.68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복원했다고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6, Tables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CE43ADC-5647-4E9E-8F54-B5064E32403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Few-shot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3-bit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기준선 격차를 줄인다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평균은 세 과제와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설정을 합친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OWQ 3.01-bit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 3-bit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높지만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4-bit OPTQ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평균을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downstream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성능으로 일반화하지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pp. 6–7, Table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B895208-8D57-421C-ACD6-6BAF5E0A4E7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Group-wise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직교한다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줄이는 세밀한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uniform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적용할 수 있음을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ungrouped 3.01-bit 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grouped OPTQ 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비슷한 품질을 더 작은 추가 저장 비용으로 제공한다고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LLaMA-7B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8, Table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00B5B9D-831E-4DE2-A99A-6C69E0D226B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Weak 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예산이 늘면 품질 이득은 포화된다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여섯 점 중 대표 다섯 점을 표시했습니다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예산이 커질수록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perplexity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개선 폭은 줄어들지만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계속 증가합니다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설명과 특정 모델의 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혼동하지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8, Table 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38FABAF-0837-435A-A4B1-511EB4B4D5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Latency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 kernel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 비교다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GeMV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 3-bit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serving latency, batching, prefill, decode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모두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pp. 6–7, Table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BFC493B-2AE5-4139-9C7A-C1661105DBA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WCT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GPT-4 judge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평가에 조건부다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제시 순서 편향을 줄이기 위해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모두 평가해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160 judgments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r=64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QLoRA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 이기고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 동률입니다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사람 평가가 아니며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질문과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GPT-4 judge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조건부입니다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p. 7,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CA535AD-44F3-415B-9FD4-526B878143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주변 방법과 구분하기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보상을 계승하지만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weak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보존하고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quantization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조정하며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같은 열을 학습 대상으로 재사용한다는 점이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연결된 기여입니다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KV 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압축하는 방법으로 확대 해석하지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pp. 2–5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AF35341-4F9A-4DE3-9C60-4ABD261DB1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보여 준 것과 남은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중심 증거는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activation-aware weak 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선택이 매우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품질 손실을 줄이고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열을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사용할 수 있다는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동시에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shift, mixed representation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하드웨어 의존성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top-k trade-off, judge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WCT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평가라는 한계를 함께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aaai-pdf | pp. 5–8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AAAI-24 camera-ready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D3AAA26-8646-4645-AFC7-3E5144587CE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OWQ: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민감한 가중치 열을 보존하는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LLM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OWQ: Outlier-Aware Weight Quantization for Efficient Fine-Tuning and Inference of Large Language Models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Changhun Lee, Jungyu Jin, Taesu Kim, Hyungjun Kim, Eunhyeok Park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 outlier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만드는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weak column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남기고 나머지 가중치를 저비트로 압축하는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weight-only PTQ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AAAI-24 record; aaai-pdf p. 1,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정확한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6746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 밖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layer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activation·KV cache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양자화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절차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layer-wise 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대규모 재학습을 전제로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정밀도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저비트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weight + fp16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일부 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값이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3.01-bit scalar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embedding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precision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완전한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W3A3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weight-only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혼합 정밀도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3.01-bit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평균 저장 비용이다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pp. 2–4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 정의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가중치 오차가 아니라 출력 오차를 줄인다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full-precision linear layer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가중치다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calibration 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대표 입력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민감도를 관찰한다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W_hat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 목표를 만족하는 저정밀 표현이다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 비교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W_hat 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제곱 오차를 최소화한다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오차라도 자주 크고 중요한 입력 방향에 놓이면 출력 영향이 커질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3, Eq.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Weak column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작은 열이 아니라 양자화에 민감한 열이다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38048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판별 기준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보는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와의 관계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magnitude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가중치 자체의 절댓값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기준이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perturbation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반올림 전후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민감도 점수의 한 요소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sensitivity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방향의 에너지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대각값으로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Weak column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요소가 만든 출력 영향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열을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outlier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error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민감한 전체 입력 열을 고른다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4, Figs. 2–3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activation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열별 민감도로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행렬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feature,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열은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token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 = 2XX transpose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output error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곡률을 나타내는 행렬이다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대각값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lambda_j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feature j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activation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에너지를 반영한다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열별 점수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lambda_j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해당 열의 양자화 오차를 곱한다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lambda_j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데이터에서 얻은 민감도 성분이며 영구적인 중요도 보장은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3, Eqs. 4–5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계산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1: X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대각값을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실험값이 아니라 식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설명하기 위해 독립적으로 계산한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2×2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1630440"/>
                <a:gridCol w="16304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 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 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 = 2XX transpose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대각값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lambda_1, lambda_2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feature 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 크므로 제곱 에너지는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Hessian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대각값도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배가 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3, Eq.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계산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작은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오차의 열이 선택된다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521720"/>
                <a:gridCol w="1847880"/>
                <a:gridCol w="2935080"/>
                <a:gridCol w="217404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lambda_j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delta W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열의 제곱합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점수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s_j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128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0.0400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아니오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128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0.0576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weight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오차가 더 작아도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민감도가 커서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예산을 받는다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4, Eq.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Weak column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절차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임시 양자화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열의 저비트 반올림 결과를 만든다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perturbation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원래 열과 임시 양자화 열의 차이를 계산한다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Sensitivity score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lambda_j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perturbation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제곱합을 곱한다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Top-k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점수가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column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weak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지정한다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정밀도 분리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weak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열은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나머지는 저비트 대상으로 둔다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오차만도 아닌 두 요소의 결합이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기준이다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pp. 4 and 8, Eq. 6 and Table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Ablation: weight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오차만 보면 민감한 열을 놓친다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WikiText-2 perplexity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낮을수록 좋다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2174040"/>
                <a:gridCol w="1956600"/>
                <a:gridCol w="217404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 점수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오차만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OPT-6.7B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13.08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14.77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6.64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6.76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11.57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설정에서는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sensitivity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포함한 기준이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weight-only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기준보다 낫다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8, Table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OWQ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 형식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열 단위 혼합 정밀도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weak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선택된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3×4 weight matrix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편집 가능한 구조 예시다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065320"/>
                <a:gridCol w="2717640"/>
                <a:gridCol w="2065320"/>
                <a:gridCol w="2065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행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weak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저장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low-bit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idx=2 + fp16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low-bit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low-bit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저비트 행렬의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weak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두고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fp16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열과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 index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별도 보관한다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4, OWQ storage format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나머지 열은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weak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열은 마지막에 남긴다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열 순서 재배치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저비트 대상 열을 앞에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weak fp16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열을 뒤에 둔다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저비트 열 양자화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열을 순차적으로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오차 보상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아직 양자화하지 않은 열의 값을 갱신한다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0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Weak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열 유지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보상값을 받은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weak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열은 끝까지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남는다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마지막까지 유연한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열이 앞선 저비트 양자화 오차를 흡수할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pp. 3–4, Eqs.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OPTQ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기준과 나중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repository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옵션을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42397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실험의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열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 quantization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weak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열은 뒤로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Act-order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 논문 이후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repository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기준선에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TS+AO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True-sequential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 논문 이후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repository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기준선에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TS+AO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선택 사항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명시되지 않으면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TS·AO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이름이 가리키는 기본 논문 방법과 이후 코드 옵션은 같은 조건이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5, Experimental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range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조정한다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Min–max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 범위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전체 범위에서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step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zero point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시작한다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범위 축소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truncation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정도를 바꾸며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2D grid search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RTN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오차 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후보의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reconstruction error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비교한다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OPTQ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적용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설정 위에서 순차 보상 양자화를 수행한다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 축소의 이점은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weak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열을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보호한 이 설정에서 관찰된 구현 선택이다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pp. 4–5, Quantization Configuration Search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추론은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GeMV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경로의 출력을 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"/>
          <p:cNvSpPr/>
          <p:nvPr/>
        </p:nvSpPr>
        <p:spPr>
          <a:xfrm>
            <a:off x="6095880" y="2323800"/>
            <a:ext cx="360" cy="190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Shape 2"/>
          <p:cNvSpPr/>
          <p:nvPr/>
        </p:nvSpPr>
        <p:spPr>
          <a:xfrm>
            <a:off x="3301920" y="251460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Shape 3"/>
          <p:cNvSpPr/>
          <p:nvPr/>
        </p:nvSpPr>
        <p:spPr>
          <a:xfrm>
            <a:off x="3301920" y="2514600"/>
            <a:ext cx="360" cy="355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Shape 4"/>
          <p:cNvSpPr/>
          <p:nvPr/>
        </p:nvSpPr>
        <p:spPr>
          <a:xfrm>
            <a:off x="8889840" y="2514600"/>
            <a:ext cx="360" cy="355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Shape 5"/>
          <p:cNvSpPr/>
          <p:nvPr/>
        </p:nvSpPr>
        <p:spPr>
          <a:xfrm>
            <a:off x="3301920" y="358128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Shape 6"/>
          <p:cNvSpPr/>
          <p:nvPr/>
        </p:nvSpPr>
        <p:spPr>
          <a:xfrm>
            <a:off x="3301920" y="38350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Shape 7"/>
          <p:cNvSpPr/>
          <p:nvPr/>
        </p:nvSpPr>
        <p:spPr>
          <a:xfrm>
            <a:off x="8889840" y="358128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Shape 8"/>
          <p:cNvSpPr/>
          <p:nvPr/>
        </p:nvSpPr>
        <p:spPr>
          <a:xfrm>
            <a:off x="6730920" y="38350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Shape 9"/>
          <p:cNvSpPr/>
          <p:nvPr/>
        </p:nvSpPr>
        <p:spPr>
          <a:xfrm>
            <a:off x="5460840" y="383508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Shape 10"/>
          <p:cNvSpPr/>
          <p:nvPr/>
        </p:nvSpPr>
        <p:spPr>
          <a:xfrm>
            <a:off x="6730920" y="383508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Shape 11"/>
          <p:cNvSpPr/>
          <p:nvPr/>
        </p:nvSpPr>
        <p:spPr>
          <a:xfrm>
            <a:off x="6095880" y="480060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12"/>
          <p:cNvSpPr/>
          <p:nvPr/>
        </p:nvSpPr>
        <p:spPr>
          <a:xfrm>
            <a:off x="4191120" y="17272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 x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3"/>
          <p:cNvSpPr/>
          <p:nvPr/>
        </p:nvSpPr>
        <p:spPr>
          <a:xfrm>
            <a:off x="4191120" y="200664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 벡터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4"/>
          <p:cNvSpPr/>
          <p:nvPr/>
        </p:nvSpPr>
        <p:spPr>
          <a:xfrm>
            <a:off x="1270080" y="297180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저비트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dense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5"/>
          <p:cNvSpPr/>
          <p:nvPr/>
        </p:nvSpPr>
        <p:spPr>
          <a:xfrm>
            <a:off x="1270080" y="325116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복원 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GeMV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6"/>
          <p:cNvSpPr/>
          <p:nvPr/>
        </p:nvSpPr>
        <p:spPr>
          <a:xfrm>
            <a:off x="6858000" y="297180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Weak fp16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7"/>
          <p:cNvSpPr/>
          <p:nvPr/>
        </p:nvSpPr>
        <p:spPr>
          <a:xfrm>
            <a:off x="6858000" y="325116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gather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GeMV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8"/>
          <p:cNvSpPr/>
          <p:nvPr/>
        </p:nvSpPr>
        <p:spPr>
          <a:xfrm>
            <a:off x="4191120" y="419112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출력 합산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9"/>
          <p:cNvSpPr/>
          <p:nvPr/>
        </p:nvSpPr>
        <p:spPr>
          <a:xfrm>
            <a:off x="4191120" y="447048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축에서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0"/>
          <p:cNvSpPr/>
          <p:nvPr/>
        </p:nvSpPr>
        <p:spPr>
          <a:xfrm>
            <a:off x="4191120" y="52322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Linear layer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1"/>
          <p:cNvSpPr/>
          <p:nvPr/>
        </p:nvSpPr>
        <p:spPr>
          <a:xfrm>
            <a:off x="4191120" y="55119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혼합 정밀도 결과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6, Acceleration on Real Device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WCT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선택된 기존 열만 학습한다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7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42397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WCT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LoRA·QLoRA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남긴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weak columns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low-rank adapter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저비트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부분 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 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열을 직접 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저랭크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branch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관계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 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PEFT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WCT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LoRA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다른 이름이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weak column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선택을 학습 파라미터 선택에도 재사용한다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5, PEFT with WCT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읽기 전에 실험 조건을 고정한다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4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935080"/>
                <a:gridCol w="7935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 125M–66B, LLaMA 7B–65B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무작위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× 2,048 tokens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재학습 없이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layer-wise quantization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수치는 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 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회와 오차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하드웨어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A100 80 GB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RTX3090 24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overhead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GPU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조건에서 해석해야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5, Experimental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WikiText-2: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예산이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3-bit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손실을 줄인다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500200"/>
                <a:gridCol w="2391480"/>
                <a:gridCol w="2174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Effective bits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Perplexity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낮을수록 좋음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OPT-6.7B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12.88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OPT-6.7B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11.21 ± 0.05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OPT-6.7B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OPT-6.7B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11.14 ± 0.03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 → OWQ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→ 3.01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8.13 → 6.66 ± 0.04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설정에서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OWQ 3.1-bit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OPTQ 4-bit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비슷하지만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아직 못 미친다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6, Tables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Few-shot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평균에서도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3-bit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기준선 격차를 줄인다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LLaMA-7B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ARC-Challenge 25-shot, HellaSwag 10-shot, MMLU 5-shot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평균이다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2174040"/>
                <a:gridCol w="336996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Effective bits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점수 높을수록 좋음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precision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54.81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 모델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52.91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4-bit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51.93 ± 0.48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weak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50.21 ± 0.45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weak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47.06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TS+AO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이득은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perplexity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뿐 아니라 지정된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few-shot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묶음에서도 관찰된다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pp. 6–7, Table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Group-wise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양자화와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직교한다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4348440"/>
                <a:gridCol w="2174040"/>
                <a:gridCol w="195660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LLaMA-7B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WikiText-2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Winogrande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 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10.26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64.33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 3-bit, group 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6.56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8.36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67.60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 3.01-bit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6.65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8.62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67.05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 3.01-bit, group 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69.57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더할 수 있지만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parameter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 비용도 생긴다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8, Table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Weak column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예산이 늘면 품질 이득은 포화된다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OPT-6.7B, OPTQ 3-bit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기준 상대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overhead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latency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절댓값이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2826360"/>
                <a:gridCol w="293508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Effective bits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WikiText-2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Latency overhead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 overhead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11.38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2.89%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2.91%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11.19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4.19%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2.04%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11.17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6.21%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3.95%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11.13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8.69%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10.95%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Top-k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비율은 정확도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·latency·memory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교환하는 조절점이지 고정된 최적값이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8, Table 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주장은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custom kernel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 비교다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3587400"/>
                <a:gridCol w="315252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LLaMA-7B layer group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 3.01-bit overhead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기준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k/q/v/o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 OPTQ kernel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up/gate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2.34%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 OPTQ kernel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down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2.03%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 OPTQ kernel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수치는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end-to-end speedup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3-bit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형식의 보편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overhead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pp. 6–7, Table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WCT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작은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GPT-4 judge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평가에 조건부다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8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2935080"/>
                <a:gridCol w="260892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WCT r=64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QLoRA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81 wins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54 wins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 ties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표본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Vicuna 80 questions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제시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160 judgments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LLaMA-7B 4-bit OWQ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OpenAssistant subset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adaptation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nucleus p=0.9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temperature 0.7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GPT-4 judge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WCT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더 많이 이긴 결과는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judge·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질문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 설정을 벗어난 일반 선호도 증명이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p. 7,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주변 방법과 구분하기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391356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단위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와의 차이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 반올림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민감도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순차 보상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OPTQ·GPTQ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순차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weak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열을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남기지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Magnitude outlier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출력 민감도로 열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LoRA·QLoRA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low-rank adapter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weak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열을 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W4A4·KV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cache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압축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 weight-only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 밖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민감한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column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보존과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tuning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함께 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pp. 2–5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논문이 보여 준 것과 남은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956600"/>
                <a:gridCol w="467460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확인된 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OPT·LLaMA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few-shot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LLM·task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일반화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민감도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Hessian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열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 이동 시 열 순위 변화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A100 custom kernel overhead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속도 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Effective bit sweep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보편 최적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top-k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미세조정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GPT-4 judge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WCT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소규모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judge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평가에 조건부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열 선택과 속도는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kernel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의존한다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aaai-pdf pp. 5–8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2026-09-12T04:08:13Z</dcterms:created>
  <dc:creator>Research Seminars</dc:creator>
  <dc:description/>
  <dc:language>ko-KR</dc:language>
  <cp:lastModifiedBy>Research Seminars</cp:lastModifiedBy>
  <dcterms:modified xsi:type="dcterms:W3CDTF">2026-09-12T04:08:13Z</dcterms:modified>
  <cp:revision>1</cp:revision>
  <dc:subject>OWQ: Outlier-Aware Weight Quantization for Efficient Fine-Tuning and Inference of Large Language Models</dc:subject>
  <dc:title>OWQ: 민감한 가중치 열을 보존하는 LLM 양자화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24</vt:r8>
  </property>
  <property fmtid="{D5CDD505-2E9C-101B-9397-08002B2CF9AE}" pid="3" name="PresentationFormat">
    <vt:lpwstr>On-screen Show (16:9)</vt:lpwstr>
  </property>
  <property fmtid="{D5CDD505-2E9C-101B-9397-08002B2CF9AE}" pid="4" name="Slides">
    <vt:r8>24</vt:r8>
  </property>
</Properties>
</file>