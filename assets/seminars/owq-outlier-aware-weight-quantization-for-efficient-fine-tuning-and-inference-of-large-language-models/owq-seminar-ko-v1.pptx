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OWQ: 민감한 가중치 열을 보존하는 LLM 양자화
발표 대본
OWQ는 모든 가중치를 같은 비트로 양자화할 때 생기는 품질 손실을 줄이는 방법입니다. 핵심은 큰 가중치 값을 찾는 것이 아니라, calibration activation 때문에 출력 오차에 민감해진 입력 방향의 가중치 열을 찾는 것입니다. 선택된 열은 fp16으로 보존하고 나머지는 OPTQ 방식으로 저비트 양자화합니다.
공개 출처
aaai-paper | AAAI-24 record
AAAI-24 proceedings record
https://ojs.aaai.org/index.php/AAAI/article/view/29237
aaai-pdf | p. 1, Abstract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OWQ의 정확한 범위
발표 대본
논문은 입력 activation은 fp16으로 두고 weight만 sub-4-bit로 양자화하는 계열에 속합니다. 선택된 weak column과 그 index가 추가되므로 3.01-bit는 각 scalar의 물리적 비트 수가 아니라 전체 표현을 평균한 effective bit-width입니다.
공개 출처
aaai-pdf | pp. 2–4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문제 정의: 가중치 오차가 아니라 출력 오차를 줄인다
발표 대본
논문의 식 3은 layer output reconstruction error를 최소화하면서 압축 목표를 만족하는 W_hat을 찾습니다. 따라서 평가 기준은 W와 W_hat이 숫자로 얼마나 가까운지만이 아니라 실제 calibration input을 통과한 출력이 얼마나 가까운지입니다.
공개 출처
aaai-pdf | p. 3, Eq. 3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Weak column은 작은 열이 아니라 양자화에 민감한 열이다
발표 대본
Figure 3은 선택된 weak column이 단순히 min-max 범위가 큰 열과 일치하지 않음을 보여 줍니다. weak라는 이름은 값이 약하다는 뜻이 아니라 저비트 반올림에 취약하다는 뜻입니다. 보존 단위는 개별 scalar나 output channel이 아니라 weight matrix의 전체 input column입니다.
공개 출처
aaai-pdf | p. 4, Figs. 2–3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Calibration activation에서 열별 민감도로
발표 대본
논문은 각 output row의 Hessian이 동일하게 2XX transpose라고 유도합니다. 대각값 lambda_j는 특정 input feature 방향의 activation 에너지가 얼마나 큰지 반영합니다. 이는 calibration 분포에 의존하므로 실제 배포 입력이 달라지면 민감한 열도 달라질 수 있습니다.
공개 출처
aaai-pdf | p. 3, Eqs. 4–5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교육용 계산 1: X가 Hessian 대각값을 만든다
발표 대본
X를 대각 행렬 [[1,0],[0,3]]으로 두면 XX transpose의 대각은 1과 9이고, 논문의 Hessian 정의 H = 2XX transpose에 따라 2와 18이 됩니다. 이 예는 계산을 이해하기 위한 값이며 모델에서 측정한 통계가 아닙니다.
공개 출처
aaai-pdf | p. 3, Eq. 4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교육용 계산 2: 더 작은 weight 오차의 열이 선택된다
발표 대본
점수는 s_j = lambda_j × 해당 weight column perturbation의 제곱합입니다. 열 1은 2 × 0.0200 = 0.0400, 열 2는 18 × 0.0032 = 0.0576입니다. 따라서 top-1을 남기면 열 2를 선택합니다. 절대 점수와 출력 SSE를 동일시하지 않고 식 6의 순위 계산에만 사용합니다.
공개 출처
aaai-pdf | p. 4, Eq. 6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Weak column 선택 절차
발표 대본
Table 7에서는 제안 점수와 Hessian-only 기준이 weight-error-only 기준보다 해당 설정에서 더 낮은 perplexity를 보입니다. 핵심은 output error에 기여하는 activation sensitivity와 quantization perturbation을 함께 보는 것입니다.
공개 출처
aaai-pdf | pp. 4 and 8, Eq. 6 and Table 7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Ablation: weight 오차만 보면 민감한 열을 놓친다
발표 대본
Table 7은 제안 점수 lambda_j × column perturbation 제곱합, Hessian-only, weight-error-only, weight magnitude 합을 비교합니다. 제안 점수와 Hessian-only가 두 모델에서 weight-only 기준보다 낮은 perplexity를 보입니다. 두 모델의 ablation이므로 보편적 순위 증명으로 확대하지 않습니다.
공개 출처
aaai-pdf | p. 8, Table 7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OWQ 저장 형식: 전체 열 단위 혼합 정밀도
발표 대본
OWQ는 선택된 열의 모든 output-row weight를 fp16으로 저장합니다. 저비트 dense matrix에서는 그 열 위치를 zero-fill하고, weak column 값과 정수 index를 별도 저장합니다. 실제 구현은 이 두 부분을 합산해 원래 linear output을 만듭니다.
공개 출처
aaai-pdf | p. 4, OWQ storage format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나머지 열은 OPTQ로, weak 열은 마지막에 남긴다
발표 대본
OPTQ는 한 열을 양자화한 뒤 inverse Hessian 정보를 이용해 아직 처리하지 않은 열을 갱신합니다. OWQ는 weak column을 뒤로 보내므로 다른 열의 오차가 이 fp16 열을 통해 보상되고, weak 열 자체는 양자화되지 않아 보상된 값을 보존합니다.
공개 출처
aaai-pdf | pp. 3–4, Eqs. 1–2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논문의 OPTQ 기준과 나중 repository 옵션을 구분한다
발표 대본
OWQ 논문은 act-order와 true-sequential이 OPTQ 논문에는 없었고 이후 공식 GitHub에 추가되었다고 명시합니다. 비교를 위해 OPTQ에는 기본적으로 TS+AO 결과를 제시하지만, OWQ에는 별도 표기가 없으면 적용하지 않습니다. 이 조건을 빼면 표의 방법 비교가 흐려집니다.
공개 출처
aaai-pdf | p. 5, Experimental Setup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OWQ는 quantization range도 calibration으로 조정한다
발표 대본
일반 OPTQ에 truncation을 바로 적용하면 key와 query의 큰 weak 값까지 잘려 품질이 크게 나빠질 수 있습니다. OWQ는 그 열을 fp16으로 제외한 뒤 나머지 dense weight의 step size와 zero point를 탐색합니다. truncation이 언제나 좋다는 보편 명제가 아닙니다.
공개 출처
aaai-pdf | pp. 4–5, Quantization Configuration Search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추론은 두 GeMV 경로의 출력을 더한다
발표 대본
논문의 CUDA 경로는 저비트 dense matrix를 fp16으로 decompress한 뒤 GeMV를 수행합니다. 동시에 weak column index에 해당하는 activation channel만 gather해서 fp16 weak matrix와 두 번째 GeMV를 수행하고, 두 결과를 더합니다. 따라서 latency 주장은 이 구현과 GPU에 조건부입니다.
공개 출처
aaai-pdf | p. 6, Acceleration on Real Device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WCT는 선택된 기존 열만 학습한다
발표 대본
WCT는 먼저 OWQ base model을 만든 뒤, fp16으로 남은 기존 weak column만 task-specific data로 미세조정합니다. 저비트 dense matrix는 고정됩니다. LoRA처럼 새로운 low-rank 행렬을 더하지 않으며 low-rank 동등성을 주장하지도 않습니다.
공개 출처
aaai-pdf | p. 5, PEFT with WCT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결과를 읽기 전에 실험 조건을 고정한다
발표 대본
논문은 OPTQ와 같은 calibration 설정을 사용하고, OWQ 수치는 세 seed의 오차 범위를 보고합니다. zero-shot와 few-shot은 lm-evaluation-harness를 사용합니다. 모든 LLM과 모든 하드웨어로 결과를 일반화하지 않습니다.
공개 출처
aaai-pdf | p. 5, Experimental Setup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WikiText-2: 작은 fp16 예산이 3-bit 손실을 줄인다
발표 대본
OPT-6.7B에서는 OWQ 3.1-bit와 OPTQ 4-bit가 모두 11.14로 보고됩니다. 이것은 특정 모델과 WikiText-2에서의 비교이지 모든 평가에서 동일하다는 뜻은 아닙니다. LLaMA-7B fp16 perplexity는 5.68이므로 OWQ가 full precision을 복원했다고 말하지 않습니다.
공개 출처
aaai-pdf | p. 6, Tables 1–2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Few-shot 평균에서도 3-bit 기준선 격차를 줄인다
발표 대본
Table 4의 평균은 세 과제와 서로 다른 shot 설정을 합친 값입니다. OWQ 3.01-bit는 OPTQ 3-bit보다 높지만 4-bit OPTQ와 full precision보다 낮습니다. 이 평균을 모든 downstream task의 성능으로 일반화하지 않습니다.
공개 출처
aaai-pdf | pp. 6–7, Table 4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Group-wise 양자화와 OWQ는 서로 직교한다
발표 대본
Table 6은 group size를 줄이는 세밀한 uniform quantization과 OWQ를 함께 적용할 수 있음을 보여 줍니다. 논문은 ungrouped 3.01-bit OWQ가 grouped OPTQ 128과 비슷한 품질을 더 작은 추가 저장 비용으로 제공한다고 설명합니다. 표의 수치는 LLaMA-7B 조건입니다.
공개 출처
aaai-pdf | p. 8, Table 6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Weak column 예산이 늘면 품질 이득은 포화된다
발표 대본
Table 8의 여섯 점 중 대표 다섯 점을 표시했습니다. 비트 예산이 커질수록 perplexity 개선 폭은 줄어들지만 latency와 memory overhead는 계속 증가합니다. 논문의 약 0.3% 일반 설명과 특정 모델의 정확한 overhead를 혼동하지 않습니다.
공개 출처
aaai-pdf | p. 8, Table 8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Latency 주장은 custom kernel 내부 비교다
발표 대본
Table 5는 특정 layer group에서 OWQ의 두 번째 GeMV가 더하는 overhead를 논문의 OPTQ 3-bit kernel과 비교합니다. 모델 전체 serving latency, batching, prefill, decode를 모두 포함한 fp16 비교가 아닙니다.
공개 출처
aaai-pdf | pp. 6–7, Table 5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WCT 결과는 작은 GPT-4 judge 평가에 조건부다
발표 대본
논문은 제시 순서 편향을 줄이기 위해 두 ordering을 모두 평가해 160 judgments를 보고합니다. r=64에서 WCT가 81회, QLoRA가 54회 이기고 25회 동률입니다. 사람 평가가 아니며 80개 질문과 GPT-4 judge에 조건부입니다.
공개 출처
aaai-pdf | p. 7, Fig. 4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OWQ를 주변 방법과 구분하기
발표 대본
OPTQ의 Hessian 보상을 계승하지만 weak column을 fp16으로 보존하고, quantization range를 조정하며, WCT에서 같은 열을 학습 대상으로 재사용한다는 점이 OWQ의 연결된 기여입니다. activation이나 KV cache까지 압축하는 방법으로 확대 해석하지 않습니다.
공개 출처
aaai-pdf | pp. 2–5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논문이 보여 준 것과 남은 한계
발표 대본
논문의 중심 증거는 activation-aware weak column 선택이 매우 낮은 weight precision에서 품질 손실을 줄이고, 같은 열을 WCT에 사용할 수 있다는 것입니다. 동시에 calibration shift, mixed representation의 하드웨어 의존성, top-k trade-off, judge 기반 WCT 평가라는 한계를 함께 남깁니다.
공개 출처
aaai-pdf | pp. 5–8
AAAI-24 camera-ready paper PDF
https://ojs.aaai.org/index.php/AAAI/article/download/29237/30335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OWQ: 민감한 가중치 열을 보존하는 LLM 양자화</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OWQ: Outlier-Aware Weight Quantization for Efficient Fine-Tuning and Inference of Large Language Models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Changhun Lee, Jungyu Jin, Taesu Kim, Hyungjun Kim, Eunhyeok Park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activation outlier가 만드는 weak column을 fp16으로 남기고 나머지 가중치를 저비트로 압축하는 weight-only PTQ</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aaai-paper AAAI-24 record; aaai-pdf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OWQ의 정확한 범위</a:t>
            </a:r>
            <a:endParaRPr lang="en-US" sz="3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OWQ가 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 밖</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layer의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activation·KV cache 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절차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기반 layer-wise 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대규모 재학습을 전제로 한 QAT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정밀도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저비트 dense weight + fp16 일부 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값이 같은 3.01-bit scalar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embedding과 head는 full precision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완전한 W3A3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OWQ는 weight-only 혼합 정밀도 PTQ이며 3.01-bit는 평균 저장 비용이다.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2–4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 정의: 가중치 오차가 아니라 출력 오차를 줄인다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원래 weight W</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full-precision linear layer의 가중치다.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calibration X</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대표 입력 activation으로 민감도를 관찰한다.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양자화 weight W_hat</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압축 목표를 만족하는 저정밀 표현이다.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출력 비교</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WX와 W_hat X의 제곱 오차를 최소화한다.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weight 오차라도 자주 크고 중요한 입력 방향에 놓이면 출력 영향이 커질 수 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3, Eq. 3</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Weak column은 작은 열이 아니라 양자화에 민감한 열이다</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판별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OWQ와의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magnitude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가중치 자체의 절댓값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기준이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perturbation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반올림 전후 weight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민감도 점수의 한 요소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sensitivity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입력 방향의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 대각값으로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Weak column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요소가 만든 출력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상위 k개 열을 fp16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OWQ는 큰 weight outlier가 아니라 output error에 민감한 전체 입력 열을 고른다.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4, Figs. 2–3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Calibration activation에서 열별 민감도로</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입력 행렬 X</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행은 input feature, 열은 calibration token이다.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 = 2XX transpose</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layer output error의 곡률을 나타내는 행렬이다.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대각값 lambda_j</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feature j의 calibration activation 에너지를 반영한다.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열별 점수</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lambda_j와 해당 열의 양자화 오차를 곱한다.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lambda_j는 calibration 데이터에서 얻은 민감도 성분이며 영구적인 중요도 보장은 아니다.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3, Eqs. 4–5</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1: X가 Hessian 대각값을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실험값이 아니라 식 4를 설명하기 위해 독립적으로 계산한 2×2 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1630680"/>
                <a:gridCol w="16306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X의 feature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 1 크기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X의 feature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 2 크기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 = 2XX transpose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대각값 lambda_1, lambda_2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feature 2가 3배 크므로 제곱 에너지는 9배, Hessian 대각값도 9배가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3, Eq.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2: 더 작은 weight 오차의 열이 선택된다</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521968"/>
                <a:gridCol w="1848104"/>
                <a:gridCol w="2935224"/>
                <a:gridCol w="2174240"/>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lambda_j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delta W 열의 제곱합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점수 s_j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fp16 보존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6129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아니오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129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열 2는 raw weight 오차가 더 작아도 activation 민감도가 커서 fp16 예산을 받는다.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4, Eq. 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Weak column 선택 절차</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임시 양자화</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열의 저비트 반올림 결과를 만든다.</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Weight perturbation</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원래 열과 임시 양자화 열의 차이를 계산한다.</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Sensitivity score</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lambda_j와 열 perturbation 제곱합을 곱한다.</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Top-k 선택</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점수가 큰 k개 input column을 weak로 지정한다.</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정밀도 분리</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weak 열은 fp16, 나머지는 저비트 대상으로 둔다.</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Hessian만도 weight 오차만도 아닌 두 요소의 결합이 OWQ 선택 기준이다.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4 and 8, Eq. 6 and Table 7</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Ablation: weight 오차만 보면 민감한 열을 놓친다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WikiText-2 perplexity이며 낮을수록 좋다.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174240"/>
                <a:gridCol w="1956816"/>
                <a:gridCol w="217424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제안 점수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Hessian만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 오차만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 크기합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14.77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설정에서는 activation sensitivity를 포함한 기준이 weight-only 기준보다 낫다.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8, Table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OWQ 저장 형식: 전체 열 단위 혼합 정밀도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열 2가 weak로 선택된 3×4 weight matrix의 편집 가능한 구조 예시다.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065528"/>
                <a:gridCol w="2717800"/>
                <a:gridCol w="2065528"/>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 행</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2 weak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열 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row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low-bit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idx=2 + fp16 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low-bit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low-bit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저비트 행렬의 weak 위치는 0으로 두고, fp16 열과 column index를 별도 보관한다.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4, OWQ storage format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나머지 열은 OPTQ로, weak 열은 마지막에 남긴다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열 순서 재배치</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저비트 대상 열을 앞에, weak fp16 열을 뒤에 둔다.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저비트 열 양자화</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OPTQ가 열을 순차적으로 quantize한다.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오차 보상</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아직 양자화하지 않은 열의 값을 갱신한다.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Weak 열 유지</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보상값을 받은 weak 열은 끝까지 fp16으로 남는다.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마지막까지 유연한 fp16 열이 앞선 저비트 양자화 오차를 흡수할 수 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3–4, Eqs. 1–2</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OPTQ 기준과 나중 repository 옵션을 구분한다</a:t>
            </a:r>
            <a:endParaRPr lang="en-US" sz="3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원래 OPTQ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실험의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열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순차 column 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OWQ의 weak 열은 뒤로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Act-order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 논문 이후 repository에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기준선에 TS+AO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True-sequential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 논문 이후 repository에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기준선에 TS+AO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선택 사항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명시되지 않으면 TS·AO 미사용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OPTQ라는 이름이 가리키는 기본 논문 방법과 이후 코드 옵션은 같은 조건이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5, Experimental Setup</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OWQ는 quantization range도 calibration으로 조정한다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Min–max 초기 범위</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weight의 전체 범위에서 step과 zero point를 시작한다.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범위 축소</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truncation 정도를 바꾸며 2D grid search한다.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RTN 오차 평가</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후보의 reconstruction error를 비교한다.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OPTQ 적용</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설정 위에서 순차 보상 양자화를 수행한다.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범위 축소의 이점은 weak 열을 fp16으로 보호한 이 설정에서 관찰된 구현 선택이다.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4–5, Quantization Configuration Search</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추론은 두 GeMV 경로의 출력을 더한다</a:t>
            </a:r>
            <a:endParaRPr lang="en-US" sz="3100" dirty="0"/>
          </a:p>
        </p:txBody>
      </p:sp>
      <p:sp>
        <p:nvSpPr>
          <p:cNvPr id="3" name="Shape 1"/>
          <p:cNvSpPr/>
          <p:nvPr/>
        </p:nvSpPr>
        <p:spPr>
          <a:xfrm>
            <a:off x="6096000" y="2324100"/>
            <a:ext cx="0" cy="1905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3302000" y="2514600"/>
            <a:ext cx="5588000" cy="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6" name="Shape 4"/>
          <p:cNvSpPr/>
          <p:nvPr/>
        </p:nvSpPr>
        <p:spPr>
          <a:xfrm>
            <a:off x="8890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3302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3302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8890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6731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546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2" name="Shape 10"/>
          <p:cNvSpPr/>
          <p:nvPr/>
        </p:nvSpPr>
        <p:spPr>
          <a:xfrm>
            <a:off x="673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096000" y="4800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4" name="Text 12"/>
          <p:cNvSpPr txBox="1"/>
          <p:nvPr/>
        </p:nvSpPr>
        <p:spPr>
          <a:xfrm>
            <a:off x="4191000" y="1727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입력 activation x</a:t>
            </a:r>
            <a:endParaRPr lang="en-US" sz="1750" dirty="0"/>
          </a:p>
        </p:txBody>
      </p:sp>
      <p:sp>
        <p:nvSpPr>
          <p:cNvPr id="15" name="Text 13"/>
          <p:cNvSpPr txBox="1"/>
          <p:nvPr/>
        </p:nvSpPr>
        <p:spPr>
          <a:xfrm>
            <a:off x="4191000" y="2006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fp16 입력 벡터</a:t>
            </a:r>
            <a:endParaRPr lang="en-US" sz="1500" dirty="0"/>
          </a:p>
        </p:txBody>
      </p:sp>
      <p:sp>
        <p:nvSpPr>
          <p:cNvPr id="16" name="Text 14"/>
          <p:cNvSpPr txBox="1"/>
          <p:nvPr/>
        </p:nvSpPr>
        <p:spPr>
          <a:xfrm>
            <a:off x="1270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저비트 dense 경로</a:t>
            </a:r>
            <a:endParaRPr lang="en-US" sz="1750" dirty="0"/>
          </a:p>
        </p:txBody>
      </p:sp>
      <p:sp>
        <p:nvSpPr>
          <p:cNvPr id="17" name="Text 15"/>
          <p:cNvSpPr txBox="1"/>
          <p:nvPr/>
        </p:nvSpPr>
        <p:spPr>
          <a:xfrm>
            <a:off x="1270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fp16 복원 후 GeMV</a:t>
            </a:r>
            <a:endParaRPr lang="en-US" sz="1500" dirty="0"/>
          </a:p>
        </p:txBody>
      </p:sp>
      <p:sp>
        <p:nvSpPr>
          <p:cNvPr id="18" name="Text 16"/>
          <p:cNvSpPr txBox="1"/>
          <p:nvPr/>
        </p:nvSpPr>
        <p:spPr>
          <a:xfrm>
            <a:off x="6858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Weak fp16 경로</a:t>
            </a:r>
            <a:endParaRPr lang="en-US" sz="1750" dirty="0"/>
          </a:p>
        </p:txBody>
      </p:sp>
      <p:sp>
        <p:nvSpPr>
          <p:cNvPr id="19" name="Text 17"/>
          <p:cNvSpPr txBox="1"/>
          <p:nvPr/>
        </p:nvSpPr>
        <p:spPr>
          <a:xfrm>
            <a:off x="6858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선택 channel gather 후 GeMV</a:t>
            </a:r>
            <a:endParaRPr lang="en-US" sz="1500" dirty="0"/>
          </a:p>
        </p:txBody>
      </p:sp>
      <p:sp>
        <p:nvSpPr>
          <p:cNvPr id="20" name="Text 18"/>
          <p:cNvSpPr txBox="1"/>
          <p:nvPr/>
        </p:nvSpPr>
        <p:spPr>
          <a:xfrm>
            <a:off x="4191000" y="4191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두 출력 합산</a:t>
            </a:r>
            <a:endParaRPr lang="en-US" sz="1750" dirty="0"/>
          </a:p>
        </p:txBody>
      </p:sp>
      <p:sp>
        <p:nvSpPr>
          <p:cNvPr id="21" name="Text 19"/>
          <p:cNvSpPr txBox="1"/>
          <p:nvPr/>
        </p:nvSpPr>
        <p:spPr>
          <a:xfrm>
            <a:off x="4191000" y="4470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동일 output 축에서 add</a:t>
            </a:r>
            <a:endParaRPr lang="en-US" sz="1500" dirty="0"/>
          </a:p>
        </p:txBody>
      </p:sp>
      <p:sp>
        <p:nvSpPr>
          <p:cNvPr id="22" name="Text 20"/>
          <p:cNvSpPr txBox="1"/>
          <p:nvPr/>
        </p:nvSpPr>
        <p:spPr>
          <a:xfrm>
            <a:off x="4191000" y="5232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Linear layer 출력</a:t>
            </a:r>
            <a:endParaRPr lang="en-US" sz="1750" dirty="0"/>
          </a:p>
        </p:txBody>
      </p:sp>
      <p:sp>
        <p:nvSpPr>
          <p:cNvPr id="23" name="Text 21"/>
          <p:cNvSpPr txBox="1"/>
          <p:nvPr/>
        </p:nvSpPr>
        <p:spPr>
          <a:xfrm>
            <a:off x="4191000" y="5511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혼합 정밀도 결과</a:t>
            </a:r>
            <a:endParaRPr lang="en-US" sz="150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6, Acceleration on Real Device</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WCT는 선택된 기존 열만 학습한다</a:t>
            </a:r>
            <a:endParaRPr lang="en-US" sz="3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LoRA·QLoRA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OWQ가 남긴 fp16 weak columns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추가된 low-rank adapter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저비트 dense 부분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weight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weight 열을 직접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저랭크 branch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OWQ와 관계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생성 뒤 task별 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PEFT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WCT는 LoRA의 다른 이름이 아니라 weak column 선택을 학습 파라미터 선택에도 재사용한다.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5, PEFT with WCT</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읽기 전에 실험 조건을 고정한다</a:t>
            </a:r>
            <a:endParaRPr lang="en-US" sz="3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935224"/>
                <a:gridCol w="79359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 125M–66B, LLaMA 7B–65B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 무작위 128개 × 2,048 tokens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재학습 없이 layer-wise 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수치는 서로 다른 seed 3회와 오차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하드웨어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A100 80 GB 또는 RTX3090 24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성능과 overhead 수치는 이 calibration, 모델, 구현, GPU 조건에서 해석해야 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5, Experimental Setup</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WikiText-2: 작은 fp16 예산이 3-bit 손실을 줄인다</a:t>
            </a:r>
            <a:endParaRPr lang="en-US" sz="3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2391664"/>
                <a:gridCol w="21742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Effective 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Perplexity 낮을수록 좋음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11.21 ± 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OPT-6.7B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11.14 ± 0.03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 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 3.01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8.13 → 6.66 ± 0.04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선택된 설정에서 OWQ 3.1-bit는 OPTQ 4-bit와 비슷하지만 fp16에는 아직 못 미친다.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6, Tables 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Few-shot 평균에서도 3-bit 기준선 격차를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LLaMA-7B의 ARC-Challenge 25-shot, HellaSwag 10-shot, MMLU 5-shot 평균이다.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174240"/>
                <a:gridCol w="3370072"/>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Effective 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점수 높을수록 좋음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precision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52.91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4-bit 기준선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51.93 ± 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weak 열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50.21 ± 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weak 열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TS+AO 기준선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OWQ의 이득은 perplexity뿐 아니라 지정된 few-shot 묶음에서도 관찰된다.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6–7, Table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Group-wise 양자화와 OWQ는 서로 직교한다</a:t>
            </a:r>
            <a:endParaRPr lang="en-US" sz="3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4348480"/>
                <a:gridCol w="2174240"/>
                <a:gridCol w="1956816"/>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LLaMA-7B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WikiText-2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Winogrande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3-bit, group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3.01-bit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3.01-bit, group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Grouping을 OWQ에 더할 수 있지만, 별도 quantization parameter 저장 비용도 생긴다.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8, Table 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Weak column 예산이 늘면 품질 이득은 포화된다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OPT-6.7B, OPTQ 3-bit 기준 상대 overhead이며 latency 절댓값이 아니다.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826512"/>
                <a:gridCol w="2935224"/>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Effective 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WikiText-2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Latency overhead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 overhead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Top-k 비율은 정확도·latency·memory를 교환하는 조절점이지 고정된 최적값이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8, Table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Latency 주장은 custom kernel 내부 비교다</a:t>
            </a:r>
            <a:endParaRPr lang="en-US" sz="3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587496"/>
                <a:gridCol w="315264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LLaMA-7B layer group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OWQ 3.01-bit overhead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k/q/v/o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3-bit OPTQ kernel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3-bit OPTQ kernel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down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3-bit OPTQ kernel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수치는 fp16 대비 end-to-end speedup이나 모든 3-bit 형식의 보편 overhead가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6–7, Table 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WCT 결과는 작은 GPT-4 judge 평가에 조건부다</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2935224"/>
                <a:gridCol w="260908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WCT r=64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QLoRA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 wins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 wins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ties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표본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Vicuna 80 questions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제시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160 judgments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Base와 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LLaMA-7B 4-bit 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OpenAssistant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adaptation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생성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nucleus p=0.9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temperature 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GPT-4 judge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WCT가 더 많이 이긴 결과는 이 judge·질문·생성 설정을 벗어난 일반 선호도 증명이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 7, Fig. 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OWQ를 주변 방법과 구분하기</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OWQ와의 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weight 독립 반올림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민감도·순차 보상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 기반 순차 weight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weak 전체 열을 fp16으로 남기지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Magnitude outlier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weight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OWQ는 출력 민감도로 열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LoRA·QLoRA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low-rank adapter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WCT는 기존 weak 열을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W4A4·KV 방법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또는 cache도 압축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weight-only 범위 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OWQ는 민감한 input column을 보존과 tuning에 함께 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2–5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보여 준 것과 남은 한계</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467461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확인된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OPT·LLaMA의 PPL과 few-shot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LLM·task로 일반화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Hessian 기반 열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 이동 시 열 순위 변화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효율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A100 custom kernel overhead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hardware의 속도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Effective bit sweep의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보편 최적 top-k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미세조정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GPT-4 judge에서 WCT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소규모 judge 평가에 조건부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열 선택과 속도는 calibration과 kernel에 의존한다.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aaai-pdf pp. 5–8</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OWQ: 민감한 가중치 열을 보존하는 LLM 양자화</dc:title>
  <dc:subject>OWQ: Outlier-Aware Weight Quantization for Efficient Fine-Tuning and Inference of Large Language Models</dc:subject>
  <dc:creator>Research Seminars</dc:creator>
  <cp:lastModifiedBy>Research Seminars</cp:lastModifiedBy>
  <cp:revision>1</cp:revision>
  <dcterms:created xsi:type="dcterms:W3CDTF">2026-09-12T04:08:13Z</dcterms:created>
  <dcterms:modified xsi:type="dcterms:W3CDTF">2026-09-12T04:08:13Z</dcterms:modified>
</cp:coreProperties>
</file>