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393329F0-6D7D-42D4-8B5E-A647C238003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만드는 지정 길이 하이라이트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YouTube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Most Replayed Data,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이용해 사용자가 지정한 길이의 하이라이트를 만드는 방법을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가장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모으는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너무 짧아져 맥락이 끊기지 않도록 길이 보상까지 넣고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동적 계획법으로 정확한 출력 길이의 편집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title,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2FD2AD8-A111-44F8-9B07-C4295C5D2B0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좋은 순간만 고르면 지정 길이가 맞지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자동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highlight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 중 다수는 중요한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추출하지만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길이는 선택된 조각에 따라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지정 길이에 맞추는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방식도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단순히 모으면 짧고 급격한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사용자가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몇 초 동안 보여 줄지까지 함께 결정하려고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1-3, Secs. 1, 3.1.1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B9DCDF9-DB4D-40E7-8810-6F11676EF1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영상 시간별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intensity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YouTube MRD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player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시간에 따른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intensity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원본 길이에 관계없이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제공한다고 설명하고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one-second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interpolate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MRD peak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축구의 주요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잘 맞는 사례를 보이지만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의미나 서사를 완벽히 이해한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충분한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uploaded 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제공되며 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공개되지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2-3, Fig. 2; p. 5, Sec. 4.2.1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DA1F584-AE7A-49A8-BD0B-823E0893455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engagement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같지 않다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2018 France–Argentina soccer 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 peak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yellow-card turn point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근처에 놓이는 것을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in-video sound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cosine similarity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.79, 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live chat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.70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없는 구간에서도 흔들리고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off-topic spam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생길 수 있어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사례에서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더 잘 맞았다고 분석합니다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관찰은 방법의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뒷받침하지만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category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semantic correctness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2-3, Fig. 2, Sec.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ED0101B-A6E4-4BF7-A5A4-40BFF80BF57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legal editing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video, its MRD graph,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L_user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second-level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맞춘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segment duration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조합으로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Dynamic programming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구성된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legal path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최대인 것을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rendering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diagram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assembly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Table 1 computation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rendering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4-5, Fig. 3, Secs. 4.1-4.3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D1E523-B482-4DA9-B1E8-C7EEA347B0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node {t,d}: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 duration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gray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{t,d}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 segment transition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얼마나 재생됐는지입니다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Maximum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two-dimensional 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덕분에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 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 더 이어갈 때와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멀리 떨어진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때를 구분하고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duration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정확히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Fig. 3, Sec. 4.1.1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15D093-FA07-4179-BBF5-09D39A917C6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edge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이어 보기와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시작을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Same-segment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t'=t+1, d'=d+1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New-segment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d'=0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아닌 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t+5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five-second minimum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분명히 구별하고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one-second interruption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피하기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shot boundary detector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editing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4-5, Fig. 3, Sec. 4.1.2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DB3D2E5-46EA-4944-BF11-8AF42482C8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reward: high 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 duration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R_MRD(t)+w R_dur(d)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w=.2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MRD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interpolate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intensity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Duration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끝나고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시작되는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에서만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It increases until recommended minimum tau=8 seconds and remains 1 afterward.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MRD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이더라도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frequent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잘게 자르면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duration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불리해집니다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Eqs. 1 and duration reward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4A31BE-3783-431B-8607-A0A3724CB7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MRD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teaching-only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Both paths select six seconds, split into two 3-second segments, so each has the same transition/duration pattern and therefore the same duration-reward contribution. Both obey the five-second minimum gap. MRD sum is 3.45 for P_A and 2.50 for P_B, so P_A wins among these two under the source reward. Actual algorithm considers all legal candidates and adds the weighted duration reward.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4-5, Secs. 4.1-4.3;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904F05-5267-49ED-9C7D-AB6D735B5AD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maximum-reward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highlight editing path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최대화하는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Dynamic programming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legal predecessor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로부터의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best cumulative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이용해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 detail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생략하지만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graph path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Sec. 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6E0256-FC8A-4018-9FC3-336D4FB83FA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include/exclude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include/exclude 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R_user(t)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Include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Gaussian, exclude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Gaussian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Gaussian center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timestamp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standard deviation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1.333, 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설정합니다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corresponding reward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length L_user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preferred moment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Eq. 2, Sec. 4.4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47AE62E-895F-49BE-A443-89719799E1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늘린다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L_user 30, 60, 90, 120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soccer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30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 MRD peak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개를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늘면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 duration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늘리고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additional 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YouTube 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segment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segment duration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증가하고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감소합니다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peak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lower-MRD region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점차 포함하기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Duration 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observed average segment duration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L_user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6-7, Figs. 5-6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F8FBD1D-887C-4C68-AB45-BB010A032F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긴 원본과 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 optimization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시간을 늘린다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rendering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명시적으로 제외한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 optimization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2m10s original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30-second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2.72 seconds, one-minute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4.34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10m21s original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 and three-minute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7m16s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9m59s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Measurement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2.20 GHz Intel Xeon Silver 4214 processor, 32GB memory, Python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rendering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service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Table 1, Sec. 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9ED902B-50ED-4E67-A03F-3757B07ED95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Study 1: proposed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Study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모두에 참여한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participants, 15 male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female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Authors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YouTube 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모으고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60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Proposed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 importance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고른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되돌립니다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non-overlapping equal-length segment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Participants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video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highlight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video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within-set method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randomized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Sec. 6.1.1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B65AB55-45BD-4393-B13E-B5A15EB86ED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User Study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제안법은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viewer rating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높았다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Friedman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Q1, Q2, Q3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significant method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chi-square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37.16, 40.99, 38.97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p&lt;.0001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Holm–Bonferroni correction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two-tailed Wilcoxon signed-rank post-hoc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Proposed-versus-threshold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proposed-versus-random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question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p&lt;.001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7-point Likert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 video-quality metric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duration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8-9, Fig. 8, Sec. 6.1.2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F1CFBBE-602F-42DD-B497-0C7BD52C606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User Study 2: human short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preference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Study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YouTube 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대응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YouTube Shorts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자동 편집의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human-edited short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길이에 맞춰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20~60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초로 설정한다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Human-edited highlight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vertical short-form crop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경우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authors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matching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하여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aspect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복원한다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참가자는 순서를 무작위로 받은 뒤 자동 편집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human short, equal preference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하나를 투표한다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Friedman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chi-square(2)=5.8919, p=.0526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선택지 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statistically significant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comparable 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보고한다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Non-significant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시청자가 두 결과를 구별할 수 없거나 모든 조건에서 품질이 동등하다는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바꾸어 말할 수 없다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9-10, Fig. 10, Sec. 6.2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5241C8-F308-4182-827B-D3DE0D9766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MRD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structure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unuploaded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insufficient-view 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없을 수 있으며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MRD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extension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말한다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매우 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늘어 비용이 커지고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1-second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희생하는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coarser node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제안한다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방법은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shot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명시적으로 쓰지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aspect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보존하며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MRD peak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뚜렷하지 않으면 만족스럽지 않을 수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Short highlight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engaging moment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우선하므로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narrative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재구성할 필요는 없다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10-11, Secs. 7.1-7.4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68CF097-AD1D-40DF-8BCE-D47C7CE1CFC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정리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논문을 이해하는 가장 정확한 방식은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MRD-based video understanding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부르는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constrained editing 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MRD provides a viewer-behavior signal; the graph makes legal contiguous or separated segments explicit; reward balances MRD and duration; and dynamic programming finds the requested-length path. Controlled viewer ratings support the design in the studied conditions, while availability, scale, visual transition, format, and narrative limits remain.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abstract; pp. 4-11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 '25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https://doi.org/10.1145/3706598.3713880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E4A928-7D2B-4283-8C6F-1728C1BE16C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만드는 지정 길이 하이라이트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Generating Highlight Videos of a User-Specified Length using Most Replayed Data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Minsun Kim, Dawon Lee, Junyong Noh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시청자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intensity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segment duration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최적화해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요청한 길이에 맞는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highlight path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title,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순간만 고르면 지정 길이가 맞지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length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바뀌면 포함할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moment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수와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문맥 길이도 함께 바뀐다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영상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흥미로운 순간이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곳에 분포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길이 제약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30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60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정확히 맞춰야 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단순 상위 점수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1~2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생겨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맥락이 끊길 수 있음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필요한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moment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segment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duration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문제는 중요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추출만이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exact total duration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갖는 편집 경로 선택이다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1-3, Secs. 1, 3.1.1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영상 시간별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intensity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시청자 몰입의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쓰되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중요한 사건의 정답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취급하지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500200"/>
                <a:gridCol w="293508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가리키는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가리키지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YouTube player graph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time points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 intensity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per-second log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 axis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1-second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interpolate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영상 안의 관심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peak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사건의 정답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 axis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0~1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viewer behavior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영상의 보장된 관심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availability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eligible uploaded video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view 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viewer replay signal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availability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의미의 경계가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2-3, Fig. 2; p. 5, Sec. 4.2.1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engagement signal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같지 않다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축구 사례에서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MRD peak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주요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정렬됐고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sound·chat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과도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cosine similarity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152520"/>
                <a:gridCol w="206532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observation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match events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goal·card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peak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43, 52, 62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등 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soccer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in-video sound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MRD shape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유사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cosine 0.79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정의하지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live chat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MRD shape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유사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cosine 0.70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off-topic chat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highlight use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semantic event detector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viewer-driven indicator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사례 근거이지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universal event detector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2-3, Fig. 2, Sec.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signal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legal editing 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MRD, L_user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받아 정확한 길이의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selected segment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출력한다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lane-pipelin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highlight generator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edge-in-pre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mechanism-edge-pre-gr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mechanism-edge-gr-dp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mechanism-edge-dp-out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mechanism-node-video"/>
          <p:cNvSpPr/>
          <p:nvPr/>
        </p:nvSpPr>
        <p:spPr>
          <a:xfrm>
            <a:off x="1739880" y="33591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mechanism-node-video-queue-1"/>
          <p:cNvSpPr/>
          <p:nvPr/>
        </p:nvSpPr>
        <p:spPr>
          <a:xfrm>
            <a:off x="1739880" y="36133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video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mechanism-node-video-queue-2"/>
          <p:cNvSpPr/>
          <p:nvPr/>
        </p:nvSpPr>
        <p:spPr>
          <a:xfrm>
            <a:off x="1739880" y="38037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 graph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mechanism-node-video-queue-3"/>
          <p:cNvSpPr/>
          <p:nvPr/>
        </p:nvSpPr>
        <p:spPr>
          <a:xfrm>
            <a:off x="1739880" y="39942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L_user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mechanism-node-interp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MRD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 points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1-second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mechanism-node-graph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editing graph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 {t,d}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legal edge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mechanism-node-dp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maximum reward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path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mechanism-node-ou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L_user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 segment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방법은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constrained path optimizer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4-5, Fig. 3, Secs. 4.1-4.3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 {t,d}: time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segment duration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timestamp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segment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경과 시간이 다르면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legal transition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696120"/>
                <a:gridCol w="21740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필요한가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원본 영상의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chronological 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segment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elapsed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segment length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maximum segment duration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 seconds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너무 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segment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node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{t,d}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times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editing path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넣어야 계속 재생과 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segment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시작을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평가할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Fig. 3, Sec. 4.1.1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rule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이어 보기와 새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moment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시작을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미래 원본 시간으로만 가며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segment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바꾸면 최소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초를 건너뛴다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 {t,d}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원본 시간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 ·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구간 경과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segment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t′=t+1, d′=d+1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segment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t′≥t+5, d′=0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legal path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미래 방향의 연결만 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L_user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길이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=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지정 길이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4-5, Fig. 3, Sec. 4.1.2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reward: high MRD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segment duration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 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MRD intensity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duration 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합이며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duration term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에서만 적용된다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935080"/>
                <a:gridCol w="260892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term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언제 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R_MRD(t)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node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MRD y-value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replayed moment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R_dur(d)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new segment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초까지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억제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term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duration term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영향 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sum over L_user nodes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 MRD point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하나만 고르는 것이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segment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어디서 끊을지도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들어간다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Eqs. 1 and duration reward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MRD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가른다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L_user=6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normalized-MRD toy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duration 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받아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합만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500200"/>
                <a:gridCol w="423972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seconds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MRD sum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legal check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P_A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2-4, 9-11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.2+.9+.8+.1+.95+.5 = 3.45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jump 4 to 9: 5s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P_B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2-4, 12-14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.2+.9+.8+.2+.2+.2 = 2.50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jump 4 to 12: 8s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segment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duration term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P_A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더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동일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duration reward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비교한다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legal path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4-5, Secs. 4.1-4.3;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maximum-reward 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찾는다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L_user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exact output constraint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연결 가능한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들의 누적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{t,d}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legal 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 reward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segment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duration term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path score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L_user 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cumulative reward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best path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chronological selection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length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하는 대신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optimization path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L_user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길이를 갖는다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Sec. 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timestamp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include/exclude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선택은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MRD reward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주변에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Gaussian bonus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penalty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더하며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final length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유지된다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timestamp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 싶은 또는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빼고 싶은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moment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timestamp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Gaussian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더함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sign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include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plus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exclude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minus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유지한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customization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반영하며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recognition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Eq. 2, Sec. 4.4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segment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늘린다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same soccer video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L_user=30, 60, 90, 120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바꾸면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selected region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369960"/>
                <a:gridCol w="26089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L_user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segment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duration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MRD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shorter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높은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peak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상대적으로 짧음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상대적으로 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segment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five-video analysis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segment count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&gt;8s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region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늘리고 더 낮은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 region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포함한다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6-7, Figs. 5-6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원본과 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path optimization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시간을 늘린다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 rendering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제외한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computation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hardware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입력 조건을 함께 읽어야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1739160"/>
                <a:gridCol w="271764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 video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L_user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optimization 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2m 10s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2.72s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 optimization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2m 10s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4.34s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rendering excluded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10m 21s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7m 16s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Xeon 4214, 32GB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10m 21s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9m 59s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Python implementation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시간은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streaming SLA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node·edge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커지는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optimization benchmark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Table 1, Sec. 5.3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Study 1: proposed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제안법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threshold, random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L_user=60s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받았다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261240"/>
                <a:gridCol w="282636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design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participants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study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참여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7-point Likert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videos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YouTube 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L_user=60s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방법을 시청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 MRD 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MRD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length optimizer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 non-overlap segment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제안법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segment 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content-selection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same MRD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random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Sec. 6.1.1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Study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제안법은 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viewer rating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모두 높았다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Friedman test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Holm–Bonferroni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Wilcoxon post-hoc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proposed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비교했다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131000"/>
                <a:gridCol w="2282760"/>
                <a:gridCol w="228276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question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Q1 segment appropriateness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Q2 key moment inclusion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5.59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Q3 satisfaction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5.43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4.59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pairwise 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p&lt;.001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제안법은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five-video, 60-second rating study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더 높은 평가를 받았다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8-9, Fig. 8, Sec. 6.1.2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Study 2: human short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preference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video/Shorts 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length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human short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20~60s length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맞췄다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0"/>
          <p:cNvGraphicFramePr/>
          <p:nvPr/>
        </p:nvGraphicFramePr>
        <p:xfrm>
          <a:off x="660240" y="2082960"/>
          <a:ext cx="10870920" cy="3568320"/>
        </p:xfrm>
        <a:graphic>
          <a:graphicData uri="http://schemas.openxmlformats.org/drawingml/2006/table">
            <a:tbl>
              <a:tblPr/>
              <a:tblGrid>
                <a:gridCol w="2174040"/>
                <a:gridCol w="3043800"/>
                <a:gridCol w="271764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통계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pairs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proposed vs YouTube Shorts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3-choice vote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order randomized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length match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L_user 20~60s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human short length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맞춤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vertical crop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 matching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aspect ratio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Friedman test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proposed / human / equal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chi-square 5.8919, p=.0526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preference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conclusion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comparable preference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indistinguishability proof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p=.0526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strong preference evidence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없다는 뜻이지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human equivalence proof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9-10, Fig. 10, Sec. 6.2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 data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video structure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data, scale, shot boundary, format, narrative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한계를 명시한다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935080"/>
                <a:gridCol w="293508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limit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생기나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response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low-view·unuploaded video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predicted MRD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future direction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evaluation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밖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매우 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video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coarser interval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 vs granularity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shot boundary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명시적으로 사용 안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future detection integration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품질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weak peak / narrative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흥미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희소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graph·description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순간과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방법은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clear replay peak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있을 때만 강하며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universal video summarizer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10-11, Secs. 7.1-7.4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정리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viewer replay signal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고정 길이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 editing decision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intensity signal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one-second reward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보간된다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 {t,d}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legal edge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context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moment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 간격을 표현한다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L_user length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maximum-reward highlight path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duration reward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high-MRD frame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지나친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fragmentation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viewer study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특정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condition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한계와 함께 읽어야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duration-aware constrained editing path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바꾼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abstract; pp. 4-11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2026-09-12T08:03:50Z</dcterms:created>
  <dc:creator>Research Seminars</dc:creator>
  <dc:description/>
  <dc:language>ko-KR</dc:language>
  <cp:lastModifiedBy>Research Seminars</cp:lastModifiedBy>
  <dcterms:modified xsi:type="dcterms:W3CDTF">2026-09-12T08:03:50Z</dcterms:modified>
  <cp:revision>1</cp:revision>
  <dc:subject>Generating Highlight Videos of a User-Specified Length using Most Replayed Data</dc:subject>
  <dc:title>MRD로 만드는 지정 길이 하이라이트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18</vt:r8>
  </property>
  <property fmtid="{D5CDD505-2E9C-101B-9397-08002B2CF9AE}" pid="3" name="PresentationFormat">
    <vt:lpwstr>On-screen Show (16:9)</vt:lpwstr>
  </property>
  <property fmtid="{D5CDD505-2E9C-101B-9397-08002B2CF9AE}" pid="4" name="Slides">
    <vt:r8>18</vt:r8>
  </property>
</Properties>
</file>