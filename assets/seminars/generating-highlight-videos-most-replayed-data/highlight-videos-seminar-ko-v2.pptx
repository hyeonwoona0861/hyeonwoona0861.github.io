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MRD로 만드는 지정 길이 하이라이트
발표 대본
이 논문은 YouTube의 Most Replayed Data, 즉 MRD를 이용해 사용자가 지정한 길이의 하이라이트를 만드는 방법을 제안합니다. 핵심은 가장 높은 replay point만 모으는 것이 아닙니다. 각 segment가 너무 짧아져 맥락이 끊기지 않도록 길이 보상까지 넣고, 동적 계획법으로 정확한 출력 길이의 편집 path를 고릅니다.
공개 출처
paper | title, abstract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좋은 순간만 고르면 지정 길이가 맞지 않는다
발표 대본
기존 자동 highlight 방법 중 다수는 중요한 frame이나 segment를 추출하지만, 최종 길이는 선택된 조각에 따라 달라집니다. 지정 길이에 맞추는 threshold 방식도 높은 score frame을 단순히 모으면 짧고 급격한 cut을 만들 수 있습니다. 이 논문은 사용자가 L_user로 최종 length를 정하면, 어떤 moment를 몇 초 동안 보여 줄지까지 함께 결정하려고 합니다.
공개 출처
paper | pp. 1-3, Secs. 1, 3.1.1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MRD는 영상 시간별 replay intensity다
발표 대본
YouTube MRD graph는 video player에서 시간에 따른 replay intensity를 보여 줍니다. 논문은 원본 길이에 관계없이 MRD가 100개의 time point를 제공한다고 설명하고, 이를 one-second interval로 interpolate한 뒤 0에서 1의 normalized value를 reward로 씁니다. MRD peak가 축구의 주요 event와 잘 맞는 사례를 보이지만, 이것이 의미나 서사를 완벽히 이해한 label이라는 뜻은 아닙니다. 충분한 views가 있는 uploaded video에만 MRD가 제공되며 정확한 threshold는 공개되지 않았습니다.
공개 출처
paper | pp. 2-3, Fig. 2; p. 5, Sec. 4.2.1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MRD는 다른 engagement signal과 같지 않다
발표 대본
Section 2는 2018 France–Argentina soccer video에서 MRD peak가 goal과 yellow-card turn point 근처에 놓이는 것을 보입니다. MRD와 in-video sound의 cosine similarity는 .79, MRD와 live chat frequency는 .70입니다. 동시에 sound는 event가 없는 구간에서도 흔들리고 chat은 off-topic spam 때문에 peak가 생길 수 있어, MRD가 이 사례에서 event timing과 더 잘 맞았다고 분석합니다. 이 관찰은 방법의 input choice를 뒷받침하지만 모든 video category에서의 semantic correctness proof는 아닙니다.
공개 출처
paper | pp. 2-3, Fig. 2, Sec. 2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입력 signal을 legal editing path로 바꾼다
발표 대본
입력에는 original video, its MRD graph, 그리고 target L_user가 있습니다. MRD를 second-level reward로 맞춘 뒤, 논문은 timestamp와 current segment duration의 조합으로 graph를 만듭니다. Dynamic programming은 L_user개 selected step으로 구성된 legal path 중 total reward가 최대인 것을 선택합니다. 실제 video rendering은 이 deck의 algorithm diagram 밖의 output assembly이며, Table 1 computation time도 rendering을 제외합니다.
공개 출처
paper | pp. 4-5, Fig. 3, Secs. 4.1-4.3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node {t,d}: time과 segment duration
발표 대본
Figure 3의 gray node는 {t,d}입니다. t는 original video의 second이고 d는 last segment transition 이후 현재 segment가 얼마나 재생됐는지입니다. Maximum D는 30 seconds로 설정합니다. 이 two-dimensional state 덕분에 algorithm은 same segment를 1초 더 이어갈 때와, 멀리 떨어진 새로운 segment로 jump할 때를 구분하고 duration reward도 정확히 적용합니다.
공개 출처
paper | p. 4, Fig. 3, Sec. 4.1.1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edge rule은 이어 보기와 새 moment 시작을 구분한다
발표 대본
Same-segment edge는 t'=t+1, d'=d+1입니다. New-segment edge는 d'=0이고 t'가 t+1이 아닌 경우, t'는 t+5 이상이어야 합니다. Source는 이 five-second minimum interval을 서로 다른 moment를 분명히 구별하고 one-second interruption을 피하기 위한 empirical rule이라고 설명합니다. 이 rule은 shot boundary detector가 아니라 editing transition의 시간 constraint입니다.
공개 출처
paper | pp. 4-5, Fig. 3, Sec. 4.1.2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reward: high MRD와 segment duration
발표 대본
Source의 node reward는 R_MRD(t)+w R_dur(d)이고 w=.2입니다. MRD reward는 interpolate된 intensity value입니다. Duration reward는 current segment가 끝나고 new segment가 시작되는 node에서만 적용합니다. It increases until recommended minimum tau=8 seconds and remains 1 afterward. 따라서 high MRD frame이더라도 frequent transition으로 잘게 자르면 duration term이 불리해집니다.
공개 출처
paper | p. 5, Eqs. 1 and duration reward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구성 예시: MRD 합이 path를 가른다
발표 대본
이 표의 MRD 값과 path는 teaching-only construction이며 paper result가 아닙니다. Both paths select six seconds, split into two 3-second segments, so each has the same transition/duration pattern and therefore the same duration-reward contribution. Both obey the five-second minimum gap. MRD sum is 3.45 for P_A and 2.50 for P_B, so P_A wins among these two under the source reward. Actual algorithm considers all legal candidates and adds the weighted duration reward.
공개 출처
paper | pp. 4-5, Secs. 4.1-4.3; constructed example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DP가 maximum-reward path를 찾는다
발표 대본
논문은 P star를 L_user개의 node로 구성된 highlight editing path 중 reward sum을 최대화하는 path로 정의합니다. Dynamic programming은 legal predecessor로부터의 best cumulative score를 이용해 이 maximum path를 구합니다. 이 자료에서는 implementation detail을 생략하지만, source의 decision type은 learned policy나 threshold clipping이 아니라 discrete graph path optimization입니다.
공개 출처
paper | p. 5, Sec. 4.3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사용자는 timestamp를 include/exclude할 수 있다
발표 대본
사용자가 include/exclude timestamp를 고르면 source는 R_user(t)를 MRD reward에 더합니다. Include에는 positive Gaussian, exclude에는 negative Gaussian을 씁니다. Gaussian center는 user timestamp alpha이고, standard deviation은 1.333, lambda는 10으로 설정합니다. 여러 timestamp는 corresponding reward function을 더할 수 있습니다. 이 과정은 output length L_user를 바꾸지 않고 preferred moment의 path score만 바꿉니다.
공개 출처
paper | p. 5, Eq. 2, Sec. 4.4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긴 target은 segment 수와 duration을 늘린다
발표 대본
Figure 5는 L_user 30, 60, 90, 120의 soccer example입니다. 30 seconds에서 source는 top MRD peak 세 개를 선택합니다. Target length가 늘면 그 segment duration을 늘리고 additional segment를 포함합니다. Figure 6은 five YouTube video의 average로, segment count와 average segment duration은 증가하고 average MRD는 감소합니다. 이는 algorithm이 high peak 주변의 lower-MRD region을 점차 포함하기 때문입니다. Duration reward 때문에 observed average segment duration은 모든 L_user setting에서 8 seconds를 넘습니다.
공개 출처
paper | pp. 6-7, Figs. 5-6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긴 원본과 긴 target은 path optimization 시간을 늘린다
발표 대본
Table 1은 video rendering을 명시적으로 제외한 path optimization time만 보고합니다. 2m10s original에서 30-second target은 2.72 seconds, one-minute target은 4.34 seconds입니다. 10m21s original에서 two- and three-minute target은 7m16s와 9m59s입니다. Measurement는 2.20 GHz Intel Xeon Silver 4214 processor, 32GB memory, Python을 사용했습니다. 따라서 end-to-end rendering 또는 online service latency로 부르면 안 됩니다.
공개 출처
paper | p. 8, Table 1, Sec. 5.3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Study 1: proposed와 threshold의 같은 MRD 비교
발표 대본
Study 1에는 두 study 모두에 참여한 30 participants, 15 male과 15 female이 있습니다. Authors는 five YouTube video를 모으고 모든 method의 L_user를 60 seconds로 둡니다. Proposed와 threshold는 같은 MRD importance score를 사용합니다. Threshold는 frame을 MRD로 sort하고 high에서 low로 target length까지 고른 뒤 original order로 되돌립니다. Random은 MRD를 사용하지 않고 k non-overlapping equal-length segment를 고르며 k는 proposed method의 segment count와 같습니다. Participants는 original video 없이 sound를 켠 full highlight를 보고, video set과 within-set method order는 randomized됩니다.
공개 출처
paper | p. 8, Sec. 6.1.1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User Study 1에서 제안법은 세 viewer rating 모두 높았다
발표 대본
Friedman test는 Q1, Q2, Q3에서 significant method difference를 보이며 chi-square는 37.16, 40.99, 38.97이고 모두 p&lt;.0001입니다. Source는 Holm–Bonferroni correction을 둔 two-tailed Wilcoxon signed-rank post-hoc test를 씁니다. Proposed-versus-threshold와 proposed-versus-random은 각 question에서 p&lt;.001입니다. 이 table은 7-point Likert mean이며 objective video-quality metric 또는 모든 target duration의 결과가 아닙니다.
공개 출처
paper | pp. 8-9, Fig. 8, Sec. 6.1.2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User Study 2: human short와 preference 비교
발표 대본
Study 2는 10개의 YouTube video와 대응 YouTube Shorts pair를 선택한다. 각 pair에서 자동 편집의 L_user는 human-edited short 길이에 맞춰 20~60초로 설정한다. Human-edited highlight가 vertical short-form crop인 경우, authors는 original video와 frame matching하여 원래 aspect ratio로 복원한다. 참가자는 순서를 무작위로 받은 뒤 자동 편집, human short, equal preference 중 하나를 투표한다. Friedman 결과는 chi-square(2)=5.8919, p=.0526이다. 따라서 source는 세 선택지 사이의 statistically significant difference가 없고 comparable quality라고 보고한다. Non-significant test는 시청자가 두 결과를 구별할 수 없거나 모든 조건에서 품질이 동등하다는 proof로 바꾸어 말할 수 없다.
공개 출처
paper | pp. 9-10, Fig. 10, Sec. 6.2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MRD data와 video structure의 한계
발표 대본
원문은 MRD가 unuploaded 또는 insufficient-view video에는 없을 수 있으며, MRD prediction은 future extension이라고 말한다. 매우 긴 video는 node와 path가 늘어 비용이 커지고, 1-second precision을 희생하는 coarser node interval을 제안한다. 이 방법은 shot boundary를 명시적으로 쓰지 않고 original aspect ratio를 보존하며, MRD peak가 뚜렷하지 않으면 만족스럽지 않을 수 있다. Short highlight는 engaging moment를 우선하므로 full narrative를 재구성할 필요는 없다.
공개 출처
paper | pp. 10-11, Secs. 7.1-7.4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핵심 정리
발표 대본
이 논문을 이해하는 가장 정확한 방식은 MRD-based video understanding model로 부르는 것이 아니라 constrained editing optimizer로 보는 것입니다. MRD provides a viewer-behavior signal; the graph makes legal contiguous or separated segments explicit; reward balances MRD and duration; and dynamic programming finds the requested-length path. Controlled viewer ratings support the design in the studied conditions, while availability, scale, visual transition, format, and narrative limits remain.
공개 출처
paper | abstract; pp. 4-11
CHI '25 paper record
https://doi.org/10.1145/3706598.3713880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5900" cy="685800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3" name="Text 1"/>
          <p:cNvSpPr txBox="1"/>
          <p:nvPr/>
        </p:nvSpPr>
        <p:spPr>
          <a:xfrm>
            <a:off x="889000" y="889000"/>
            <a:ext cx="8763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MRD로 만드는 지정 길이 하이라이트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2413000"/>
            <a:ext cx="965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Generating Highlight Videos of a User-Specified Length using Most Replayed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" y="4076700"/>
            <a:ext cx="96520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89000" y="43688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Minsun Kim, Dawon Lee, Junyong Noh (2025)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245100"/>
            <a:ext cx="965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시청자 replay intensity와 segment duration을 함께 최적화해, 요청한 길이에 맞는 highlight path를 고른다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title, abstract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좋은 순간만 고르면 지정 길이가 맞지 않는다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target length가 바뀌면 포함할 moment 수와 각 moment의 문맥 길이도 함께 바뀐다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원본 영상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흥미로운 순간이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여러 곳에 분포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7844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7971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97497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97497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길이 제약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97497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예: 30초, 60초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정확히 맞춰야 함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6512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6639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84175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84175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단순 상위 점수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84175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1~2초 cut이 생겨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맥락이 끊길 수 있음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45180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5307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70852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70852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필요한 선택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70852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moment 수와 segment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duration을 함께 결정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문제는 중요 frame 추출만이 아니라, exact total duration을 갖는 편집 경로 선택이다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1-3, Secs. 1, 3.1.1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MRD는 영상 시간별 replay intensity다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논문은 MRD를 시청자 몰입의 proxy로 쓰되, 모든 중요한 사건의 정답 label로 취급하지 않는다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609088"/>
                <a:gridCol w="2500376"/>
                <a:gridCol w="2935224"/>
                <a:gridCol w="282651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MRD의 입력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논문에서의 처리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가리키는 것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가리키지 않는 것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YouTube player graph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100 time points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상대적 replay intensity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원시 per-second log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time axis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1-second로 interpolate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영상 안의 관심 peak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사건의 정답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y axis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0~1로 normalized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과거 viewer behavior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새 영상의 보장된 관심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availability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eligible uploaded video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사용 가능한 MRD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공개된 view threshold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MRD는 viewer replay signal이지만 availability와 의미의 경계가 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2-3, Fig. 2; p. 5, Sec. 4.2.1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MRD는 다른 engagement signal과 같지 않다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축구 사례에서 MRD peak는 주요 event와 정렬됐고, sound·chat과도 높은 cosine similarity를 보였다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3152648"/>
                <a:gridCol w="2065528"/>
                <a:gridCol w="347878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비교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source observation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수치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 경계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match events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goal·card 관련 peak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43, 52, 62 등 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soccer 사례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in-video sound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MRD shape와 유사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cosine 0.79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sound가 event를 정의하지 않음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live chat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MRD shape와 유사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cosine 0.70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off-topic chat 가능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highlight use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MRD를 reward로 사용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signal의 one input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semantic event detector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MRD는 viewer-driven indicator 사례 근거이지 universal event detector는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2-3, Fig. 2, Sec. 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입력 signal을 legal editing path로 바꾼다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원본 video와 MRD, L_user를 함께 받아 정확한 길이의 selected segment를 출력한다</a:t>
            </a:r>
            <a:endParaRPr lang="en-US" sz="1900" dirty="0"/>
          </a:p>
        </p:txBody>
      </p:sp>
      <p:sp>
        <p:nvSpPr>
          <p:cNvPr id="4" name="mechanism-lane-pipeline"/>
          <p:cNvSpPr txBox="1"/>
          <p:nvPr/>
        </p:nvSpPr>
        <p:spPr>
          <a:xfrm>
            <a:off x="660400" y="2209800"/>
            <a:ext cx="8636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highlight generator</a:t>
            </a:r>
            <a:endParaRPr lang="en-US" sz="1250" dirty="0"/>
          </a:p>
        </p:txBody>
      </p:sp>
      <p:sp>
        <p:nvSpPr>
          <p:cNvPr id="5" name="mechanism-edge-in-pre-segment-1"/>
          <p:cNvSpPr/>
          <p:nvPr/>
        </p:nvSpPr>
        <p:spPr>
          <a:xfrm>
            <a:off x="329946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pre-gr-segment-1"/>
          <p:cNvSpPr/>
          <p:nvPr/>
        </p:nvSpPr>
        <p:spPr>
          <a:xfrm>
            <a:off x="534162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gr-dp-segment-1"/>
          <p:cNvSpPr/>
          <p:nvPr/>
        </p:nvSpPr>
        <p:spPr>
          <a:xfrm>
            <a:off x="738378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dp-out-segment-1"/>
          <p:cNvSpPr/>
          <p:nvPr/>
        </p:nvSpPr>
        <p:spPr>
          <a:xfrm>
            <a:off x="942594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node-video"/>
          <p:cNvSpPr txBox="1"/>
          <p:nvPr/>
        </p:nvSpPr>
        <p:spPr>
          <a:xfrm>
            <a:off x="1739900" y="3359150"/>
            <a:ext cx="155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입력</a:t>
            </a:r>
            <a:endParaRPr lang="en-US" sz="1150" dirty="0"/>
          </a:p>
        </p:txBody>
      </p:sp>
      <p:sp>
        <p:nvSpPr>
          <p:cNvPr id="10" name="mechanism-node-video-queue-1"/>
          <p:cNvSpPr/>
          <p:nvPr/>
        </p:nvSpPr>
        <p:spPr>
          <a:xfrm>
            <a:off x="1739900" y="3613150"/>
            <a:ext cx="155956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original video</a:t>
            </a:r>
            <a:endParaRPr lang="en-US" sz="950" dirty="0"/>
          </a:p>
        </p:txBody>
      </p:sp>
      <p:sp>
        <p:nvSpPr>
          <p:cNvPr id="11" name="mechanism-node-video-queue-2"/>
          <p:cNvSpPr/>
          <p:nvPr/>
        </p:nvSpPr>
        <p:spPr>
          <a:xfrm>
            <a:off x="1739900" y="3803650"/>
            <a:ext cx="155956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 graph</a:t>
            </a:r>
            <a:endParaRPr lang="en-US" sz="950" dirty="0"/>
          </a:p>
        </p:txBody>
      </p:sp>
      <p:sp>
        <p:nvSpPr>
          <p:cNvPr id="12" name="mechanism-node-video-queue-3"/>
          <p:cNvSpPr/>
          <p:nvPr/>
        </p:nvSpPr>
        <p:spPr>
          <a:xfrm>
            <a:off x="1739900" y="3994150"/>
            <a:ext cx="155956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L_user</a:t>
            </a:r>
            <a:endParaRPr lang="en-US" sz="950" dirty="0"/>
          </a:p>
        </p:txBody>
      </p:sp>
      <p:sp>
        <p:nvSpPr>
          <p:cNvPr id="13" name="mechanism-node-interp"/>
          <p:cNvSpPr/>
          <p:nvPr/>
        </p:nvSpPr>
        <p:spPr>
          <a:xfrm>
            <a:off x="378206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 전처리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100 points를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1-second로 보간</a:t>
            </a:r>
            <a:endParaRPr lang="en-US" sz="1150" dirty="0"/>
          </a:p>
        </p:txBody>
      </p:sp>
      <p:sp>
        <p:nvSpPr>
          <p:cNvPr id="14" name="mechanism-node-graph"/>
          <p:cNvSpPr/>
          <p:nvPr/>
        </p:nvSpPr>
        <p:spPr>
          <a:xfrm>
            <a:off x="582422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editing graph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node {t,d}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legal edge 생성</a:t>
            </a:r>
            <a:endParaRPr lang="en-US" sz="1150" dirty="0"/>
          </a:p>
        </p:txBody>
      </p:sp>
      <p:sp>
        <p:nvSpPr>
          <p:cNvPr id="15" name="mechanism-node-dp"/>
          <p:cNvSpPr/>
          <p:nvPr/>
        </p:nvSpPr>
        <p:spPr>
          <a:xfrm>
            <a:off x="786638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maximum reward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path 선택</a:t>
            </a:r>
            <a:endParaRPr lang="en-US" sz="1150" dirty="0"/>
          </a:p>
        </p:txBody>
      </p:sp>
      <p:sp>
        <p:nvSpPr>
          <p:cNvPr id="16" name="mechanism-node-out"/>
          <p:cNvSpPr/>
          <p:nvPr/>
        </p:nvSpPr>
        <p:spPr>
          <a:xfrm>
            <a:off x="990854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출력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L_user초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selected segment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방법은 MRD 아래의 constrained path optimizer다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0" name="Text 18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4-5, Fig. 3, Secs. 4.1-4.3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node {t,d}: time과 segment duration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timestamp라도 current segment의 경과 시간이 다르면 다음 legal transition과 reward가 달라진다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739392"/>
                <a:gridCol w="3696208"/>
                <a:gridCol w="2174240"/>
                <a:gridCol w="326136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state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뜻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source setting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왜 필요한가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원본 영상의 second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0부터 T-1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chronological selection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현재 segment의 elapsed time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0부터 D-1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segment length 추적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maximum segment duration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30 seconds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너무 긴 segment 방지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node count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가능한 {t,d}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 times 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editing path 표현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d를 state에 넣어야 계속 재생과 새 segment 시작을 서로 다른 decision으로 평가할 수 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p. 4, Fig. 3, Sec. 4.1.1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edge rule은 이어 보기와 새 moment 시작을 구분한다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모든 edge는 미래 원본 시간으로만 가며, segment를 바꾸면 최소 5초를 건너뛴다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node {t,d}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원본 시간 t · 구간 경과 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segment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t′=t+1, d′=d+1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새 segment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t′≥t+5, d′=0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legal path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미래 방향의 연결만 선택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L_user 길이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선택 node 수 = 지정 길이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4-5, Fig. 3, Sec. 4.1.2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reward: high MRD와 segment duration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node reward는 MRD intensity와 weighted duration reward의 합이며, duration term은 transition에서만 적용된다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391664"/>
                <a:gridCol w="2935224"/>
                <a:gridCol w="2609088"/>
                <a:gridCol w="293522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reward term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언제 계산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source setting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역할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R_MRD(t)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selected node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MRD y-value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replayed moment 선호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R_dur(d)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new segment 시작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d가 8초까지 증가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짧은 cut 억제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weight w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term 결합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duration term의 영향 조절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total reward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path 전체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sum over L_user nodes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DP가 최대화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high MRD point 하나만 고르는 것이 아니라, segment를 어디서 끊을지도 reward에 들어간다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p. 5, Eqs. 1 and duration reward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구성 예시: MRD 합이 path를 가른다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L_user=6인 normalized-MRD toy에서 두 path는 같은 duration reward를 받아 MRD 합만 비교한다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739392"/>
                <a:gridCol w="2500376"/>
                <a:gridCol w="4239768"/>
                <a:gridCol w="239166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candidate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selected seconds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MRD sum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legal check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P_A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2-4, 9-11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.2+.9+.8+.1+.95+.5 = 3.45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jump 4 to 9: 5s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P_B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2-4, 12-14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.2+.9+.8+.2+.2+.2 = 2.50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jump 4 to 12: 8s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comparison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각 segment는 3s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duration term 동일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P_A가 더 큰 total reward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toy는 동일 duration reward 아래 MRD만 비교한다. 실제 DP는 모든 legal path를 본다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4-5, Secs. 4.1-4.3; constructed example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DP가 maximum-reward path를 찾는다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L_user라는 exact output constraint 아래, 연결 가능한 node들의 누적 reward를 비교한다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graph 구성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모든 {t,d}와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legal edge를 생성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7844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7971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97497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97497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node reward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97497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MRD와 segment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duration term 계산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6512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6639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84175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84175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path score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84175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L_user node의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cumulative reward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45180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5307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70852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70852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best path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70852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최대 score의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chronological selection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output length를 사후 trim하는 대신, optimization path 자체가 L_user 길이를 갖는다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p. 5, Sec. 4.3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사용자는 timestamp를 include/exclude할 수 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사용자 선택은 MRD reward 주변에 Gaussian bonus 또는 penalty를 더하며 final length는 유지된다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timestamp 선택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보고 싶은 또는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빼고 싶은 moment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7844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7971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97497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97497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reward 수정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97497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timestamp 중심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Gaussian을 더함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6512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6639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84175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84175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sign 선택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84175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include는 plus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exclude는 minus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45180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5307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70852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70852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 재실행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70852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L_user를 유지한</a:t>
            </a:r>
            <a:endParaRPr lang="en-US" sz="1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새 path를 선택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customization은 preference를 reward에 반영하며, 별도 recognition model이 아니다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p. 5, Eq. 2, Sec. 4.4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긴 target은 segment 수와 duration을 늘린다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same soccer video에서 L_user=30, 60, 90, 120을 바꾸면 selected region도 달라진다</a:t>
            </a:r>
            <a:endParaRPr lang="en-US" sz="1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3370072"/>
                <a:gridCol w="2609088"/>
                <a:gridCol w="2717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L_user 증가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selected segment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average duration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average MRD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shorter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가장 높은 peak 주변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상대적으로 짧음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상대적으로 높음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longer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segment 연장·추가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증가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감소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five-video analysis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segment count 증가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setting에서 &gt;8s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낮은 region도 포함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긴 target은 context를 늘리고 더 낮은 MRD region도 포함한다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6-7, Figs. 5-6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긴 원본과 긴 target은 path optimization 시간을 늘린다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1은 video rendering을 제외한 computation time이며, hardware와 입력 조건을 함께 읽어야 한다</a:t>
            </a:r>
            <a:endParaRPr lang="en-US" sz="1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1739392"/>
                <a:gridCol w="2717800"/>
                <a:gridCol w="369620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original video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L_user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optimization time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source condition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2m 10s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30s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2.72s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path optimization only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2m 10s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1m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4.34s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rendering excluded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10m 21s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2m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7m 16s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Xeon 4214, 32GB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10m 21s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3m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9m 59s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Python implementation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시간은 streaming SLA가 아니라, node·edge 수가 커지는 source optimization benchmark다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p. 8, Table 1, Sec. 5.3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Study 1: proposed와 threshold의 같은 MRD 비교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제안법, threshold, random이 모두 5개 video와 L_user=60s를 사용해 rating을 받았다</a:t>
            </a:r>
            <a:endParaRPr lang="en-US" sz="1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3261360"/>
                <a:gridCol w="2826512"/>
                <a:gridCol w="26090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source design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control의 의미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평가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participants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30명, 두 study 모두 참여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online form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7-point Likert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videos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YouTube 5개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같은 L_user=60s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방법을 시청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threshold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high MRD frame부터 선택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same MRD input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length optimizer와 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random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k non-overlap segment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k는 제안법 segment count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content-selection baseline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proposed와 threshold만 same MRD이고, random은 별도 baseline이다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p. 8, Sec. 6.1.1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User Study 1에서 제안법은 세 viewer rating 모두 높았다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Friedman test 후 Holm–Bonferroni 보정 Wilcoxon post-hoc으로 proposed와 두 baseline을 비교했다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4131056"/>
                <a:gridCol w="2282952"/>
                <a:gridCol w="2282952"/>
                <a:gridCol w="217424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question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proposed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threshold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random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Q1 segment appropriateness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5.27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4.14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4.06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Q2 key moment inclusion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5.59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5.02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4.15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Q3 satisfaction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5.43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4.59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3.99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pairwise result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각 baseline보다 p&lt;.001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proposed 대비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proposed 대비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제안법은 이 five-video, 60-second rating study에서 더 높은 평가를 받았다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8-9, Fig. 8, Sec. 6.1.2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User Study 2: human short와 preference 비교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10개 video/Shorts pair에서 target length를 human short의 20~60s length에 맞췄다</a:t>
            </a:r>
            <a:endParaRPr lang="en-US" sz="1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3043936"/>
                <a:gridCol w="2717800"/>
                <a:gridCol w="293522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설계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무엇을 비교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통계 결과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정확한 해석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 pairs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proposed vs YouTube Shorts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3-choice vote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order randomized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length match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L_user 20~60s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human short length에 맞춤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vertical crop은 frame matching으로 aspect ratio 복원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Friedman test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proposed / human / equal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chi-square 5.8919, p=.0526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유의한 preference 차이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conclusion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comparable preference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해당 test에서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indistinguishability proof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p=.0526은 strong preference evidence가 없다는 뜻이지, human equivalence proof는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9-10, Fig. 10, Sec. 6.2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 data와 video structure의 한계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논문은 source data, scale, shot boundary, format, narrative의 한계를 명시한다</a:t>
            </a:r>
            <a:endParaRPr lang="en-US" sz="1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2935224"/>
                <a:gridCol w="2935224"/>
                <a:gridCol w="282651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limit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왜 생기나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source response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남는 trade-off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MRD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low-view·unuploaded video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predicted MRD는 future direction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main evaluation 밖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매우 긴 video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node와 path가 증가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coarser interval 제안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time vs granularity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shot boundary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명시적으로 사용 안 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future detection integration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transition 품질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weak peak / narrative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흥미 event가 희소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다른 graph·description model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핵심 순간과 story는 다름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방법은 clear replay peak가 있을 때만 강하며, universal video summarizer는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pp. 10-11, Secs. 7.1-7.4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핵심 정리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논문은 viewer replay signal을 고정 길이 video editing decision으로 바꾼다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MRD는 replay intensity signal이며, one-second reward로 보간된다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7559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7940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node {t,d}와 legal edge가 context 길이와 moment 간 간격을 표현한다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3782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4163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DP가 L_user length 아래의 maximum-reward highlight path를 선택한다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0005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0386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duration reward가 high-MRD frame의 지나친 fragmentation을 줄인다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8200" y="46228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838200" y="46609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viewer study와 runtime은 특정 source condition에서, 한계와 함께 읽어야 한다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핵심은 MRD를 duration-aware constrained editing path로 바꾼 것이다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 1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 abstract; pp. 4-11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MRD로 만드는 지정 길이 하이라이트</dc:title>
  <dc:subject>Generating Highlight Videos of a User-Specified Length using Most Replayed Data</dc:subject>
  <dc:creator>Research Seminars</dc:creator>
  <cp:lastModifiedBy>Research Seminars</cp:lastModifiedBy>
  <cp:revision>1</cp:revision>
  <dcterms:created xsi:type="dcterms:W3CDTF">2026-09-12T08:03:50Z</dcterms:created>
  <dcterms:modified xsi:type="dcterms:W3CDTF">2026-09-12T08:03:50Z</dcterms:modified>
</cp:coreProperties>
</file>