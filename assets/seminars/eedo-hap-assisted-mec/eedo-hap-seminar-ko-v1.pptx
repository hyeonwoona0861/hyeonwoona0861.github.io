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A561AAED-6BA8-4F99-AF65-D9E1AF0C9EB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HAP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온라인 오프로딩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EEDO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지상 통신 인프라가 부족한 원격 지역을 모델로 삼습니다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Ground Device,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작업 일부를 스스로 처리하고 나머지를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단순히 에너지를 가장 적게 쓰는 행동이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양쪽에 쌓이는 작업을 안정적으로 다루며 장기 에너지를 낮추는 온라인 제어입니다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title page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96538C1-8228-4DBA-B04B-B3C279606C9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범위와 용어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Sihan Chen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Wanchun Jiang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비행 시험을 보고하지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이후의 모든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HAP-assisted 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수학적 모델과 정해진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아래의 결과로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EEDO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학습하는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RL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통신 상태를 사용하는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Lyapunov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제어 규칙입니다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 Abstract; pp. 8–10 Evaluation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1C2067F-6991-42A0-A163-BE827DBE076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중요한 직관은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있다고 해서 모든 작업을 올리면 된다는 뜻이 아니라는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유한한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같은 자원을 공유합니다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EEDO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CPU, radio offload, HAP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처리량의 세 조절 손잡이를 같이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1–2 Introduction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C40854C-CF97-40FB-8C5A-2BFDB9616D0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작업의 경로와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그림은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Eqs. 7–8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교육용으로 편집 가능한 도형으로 다시 표현한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쌓인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D_l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그 값을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보낸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쌓이는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 처리한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화살표는 작업의 논리적 경로를 보여 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물리적 미세 순서를 그림만으로 단정하지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3–4, Fig. 1 and Eqs. 5–8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2A4E482-ED7B-45E1-89C5-58B4B1F8BE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에너지 장부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항을 함께 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세 종류를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제곱과 처리량에 연결되고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radio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보내는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수와 전력에 비례하면서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처리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에너지를 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모델의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포함되지 않은 이동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냉각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배터리 열화 같은 항까지 이 논문이 최적화한다고 확대하면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Eqs. 9–12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9A25C35-EC02-4009-AA7C-55578697EBC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P1: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장기 평균 에너지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feasibility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제약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커질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E(t)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평균을 최소화합니다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물리적 혹은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feasibility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무한히 쌓이지 않게 하는 안정성은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Lyapunov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분석과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조건부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C1–C4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aggregate HAP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적혀 있지는 않지만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C_h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이를 시행합니다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논문이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millisecond latency SLA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제시하거나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만을 목적함수로 삼는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Eq. 13 and C1–C4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7D509AD-BFEF-4302-8ECA-78225E61CEB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긴 미래를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제어로 바꾸기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Lyapunov 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핵심은 기다렸다가 전체 미래를 푸는 대신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커지는 경향과 에너지를 함께 벌점으로 두는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도입하고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‘prior statistical information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필요 없다’는 문구는 과거 분포를 미리 알아야 한다는 뜻이 아니라는 뜻이며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Q, H, P, 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25–29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직접 사용됩니다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5–6, Eqs. 14–23 and Thm.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195DB30-2A7B-4C04-B99E-964C883B569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EEDO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결정은 두 갈래다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결정은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f, D_o,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화면은 그중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구하는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f, D_l, D_o controls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HAP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별도의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shared-capacity scheduling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다음 슬라이드에서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말을 모든 처리 단계가 독립적으로 동시에 물리 실행된다는 뜻으로 읽지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6–7, Eqs. 23–29 and Alg.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540BEAD-1894-4AB8-9078-DD7331D4B9B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 local CPU frequency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수식 형태 그대로 외우기보다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읽는 것이 좋습니다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stationary 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divided by 3Vxi phi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 root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커질수록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 쓰게 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V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xi, phi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커질수록 덜 쓰게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f_max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뿐 아니라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허용하는 양에도 묶입니다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energy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나온 것이므로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power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closed 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자동으로 성립한다고 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6, Eqs. 24–25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D58073C-2F48-44E7-B663-8D6B647933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 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 rule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표의 첫 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밀려 있는 정도라서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촉진하지만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밀려 있음을 뜻해서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억제합니다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P/R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전송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해당하는 요소입니다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signal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좋고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비어 있으며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크면 보내고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반대면 보내지 않는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two-choice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6, Eqs. 26–27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99BCDF5-AA20-496C-B89A-3824AA9D002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3: HAP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배정하기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 allocation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 l_1 -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처리할 수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C_h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살핍니다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eligible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 of H and remaining C_h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 배정하고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C_h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반복 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 subproblem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shared-resource scheduling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순서가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6–7, Eqs. 28–29 and Alg.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9BE1535-78E3-4567-961D-5B7BF028C9C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읽는 순서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A, Q,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구한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갱신됩니다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algebra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max(H-C,0)+D_o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 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받는 것처럼 가르치지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식을 읽기 위한 모델상의 순서입니다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4, 7; Eqs. 7–8 and Alg.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6977BEC-7059-4B3E-BF40-B7AA144C61C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decision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슬라이드부터는 논문 실험값이 아니라 명시적으로 구성한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toy 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CPU 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 root of 2,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1.41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f_max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Radio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capacity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HAP coefficient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음수이고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둔 것은 계산을 단순화한 것이며 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재현하지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4, 6; Eqs. 5, 25, 27, 29; teaching toy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6F53B06-449F-4AC1-BE53-D94D409190F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다음 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다음 값은 앞 슬라이드의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계속 계산한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GD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빼고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new arrival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HAP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뺀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new offload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항상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end-to-end backlog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즉시 낮추지는 않는다는 점을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Eqs. 7–8; teaching toy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33879FC-F349-4DD0-87C0-E0511F431A3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V trade-off: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실제로 말하는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식은 강력하지만 조건부입니다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Lemma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independent stochastic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 rate lambda plus 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Z/V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 더해진다고 말하고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upper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들어감을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formal model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trade-off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실제 네트워크에서도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arbitrary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최적이라는 보장은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7, Lemma 1 and Thm. 2; Eqs. 30–32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D7B09F2-3860-4DFF-A4A2-976F67A7E0F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시뮬레이션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envelope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읽기 위한 핵심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모았습니다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정해진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elevation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하다고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task arrival, transmit power, CPU, bandwidth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등도 구체적으로 고정하거나 분포로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battery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 mobility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포함한 현실의 모든 조건을 대표한다고 해석하지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8, Evaluation and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9BBB568-7292-4948-9EFF-D9DE24031FB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바꾼 결과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커질수록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consumption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낮아지고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 queue 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높아집니다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31–32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결과와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align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그래프의 축을 임의의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production KPI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recommended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backlog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관찰된 방향성으로 읽는 것이 안전합니다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8, Figs. 2–3 and Thm.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1102B14-6EAC-4ABB-948B-02F70F8E3A5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수가 늘면 무엇이 보이나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4–5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alpha 0.6, 0.8, 1.0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6–7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모두 늘 수 있다는 사실은 모순이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작업이 더 많이 들어오거나 더 많은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공유하면 처리해야 할 양이 커집니다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equilibrium’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설명도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한정합니다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8–9, Figs. 4–7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86B18CA-71E5-4145-85CA-987527ADA5E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 실험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보면 틀릴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비교의 교육 포인트는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Offload-only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보일 수 있어도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계속 커진다는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GTCO-21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많은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보내려다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finite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넘는다고 원문은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EEDO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Local-only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낮추면서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stability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유지한다고 보고됩니다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비교입니다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9–10, Figs. 8–9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2FA598E-AD2B-465B-B2B0-7E8E64A1114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EEDO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주장하는 것과 아닌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초록과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conclusion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statistical information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얻는다고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Q, H, P,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이것은 관측이 필요 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black box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static HAP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명시된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field 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성능을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1, 5–7, 11; Abstract, Eqs. 25–29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A44FD62-CEED-4013-9908-6B1AB3FDD09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마무리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개의 제어와 한 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trade-off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EEDO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혹은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보내는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slogan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partial offloading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포함해 세 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동시에 관리합니다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GD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분리해서 보는 이유는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radio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부담을 없애는 대신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옮길 수 있기 때문입니다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적용을 검토할 때에는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current-state measurements, capacity, channel model, latency requirement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 논문의 가정과 맞는지 별도로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4–11, Eqs. 5–32 and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Journal of Cloud Computing version of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https://link.springer.com/article/10.1186/s13677-024-00645-5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B0BC265-FCA8-4FDC-B007-D5AF33367D4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HAP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보조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온라인 오프로딩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EEDO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dynamic multi-user computation offloading and resource allocation for HAP-assisted MEC: an energy efficient approach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Sihan Chen and Wanchun Jiang (2024)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EEDO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에너지와 두 대기열을 함께 다루는 방법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title page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 범위와 용어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2024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Journal of Cloud Computing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공개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version of record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기준으로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8153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원문에서 확인한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부분 오프로딩과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자원 할당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Lyapunov drift-plus-penalty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EEDO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장기 기대 에너지 최소화와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stability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시뮬레이션과 이론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덱은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이나 실제 비행 실험이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온라인 최적화 모델과 그 시뮬레이션을 설명한다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 Abstract; pp. 8–10 Evaluation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HAP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원문의 출발점은 고정 지상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주기 어려운 원격 지역이다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battery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CPU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제한된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computing-intensive task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받는다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멀리 있는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cloud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모두 보내면 전송 지연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혼잡 문제가 커질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넓은 영역을 덮는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airborne edge server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모델링된다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하지만 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radio capacity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유한하다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따라서 여러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보내는 양과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처리할 양을 함께 정해야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넓은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주지만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처리 용량이 제한된 공유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1–2 Introduction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작업의 경로와 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GD backlog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CPU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radio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갈라지고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radio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경로만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HAP-side 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더해진다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mechanism-lane-gd"/>
          <p:cNvSpPr/>
          <p:nvPr/>
        </p:nvSpPr>
        <p:spPr>
          <a:xfrm>
            <a:off x="660240" y="220968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mechanism-lane-radio"/>
          <p:cNvSpPr/>
          <p:nvPr/>
        </p:nvSpPr>
        <p:spPr>
          <a:xfrm>
            <a:off x="660240" y="325116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무선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mechanism-lane-hap"/>
          <p:cNvSpPr/>
          <p:nvPr/>
        </p:nvSpPr>
        <p:spPr>
          <a:xfrm>
            <a:off x="660240" y="429264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HAP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mechanism-edge-e1-segment-1"/>
          <p:cNvSpPr/>
          <p:nvPr/>
        </p:nvSpPr>
        <p:spPr>
          <a:xfrm>
            <a:off x="3809880" y="253980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mechanism-edge-e1-segment-2"/>
          <p:cNvSpPr/>
          <p:nvPr/>
        </p:nvSpPr>
        <p:spPr>
          <a:xfrm>
            <a:off x="4131720" y="253980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mechanism-edge-e1-segment-3"/>
          <p:cNvSpPr/>
          <p:nvPr/>
        </p:nvSpPr>
        <p:spPr>
          <a:xfrm>
            <a:off x="4131720" y="2730240"/>
            <a:ext cx="1605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mechanism-edge-e2-segment-1"/>
          <p:cNvSpPr/>
          <p:nvPr/>
        </p:nvSpPr>
        <p:spPr>
          <a:xfrm>
            <a:off x="3809880" y="292068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" name="mechanism-edge-e2-segment-2"/>
          <p:cNvSpPr/>
          <p:nvPr/>
        </p:nvSpPr>
        <p:spPr>
          <a:xfrm>
            <a:off x="3970800" y="2920680"/>
            <a:ext cx="360" cy="851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mechanism-edge-e2-segment-3"/>
          <p:cNvSpPr/>
          <p:nvPr/>
        </p:nvSpPr>
        <p:spPr>
          <a:xfrm>
            <a:off x="3970800" y="377172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mechanism-edge-e3-segment-1"/>
          <p:cNvSpPr/>
          <p:nvPr/>
        </p:nvSpPr>
        <p:spPr>
          <a:xfrm>
            <a:off x="6362640" y="273024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mechanism-edge-e4-segment-1"/>
          <p:cNvSpPr/>
          <p:nvPr/>
        </p:nvSpPr>
        <p:spPr>
          <a:xfrm>
            <a:off x="6362640" y="37717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mechanism-edge-e4-segment-2"/>
          <p:cNvSpPr/>
          <p:nvPr/>
        </p:nvSpPr>
        <p:spPr>
          <a:xfrm>
            <a:off x="6523560" y="3771720"/>
            <a:ext cx="360" cy="104148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mechanism-edge-e4-segment-3"/>
          <p:cNvSpPr/>
          <p:nvPr/>
        </p:nvSpPr>
        <p:spPr>
          <a:xfrm>
            <a:off x="6523560" y="481320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mechanism-edge-e5-segment-1"/>
          <p:cNvSpPr/>
          <p:nvPr/>
        </p:nvSpPr>
        <p:spPr>
          <a:xfrm>
            <a:off x="8915400" y="481320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mechanism-node-q"/>
          <p:cNvSpPr/>
          <p:nvPr/>
        </p:nvSpPr>
        <p:spPr>
          <a:xfrm>
            <a:off x="1739880" y="241308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GD queue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mechanism-node-q-queue-1"/>
          <p:cNvSpPr/>
          <p:nvPr/>
        </p:nvSpPr>
        <p:spPr>
          <a:xfrm>
            <a:off x="1739880" y="266688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Q(t): </a:t>
            </a: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 </a:t>
            </a: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backlog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mechanism-node-q-queue-2"/>
          <p:cNvSpPr/>
          <p:nvPr/>
        </p:nvSpPr>
        <p:spPr>
          <a:xfrm>
            <a:off x="1739880" y="285768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A(t): </a:t>
            </a: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갱신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mechanism-node-cpu"/>
          <p:cNvSpPr/>
          <p:nvPr/>
        </p:nvSpPr>
        <p:spPr>
          <a:xfrm>
            <a:off x="4292640" y="24004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로컬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CPU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D_l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mechanism-node-up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오프로딩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D_o ≤ R tau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mechanism-node-local"/>
          <p:cNvSpPr/>
          <p:nvPr/>
        </p:nvSpPr>
        <p:spPr>
          <a:xfrm>
            <a:off x="6845400" y="24004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로컬 처리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D_l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mechanism-node-hqueue"/>
          <p:cNvSpPr/>
          <p:nvPr/>
        </p:nvSpPr>
        <p:spPr>
          <a:xfrm>
            <a:off x="6845400" y="449568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HAP queue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mechanism-node-hqueue-queue-1"/>
          <p:cNvSpPr/>
          <p:nvPr/>
        </p:nvSpPr>
        <p:spPr>
          <a:xfrm>
            <a:off x="6845400" y="474984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H: </a:t>
            </a: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기존 </a:t>
            </a: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backlog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mechanism-node-hqueue-queue-2"/>
          <p:cNvSpPr/>
          <p:nvPr/>
        </p:nvSpPr>
        <p:spPr>
          <a:xfrm>
            <a:off x="6845400" y="494028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D_o: </a:t>
            </a: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유입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mechanism-node-alloc"/>
          <p:cNvSpPr/>
          <p:nvPr/>
        </p:nvSpPr>
        <p:spPr>
          <a:xfrm>
            <a:off x="9398160" y="44830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HAP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할당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priority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배정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GD backlog, 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HAP backlog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둘을 섞으면 제어 규칙을 잘못 읽는다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3–4, Fig. 1 and Eqs. 5–8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 장부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항을 함께 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E(t)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GD local CPU, GD radio, HAP processing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합이다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913560"/>
                <a:gridCol w="5000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읽기 쉬운 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커지는 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E_l = xi f² phi D_l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주파수와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work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radio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E_o = D_o P / 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전송량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E_h = l_1 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처리한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 =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세 항 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경로를 함께 고려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오프로딩은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CPU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에너지를 줄일 수 있지만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radio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에너지가 사라지는 것은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Eqs. 9–12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장기 평균 에너지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feasibility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제약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목적은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long-run expected energy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최소화이며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latency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자체를 직접 최소화하는 식은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489204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막는 오류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≤ f ≤ f_max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GD CPU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한계 초과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≤ D_o ≤ R tau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radio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용량 초과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D_o ≤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≤ C ≤ 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HAP 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stability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장기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Lyapunov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요구이고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C1–C4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feasibility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제약이다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Eq. 13 and C1–C4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긴 미래를 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제어로 바꾸기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EEDO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제곱합의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drift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energy penalty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더한 상한을 현재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낮춘다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"/>
          <p:cNvSpPr/>
          <p:nvPr/>
        </p:nvSpPr>
        <p:spPr>
          <a:xfrm>
            <a:off x="838080" y="21718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Theta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모든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 backlog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모은 벡터다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3"/>
          <p:cNvSpPr/>
          <p:nvPr/>
        </p:nvSpPr>
        <p:spPr>
          <a:xfrm>
            <a:off x="838080" y="26542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Text 4"/>
          <p:cNvSpPr/>
          <p:nvPr/>
        </p:nvSpPr>
        <p:spPr>
          <a:xfrm>
            <a:off x="838080" y="26924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Lyapunov 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Q²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H²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합으로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backlog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크기를 수량화한다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5"/>
          <p:cNvSpPr/>
          <p:nvPr/>
        </p:nvSpPr>
        <p:spPr>
          <a:xfrm>
            <a:off x="838080" y="31748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Text 6"/>
          <p:cNvSpPr/>
          <p:nvPr/>
        </p:nvSpPr>
        <p:spPr>
          <a:xfrm>
            <a:off x="838080" y="321300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drift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다음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갈 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얼마나 변하는지의 조건부 기대값이다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7"/>
          <p:cNvSpPr/>
          <p:nvPr/>
        </p:nvSpPr>
        <p:spPr>
          <a:xfrm>
            <a:off x="838080" y="36954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Text 8"/>
          <p:cNvSpPr/>
          <p:nvPr/>
        </p:nvSpPr>
        <p:spPr>
          <a:xfrm>
            <a:off x="838080" y="373392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drift-plus-penalty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drift + V × expected energy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9"/>
          <p:cNvSpPr/>
          <p:nvPr/>
        </p:nvSpPr>
        <p:spPr>
          <a:xfrm>
            <a:off x="838080" y="4216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Text 10"/>
          <p:cNvSpPr/>
          <p:nvPr/>
        </p:nvSpPr>
        <p:spPr>
          <a:xfrm>
            <a:off x="838080" y="42544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커지면 에너지 항을 더 강하게 중시하는 설계가 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1"/>
          <p:cNvSpPr/>
          <p:nvPr/>
        </p:nvSpPr>
        <p:spPr>
          <a:xfrm>
            <a:off x="838080" y="4736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Text 12"/>
          <p:cNvSpPr/>
          <p:nvPr/>
        </p:nvSpPr>
        <p:spPr>
          <a:xfrm>
            <a:off x="838080" y="47750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 1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upper bound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최소화해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세 결정으로 분리한다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미래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예측하지 않고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backlog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관측값으로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 bound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낮추는 제어다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5–6, Eqs. 14–23 and Thm.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EEDO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결정은 두 갈래다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부분은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CPU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radio offload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따로 고른다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HAP allocation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다음 슬라이드에서 다룬다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0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상태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Q, H, R, P, V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GD local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D_l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GD radio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D_o threshold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GD action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+ offload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GD controls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f, D_l, D_o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6–7, Eqs. 23–29 and Alg.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결정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1: local CPU frequency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25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backlog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크면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CPU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올리려 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CPU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주는 상한으로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clip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"/>
          <p:cNvSpPr/>
          <p:nvPr/>
        </p:nvSpPr>
        <p:spPr>
          <a:xfrm>
            <a:off x="838080" y="21718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항은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 xi f³ tau - Q f tau / phi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3"/>
          <p:cNvSpPr/>
          <p:nvPr/>
        </p:nvSpPr>
        <p:spPr>
          <a:xfrm>
            <a:off x="838080" y="26542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Text 4"/>
          <p:cNvSpPr/>
          <p:nvPr/>
        </p:nvSpPr>
        <p:spPr>
          <a:xfrm>
            <a:off x="838080" y="26924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stationary candidate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square-root of Q divided by 3Vxi phi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5"/>
          <p:cNvSpPr/>
          <p:nvPr/>
        </p:nvSpPr>
        <p:spPr>
          <a:xfrm>
            <a:off x="838080" y="31748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Text 6"/>
          <p:cNvSpPr/>
          <p:nvPr/>
        </p:nvSpPr>
        <p:spPr>
          <a:xfrm>
            <a:off x="838080" y="321300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최종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f*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이하로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7"/>
          <p:cNvSpPr/>
          <p:nvPr/>
        </p:nvSpPr>
        <p:spPr>
          <a:xfrm>
            <a:off x="838080" y="36954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2" name="Text 8"/>
          <p:cNvSpPr/>
          <p:nvPr/>
        </p:nvSpPr>
        <p:spPr>
          <a:xfrm>
            <a:off x="838080" y="373392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f*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min of Q phi / tau and f_max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9"/>
          <p:cNvSpPr/>
          <p:nvPr/>
        </p:nvSpPr>
        <p:spPr>
          <a:xfrm>
            <a:off x="838080" y="4216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Text 10"/>
          <p:cNvSpPr/>
          <p:nvPr/>
        </p:nvSpPr>
        <p:spPr>
          <a:xfrm>
            <a:off x="838080" y="42544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service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D_l = f tau / phi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바뀐다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1"/>
          <p:cNvSpPr/>
          <p:nvPr/>
        </p:nvSpPr>
        <p:spPr>
          <a:xfrm>
            <a:off x="838080" y="4736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Text 12"/>
          <p:cNvSpPr/>
          <p:nvPr/>
        </p:nvSpPr>
        <p:spPr>
          <a:xfrm>
            <a:off x="838080" y="47750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큰 쪽은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요구하고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V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큰 쪽은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더 중시한다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CPU rule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backlog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에너지의 균형이며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장치 한계를 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6, Eqs. 24–25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결정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2: offload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threshold rule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27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한 계수의 부호로 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한계까지 보낼지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일지’를 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2391480"/>
                <a:gridCol w="21740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이하이면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초과이면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 P/R - Q + 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D_o = min(R tau, Q)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D_o =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radio cost - GD urgency + HAP congestion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쪽으로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GD backlog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크면 보낼 유인이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쪽으로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HAP backlog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보내기를 억제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P/R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쪽으로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비싸거나 느린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radio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억제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offload-only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아닌 이유는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P/R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같은 방향으로 무조건 전송을 막을 수 있기 때문이다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6, Eqs. 26–27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결정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3: HAP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남은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배정하기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유한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capacity C_h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 backlog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eligible GD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부터 처리한다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capacity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C_h = f_h,max tau / phi_h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priority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 l_1 - H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오름차순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sort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eligible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이하인지 확인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allocate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 = min(H, C_h)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repeat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C_h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줄이고 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무한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shared capacity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priority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순으로 나눈다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6–7, Eqs. 28–29 and Alg.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읽는 순서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결정 규칙과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update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분리하면 ‘보낸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언제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더해지는지’를 혼동하지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A, Q, H, R, 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읽음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GD CPU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25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GD radio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27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D_o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8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HAP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배정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C_h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29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갱신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7, 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8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8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뺀 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더한다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먼저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4, 7; Eqs. 7–8 and Alg.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decision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25, 27, 29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손으로 확인하기 위한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invented teaching trace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3369960"/>
                <a:gridCol w="315252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Q=6, H=4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backlog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상태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V=xi=phi=tau=1, f_max=1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sqrt(6/3)=sqrt(2)≈1.41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f=1, D_l=1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radio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 tau=3, V P/R=2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2 - 6 + 4 =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D_o=3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C_h=2, V l_1=2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2 - 4 = -2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C=2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수는 예시일 뿐이다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square-root clip, offload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부호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HAP priority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세 규칙이다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4, 6; Eqs. 5, 25, 27, 29; teaching toy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다음 값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A=2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더하고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Eq. 7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Eq. 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각각 적용한다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587400"/>
                <a:gridCol w="3261240"/>
                <a:gridCol w="2065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GD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max(Q-D_l-D_o,0)+A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max(6-1-3,0)+2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HAP 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max(H-C,0)+D_o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max(4-2,0)+3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C_h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C_h-C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작업도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남음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순서 경계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D_o=3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보냈어도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C=2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처리했다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그래서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커질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Eqs. 7–8; teaching toy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 trade-off: theorem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실제로 말하는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Theorem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arrival rate lambda plus epsilon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Lemma 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조건 아래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average 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upper bound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838080" y="21718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energy: E_EEDO ≤ E* + Z/V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3"/>
          <p:cNvSpPr/>
          <p:nvPr/>
        </p:nvSpPr>
        <p:spPr>
          <a:xfrm>
            <a:off x="838080" y="26542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2" name="Text 4"/>
          <p:cNvSpPr/>
          <p:nvPr/>
        </p:nvSpPr>
        <p:spPr>
          <a:xfrm>
            <a:off x="838080" y="26924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average queue: J-bar ≤ [Z + V(E-hat - E-check)] / epsilon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5"/>
          <p:cNvSpPr/>
          <p:nvPr/>
        </p:nvSpPr>
        <p:spPr>
          <a:xfrm>
            <a:off x="838080" y="31748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838080" y="321300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커질수록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Z/V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항이 작아진다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7"/>
          <p:cNvSpPr/>
          <p:nvPr/>
        </p:nvSpPr>
        <p:spPr>
          <a:xfrm>
            <a:off x="838080" y="36954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Text 8"/>
          <p:cNvSpPr/>
          <p:nvPr/>
        </p:nvSpPr>
        <p:spPr>
          <a:xfrm>
            <a:off x="838080" y="373392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둘째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포함하므로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backlog cost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커질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9"/>
          <p:cNvSpPr/>
          <p:nvPr/>
        </p:nvSpPr>
        <p:spPr>
          <a:xfrm>
            <a:off x="838080" y="4216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Text 10"/>
          <p:cNvSpPr/>
          <p:nvPr/>
        </p:nvSpPr>
        <p:spPr>
          <a:xfrm>
            <a:off x="838080" y="42544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epsilon, E-hat, E-check, Z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Lemma 1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존재 조건이 식에 들어간다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1"/>
          <p:cNvSpPr/>
          <p:nvPr/>
        </p:nvSpPr>
        <p:spPr>
          <a:xfrm>
            <a:off x="838080" y="4736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Text 12"/>
          <p:cNvSpPr/>
          <p:nvPr/>
        </p:nvSpPr>
        <p:spPr>
          <a:xfrm>
            <a:off x="838080" y="47750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따라서 ‘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키우면 항상 더 좋다’는 결론은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내용이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 gap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1/V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항과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bound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항을 함께 읽는 데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7, Lemma 1 and Thm. 2; Eqs. 30–32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시뮬레이션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envelope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 km × 1 km remote zone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무작위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서비스하는 특정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setting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847880"/>
                <a:gridCol w="3587400"/>
                <a:gridCol w="184788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 km, CPU 20 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GD 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radio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 GHz carrier, 100 MHz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0.01–0.2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uniform [0,1.8] × 10^6 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tau=1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phi=1000 cycles/bit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xi=10^-27, l_1=10^-4 J/bit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LoS/NLoS loss 0.1/21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noise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sigma²=10^-13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결과는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channel, CPU, arrival, static-HAP setting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한정되며 자동 이전되지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8, Evaluation and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바꾼 결과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낮은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energy,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높은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Figs. 2–3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논문의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simulation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커질수록 이 두 지표가 반대 방향으로 움직임을 보인다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2391480"/>
                <a:gridCol w="250020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queue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상대적으로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상대적으로 작음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더 강하게 해소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 추세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 추세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더 우선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 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 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Theorem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trade-off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부합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2–3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방향 요약일 뿐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특정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보편적 최적값으로 제시하지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8, Figs. 2–3 and Thm.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부하와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수가 늘면 무엇이 보이나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Figs. 4–7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arrival multiplier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더 많은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mean 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커지는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simulation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보여 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1739160"/>
                <a:gridCol w="239148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queue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원문의 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 alpha: 0.6→1.0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많은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50→120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HAP processing capacity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arrival-rate runs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equilibrium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equilibrium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Figs. 4–5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해석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EEDO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부하를 없애지 않고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capacity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아래 부하 변화에 대응하는 제어다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8–9, Figs. 4–7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 실험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energy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보면 틀릴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Figs. 8–9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energy curve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curve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놓아야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2935080"/>
                <a:gridCol w="250020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작동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볼 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함께 읽기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Local-only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더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EEDO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이와 비교해 절감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Offload-only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낮아 보일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 HAP capacity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GTCO-21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 offload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낮아 보일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과도한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EEDO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 + priority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절감 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run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stability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낮은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 curve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보지 말고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backlog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계속 쌓이는지도 함께 확인해야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9–10, Figs. 8–9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EEDO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주장하는 것과 아닌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 claim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범위를 보존하면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optimization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과장하지 않고 이해할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"/>
          <p:cNvSpPr/>
          <p:nvPr/>
        </p:nvSpPr>
        <p:spPr>
          <a:xfrm>
            <a:off x="838080" y="21718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주장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prior statistics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없이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 Q,H,R,P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decision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3"/>
          <p:cNvSpPr/>
          <p:nvPr/>
        </p:nvSpPr>
        <p:spPr>
          <a:xfrm>
            <a:off x="838080" y="26542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2" name="Text 4"/>
          <p:cNvSpPr/>
          <p:nvPr/>
        </p:nvSpPr>
        <p:spPr>
          <a:xfrm>
            <a:off x="838080" y="26924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주장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model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energy–queue bound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5"/>
          <p:cNvSpPr/>
          <p:nvPr/>
        </p:nvSpPr>
        <p:spPr>
          <a:xfrm>
            <a:off x="838080" y="31748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Text 6"/>
          <p:cNvSpPr/>
          <p:nvPr/>
        </p:nvSpPr>
        <p:spPr>
          <a:xfrm>
            <a:off x="838080" y="321300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주장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static-HAP simulation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energy·queue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7"/>
          <p:cNvSpPr/>
          <p:nvPr/>
        </p:nvSpPr>
        <p:spPr>
          <a:xfrm>
            <a:off x="838080" y="36954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Text 8"/>
          <p:cNvSpPr/>
          <p:nvPr/>
        </p:nvSpPr>
        <p:spPr>
          <a:xfrm>
            <a:off x="838080" y="373392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비주장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reward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학습하는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generic RL controller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9"/>
          <p:cNvSpPr/>
          <p:nvPr/>
        </p:nvSpPr>
        <p:spPr>
          <a:xfrm>
            <a:off x="838080" y="4216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8" name="Text 10"/>
          <p:cNvSpPr/>
          <p:nvPr/>
        </p:nvSpPr>
        <p:spPr>
          <a:xfrm>
            <a:off x="838080" y="42544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비주장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실제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HAP network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 SLA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11"/>
          <p:cNvSpPr/>
          <p:nvPr/>
        </p:nvSpPr>
        <p:spPr>
          <a:xfrm>
            <a:off x="838080" y="4736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Text 12"/>
          <p:cNvSpPr/>
          <p:nvPr/>
        </p:nvSpPr>
        <p:spPr>
          <a:xfrm>
            <a:off x="838080" y="47750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비주장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HAP CPU·radio capacity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무한함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2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 observation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쓰는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rule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prior statistics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불필요는 양립한다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1, 5–7, 11; Abstract, Eqs. 25–29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마무리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개의 제어와 한 개의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EEDO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partial offloading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CPU·radio·HAP service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세 결정으로 나누고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V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backlog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조절한다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"/>
          <p:cNvSpPr/>
          <p:nvPr/>
        </p:nvSpPr>
        <p:spPr>
          <a:xfrm>
            <a:off x="838080" y="21718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remote-zone GD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하나의 유한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HAP edge server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3"/>
          <p:cNvSpPr/>
          <p:nvPr/>
        </p:nvSpPr>
        <p:spPr>
          <a:xfrm>
            <a:off x="838080" y="26542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Text 4"/>
          <p:cNvSpPr/>
          <p:nvPr/>
        </p:nvSpPr>
        <p:spPr>
          <a:xfrm>
            <a:off x="838080" y="26924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GD queue Q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HAP queue H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분리해 추적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5"/>
          <p:cNvSpPr/>
          <p:nvPr/>
        </p:nvSpPr>
        <p:spPr>
          <a:xfrm>
            <a:off x="838080" y="31748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2" name="Text 6"/>
          <p:cNvSpPr/>
          <p:nvPr/>
        </p:nvSpPr>
        <p:spPr>
          <a:xfrm>
            <a:off x="838080" y="321300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제어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local f, offload D_o, HAP service 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7"/>
          <p:cNvSpPr/>
          <p:nvPr/>
        </p:nvSpPr>
        <p:spPr>
          <a:xfrm>
            <a:off x="838080" y="36954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4" name="Text 8"/>
          <p:cNvSpPr/>
          <p:nvPr/>
        </p:nvSpPr>
        <p:spPr>
          <a:xfrm>
            <a:off x="838080" y="373392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규칙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CPU square-root clip, radio threshold, HAP priority sort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9"/>
          <p:cNvSpPr/>
          <p:nvPr/>
        </p:nvSpPr>
        <p:spPr>
          <a:xfrm>
            <a:off x="838080" y="4216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6" name="Text 10"/>
          <p:cNvSpPr/>
          <p:nvPr/>
        </p:nvSpPr>
        <p:spPr>
          <a:xfrm>
            <a:off x="838080" y="42544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conditional Lyapunov bounds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static simulation figures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11"/>
          <p:cNvSpPr/>
          <p:nvPr/>
        </p:nvSpPr>
        <p:spPr>
          <a:xfrm>
            <a:off x="838080" y="4736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8" name="Text 12"/>
          <p:cNvSpPr/>
          <p:nvPr/>
        </p:nvSpPr>
        <p:spPr>
          <a:xfrm>
            <a:off x="838080" y="47750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한계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·channel·parameter·static HAP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가정 밖은 별도 검증이 필요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0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질문은 ‘얼마나 보낼까’보다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어디에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backlog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있고 어떤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감수할지다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2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4–11, Eqs. 5–32 and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2026-09-12T07:39:06Z</dcterms:created>
  <dc:creator>Research Seminars</dc:creator>
  <dc:description/>
  <dc:language>ko-KR</dc:language>
  <cp:lastModifiedBy>Research Seminars</cp:lastModifiedBy>
  <dcterms:modified xsi:type="dcterms:W3CDTF">2026-09-12T07:39:06Z</dcterms:modified>
  <cp:revision>1</cp:revision>
  <dc:subject>Online dynamic multi-user computation offloading and resource allocation for HAP-assisted MEC: an energy efficient approach</dc:subject>
  <dc:title>HAP 보조 MEC의 온라인 오프로딩: EEDO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21</vt:r8>
  </property>
  <property fmtid="{D5CDD505-2E9C-101B-9397-08002B2CF9AE}" pid="3" name="PresentationFormat">
    <vt:lpwstr>On-screen Show (16:9)</vt:lpwstr>
  </property>
  <property fmtid="{D5CDD505-2E9C-101B-9397-08002B2CF9AE}" pid="4" name="Slides">
    <vt:r8>21</vt:r8>
  </property>
</Properties>
</file>