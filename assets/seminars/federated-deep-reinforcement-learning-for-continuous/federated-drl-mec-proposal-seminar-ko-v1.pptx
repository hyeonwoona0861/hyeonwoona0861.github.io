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CC5DDFC7-F894-4A36-ACEE-E502E9AE7E2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Federated DRL: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연구 구상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Idea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문서를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완성 알고리즘이나 실험 논문이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쪽은 문제와 연구 방법을 제안하고 둘째 쪽은 참고문헌입니다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원문에는 발행 연도가 없으므로 참고문헌의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년을 이 제안의 발행 연도로 사용하지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Intradependente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표기는 원문 그대로입니다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pp. 1–2, title and document structure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0C21651-4EB6-49E5-AD4E-FFC2BB47EA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제안한 것과 아직 검증하지 않은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학습 가속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공동 참여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장치가 들어오는 상황의 지속 학습을 기대 장점으로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Methodology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구현과 시뮬레이션을 미래 계획으로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이를 이미 검증된 성능 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privacy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소개하면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Motivation and Research Methodology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614D23B-F4F3-40F9-AA33-66DCC78D631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실행 순서와 데이터 전달을 함께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종속성을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Call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표현하자고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A→B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필요성을 이해시키는 단순한 강의용 선후관계입니다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 graph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주장하거나 이 예시의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논문 정의라고 간주하지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구체적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node/edge feature,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규칙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원문에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Problem Statement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1502259-C97E-4111-9253-C9A42A6A98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전송을 빠뜨리면 완료 시간을 작게 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timing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수치 실험이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병렬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통신 시작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생략하고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실행 시간을 위치와 무관하게 고정했습니다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가정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끝나고 전송을 마친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ms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 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최적해나 제안 기법의 성능 향상을 계산한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Problem Statement; constructed teaching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3AEBA90-591D-4C61-B2B3-9E62B0862C9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공동 학습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local 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주기적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update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전송과 중앙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순서도로 표현했습니다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구분을 위한 예시 장치이며 고정된 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-device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오른쪽은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학습에서 각 장치가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반영한다는 순서 설명입니다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 전달입니다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원시 데이터가 중앙으로 이동한다는 화살표는 그리지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정보 흐름 설명이지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aggregation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완성된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Motivation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E8D7755-35D0-4434-A1C8-B8028F353A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Actor-Critic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D3QN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연구 후보로 제시된다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Methodology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federated Actor-Critic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federated D3QN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후보로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architecture, aggregation rule, loss, 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References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Actor-Critic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age-sensitive MEC, D3QN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 인용은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SDN-based IoT traffic monitoring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제안의 종속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성능이 입증되었다는 의미가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pp. 1–2, Problem Model, Methodology and references [3]–[4]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E6865A-EA96-49E0-80FD-EB250FD7A8E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local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보내지 않는 것과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privacy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보장은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preserving data privacy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without compromising user privacy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동기 표현을 사용하지만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secure aggregation·differential privacy·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공격 평가와 같은 보호 절차를 명시하지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자료에서는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privacy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검증된 알고리즘이 아니라 추가 검증이 필요한 기대 목표라고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특정 공격 성공률을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Motivation and Key Challenges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179F518-5A0B-457A-8A7E-6C278CEC7B1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장치와 이질적인 환경을 어떻게 받아들일 것인가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참여하는 동안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지원하자는 기대를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 efficiency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heterogeneity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핵심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challenge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문서에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personalization, asynchronous update,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convergence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완성 구성요소로 추가하지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Motivation and Key Challenges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B97A782-6F17-4BD3-8807-8D48664406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 제안을 검증할 때 분리해야 할 효과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평가는 원문에서 도출한 강의용 제안입니다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적합한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platform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simulated 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개발하고 다양한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평가할 계획만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지표와 비교 축은 완료된 실험이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요약하면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Idea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federated DRL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연결한 문제 설정이며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·privacy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검증은 후속 작업입니다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Research Methodology; teaching evaluation design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Iman Rahmati, two-page Research Idea (undated)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https://imanrht.github.io/assets/FederatedDRL.pdf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E48142E-83CD-490B-86AE-A30D344C5D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Federated DRL: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종속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offloading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연구 구상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Federated Deep Reinforcement Learning for Continuous Improving Intradependente Task Offloading in Mobile Edge Computing Network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Iman Rahmati (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연도 미상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Call Graph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분산된 장치의 공동 학습을 연결하려는 연구 제안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pp. 1–2, title and document structure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제안한 것과 아직 검증하지 않은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성능 결과가 아니라 어떤 연구 문제를 구성하려는지 읽는 자료다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34844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종속된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가정의 한계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Call Graph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구체적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federated Actor-Critic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D3QN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완성 구조를 확정하지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시뮬레이션을 개발할 계획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수치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비교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가속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·privacy·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지속 개선은 이 문서에서 측정된 성과가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Motivation and Research Methodology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종속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실행 순서와 데이터 전달을 함께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앞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결과를 요구하면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결정을 따로 볼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앞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결과를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출력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사용할 데이터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위치가 다르면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 전달 비용 발생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B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필요한 결과 이후 실행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화살표는 강의용 선후관계 예시이며 원문이 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encoder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규칙이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Problem Statement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전송을 빠뜨리면 완료 시간을 작게 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 ms, 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 ms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걸리고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뒤에 시작한다고 가정한다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109120"/>
                <a:gridCol w="31525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위치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 비용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+ 0 + 3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위치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+ 1 + 3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잘못된 독립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병렬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max(2,3)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ms: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의존성 무시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숫자는 연구 결과가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dependency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전송 비용의 역할을 보여 주는 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Problem Statement; constructed teaching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공동 학습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local data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update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장치의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 결과를 중앙에서 결합하고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학습에 반영한다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lane-a"/>
          <p:cNvSpPr/>
          <p:nvPr/>
        </p:nvSpPr>
        <p:spPr>
          <a:xfrm>
            <a:off x="660240" y="220968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장치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lane-server"/>
          <p:cNvSpPr/>
          <p:nvPr/>
        </p:nvSpPr>
        <p:spPr>
          <a:xfrm>
            <a:off x="660240" y="325116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lane-b"/>
          <p:cNvSpPr/>
          <p:nvPr/>
        </p:nvSpPr>
        <p:spPr>
          <a:xfrm>
            <a:off x="660240" y="4292640"/>
            <a:ext cx="863280" cy="10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장치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edge-a-update-segment-1"/>
          <p:cNvSpPr/>
          <p:nvPr/>
        </p:nvSpPr>
        <p:spPr>
          <a:xfrm>
            <a:off x="3299400" y="27302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mechanism-edge-b-update-segment-1"/>
          <p:cNvSpPr/>
          <p:nvPr/>
        </p:nvSpPr>
        <p:spPr>
          <a:xfrm>
            <a:off x="3299400" y="48132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mechanism-edge-a-agg-segment-1"/>
          <p:cNvSpPr/>
          <p:nvPr/>
        </p:nvSpPr>
        <p:spPr>
          <a:xfrm>
            <a:off x="5341320" y="27302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mechanism-edge-a-agg-segment-2"/>
          <p:cNvSpPr/>
          <p:nvPr/>
        </p:nvSpPr>
        <p:spPr>
          <a:xfrm>
            <a:off x="550224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mechanism-edge-a-agg-segment-3"/>
          <p:cNvSpPr/>
          <p:nvPr/>
        </p:nvSpPr>
        <p:spPr>
          <a:xfrm>
            <a:off x="5502240" y="35686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mechanism-edge-b-agg-segment-1"/>
          <p:cNvSpPr/>
          <p:nvPr/>
        </p:nvSpPr>
        <p:spPr>
          <a:xfrm>
            <a:off x="5341320" y="481320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mechanism-edge-b-agg-segment-2"/>
          <p:cNvSpPr/>
          <p:nvPr/>
        </p:nvSpPr>
        <p:spPr>
          <a:xfrm flipV="1">
            <a:off x="566316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mechanism-edge-b-agg-segment-3"/>
          <p:cNvSpPr/>
          <p:nvPr/>
        </p:nvSpPr>
        <p:spPr>
          <a:xfrm>
            <a:off x="5663160" y="397476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mechanism-edge-agg-global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mechanism-edge-global-next-segment-1"/>
          <p:cNvSpPr/>
          <p:nvPr/>
        </p:nvSpPr>
        <p:spPr>
          <a:xfrm>
            <a:off x="9425880" y="35686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mechanism-edge-global-next-segment-2"/>
          <p:cNvSpPr/>
          <p:nvPr/>
        </p:nvSpPr>
        <p:spPr>
          <a:xfrm flipV="1">
            <a:off x="9586800" y="273024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mechanism-edge-global-next-segment-3"/>
          <p:cNvSpPr/>
          <p:nvPr/>
        </p:nvSpPr>
        <p:spPr>
          <a:xfrm>
            <a:off x="9586800" y="273024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mechanism-edge-g-next-b-segment-1"/>
          <p:cNvSpPr/>
          <p:nvPr/>
        </p:nvSpPr>
        <p:spPr>
          <a:xfrm>
            <a:off x="9425880" y="397476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mechanism-edge-g-next-b-segment-2"/>
          <p:cNvSpPr/>
          <p:nvPr/>
        </p:nvSpPr>
        <p:spPr>
          <a:xfrm>
            <a:off x="9747360" y="3974760"/>
            <a:ext cx="360" cy="838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mechanism-edge-g-next-b-segment-3"/>
          <p:cNvSpPr/>
          <p:nvPr/>
        </p:nvSpPr>
        <p:spPr>
          <a:xfrm>
            <a:off x="9747360" y="481320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mechanism-node-a0"/>
          <p:cNvSpPr/>
          <p:nvPr/>
        </p:nvSpPr>
        <p:spPr>
          <a:xfrm>
            <a:off x="1739880" y="24004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환경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mechanism-node-b0"/>
          <p:cNvSpPr/>
          <p:nvPr/>
        </p:nvSpPr>
        <p:spPr>
          <a:xfrm>
            <a:off x="1739880" y="4483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환경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mechanism-node-a1"/>
          <p:cNvSpPr/>
          <p:nvPr/>
        </p:nvSpPr>
        <p:spPr>
          <a:xfrm>
            <a:off x="3782160" y="24004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mechanism-node-b1"/>
          <p:cNvSpPr/>
          <p:nvPr/>
        </p:nvSpPr>
        <p:spPr>
          <a:xfrm>
            <a:off x="3782160" y="4483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mechanism-node-agg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집계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업데이트 결합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mechanism-node-global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global model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결과 공유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mechanism-node-next"/>
          <p:cNvSpPr/>
          <p:nvPr/>
        </p:nvSpPr>
        <p:spPr>
          <a:xfrm>
            <a:off x="9908640" y="24004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mechanism-node-next-b"/>
          <p:cNvSpPr/>
          <p:nvPr/>
        </p:nvSpPr>
        <p:spPr>
          <a:xfrm>
            <a:off x="9908640" y="448308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2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집계 공식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통신 주기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·client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미정이며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흐름을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FedAvg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구현으로 단정하지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3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Motivation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Actor-Critic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D3QN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연구 후보로 제시된다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서로 다른 후보를 한 개의 확정된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구조로 합치지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수준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추가로 정해야 할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관측으로 상호작용하며 공동 목표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state·action·reward·transition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Actor-Critic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방법으로 언급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D3QN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 다른 후보 방법으로 언급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 정의와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Call Graph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종속성 표현을 제안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feature·encoder·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원문의 참고문헌이 구현한 방법을 이 제안이 이미 구현했다고 옮겨 적으면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pp. 1–2, Problem Model, Methodology and references [3]–[4]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data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보내지 않는 것과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privacy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보장은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privacy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기대하지만 공격 모델이나 보호 메커니즘을 정의하지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3484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문서가 제안한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입증되지 않은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 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장치가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정보도 유출되지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내용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update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업데이트가 항상 안전함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privacy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설계의 기대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정량적 보호 수준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위협 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효율을 핵심 과제로 명시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비용이 항상 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데이터를 중앙에 모으지 않는 구조만으로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privacy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통신 절감 성과를 확정할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Motivation and Key Challenges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장치와 이질적인 환경을 어떻게 받아들일 것인가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지속 개선의 동기와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lifelong learning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보장은 구별해야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23972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연구 제안의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없는 명세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장치 참여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경험으로 공동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참여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protocol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장치 이질성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다양한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network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구성요소 수용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model·action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호환 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교환 효율 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지속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참여 장치의 학습을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망각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continuous improving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연구 목표이며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망각 없는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continual learning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증명은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Motivation and Key Challenges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연구 제안을 검증할 때 분리해야 할 효과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다음은 발표자가 정리한 평가 설계이며 원문이 수행한 실험이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91356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확인할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필요한가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dependency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완료 시간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가능성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종속성 모델의 효과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federation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학습과 공동 학습의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 효과와 통신 비용 분리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장치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이질성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환경별 적응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개선만으로 차이를 숨기지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privacy·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보호 범위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학습량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기대 장점의 근거 확보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정확한 문제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알고리즘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조건을 채워야 성능 논문으로 확장할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Research Methodology; teaching evaluation design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2026-09-12T06:52:06Z</dcterms:created>
  <dc:creator>Research Seminars</dc:creator>
  <dc:description/>
  <dc:language>ko-KR</dc:language>
  <cp:lastModifiedBy>Research Seminars</cp:lastModifiedBy>
  <dcterms:modified xsi:type="dcterms:W3CDTF">2026-09-12T06:52:06Z</dcterms:modified>
  <cp:revision>1</cp:revision>
  <dc:subject>Federated Deep Reinforcement Learning for Continuous Improving Intradependente Task Offloading in Mobile Edge Computing Network</dc:subject>
  <dc:title>Federated DRL: 종속 task offloading의 연구 구상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