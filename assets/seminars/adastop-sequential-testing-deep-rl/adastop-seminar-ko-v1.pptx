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AdaStop: Deep RL Agent를 공정하게 순차 비교하기
발표 대본
이 발표는 AdaStop 논문의 문제 정의, 통계적 구성, 이론 보장, 실험과 한계를 차례로 설명합니다. 논문의 공개 버전은 arXiv 2306.10882v3이며 2024년 12월 12일자입니다. 핵심 질문은 두 agent의 평균 점수만 보고 누가 좋은지 선언하는 것이 아니라, 반복 실행의 무작위성을 고려하면서 필요한 만큼 score를 추가하고도 오류율을 통제할 수 있는가입니다.
공개 출처
paper | arXiv v3, title page and abstract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같은 agent도 실행할 때마다 score가 달라진다
발표 대본
논문에서 agent는 구현과 hyperparameter가 고정된 계산 agent이며 random seed는 agent 정의에 포함되지 않습니다. 각 seed로 agent를 훈련하고 policy를 평가해 score 하나를 얻습니다. 이런 독립 score가 모여 agent의 score distribution을 이룹니다. Figure 1은 PPO, SAC, DDPG, TRPO의 score가 단순 Gaussian으로 보기 어려운 사례를 보여 줍니다.
공개 출처
paper | pp. 1–4, §§1–2.2, Fig. 1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무엇을 고정하고 무엇을 반복하는가
발표 대본
논문은 비교의 단위를 명확히 제한합니다. 하나의 task에서 같은 agent 정의로 얻은 독립 score를 비교합니다. Appendix H.2의 MuJoCo 실험에서는 agent 하나를 training한 뒤 50 evaluation episode 성능의 평균을 score 하나로 사용합니다. Atari처럼 여러 task를 하나의 지표로 묶는 문제는 해결된 범위가 아닙니다.
공개 출처
paper | pp. 3–7, §§2.1–2.4; p. 36, App. H.2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고정 표본 검정은 sample size를 먼저 정한다
발표 대본
고정 sample-size permutation test에서는 N을 먼저 정하고, 두 agent에서 N개씩 score를 모은 다음 한 번 검정합니다. 귀무가설이 참일 때 labels가 교환 가능하다는 성질로 임계값을 정합니다. 이 절차의 오류 보장은 같은 임계값을 여러 중간 시점에서 반복 사용하는 경우에 자동으로 이어지지 않습니다.
공개 출처
paper | pp. 8–10, Table 1; §3.2.1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반복 검정은 false positive 기회를 늘린다
발표 대본
문제는 데이터를 추가하는 행위 자체가 아니라, 고정 검정의 임계값을 여러 번 재사용하는 것입니다. 귀무가설이 참이어도 각 interim마다 우연한 crossing 기회가 생깁니다. AdaStop은 K개의 planned interim 전체를 고려해 stage별 boundary를 만들므로 단순한 repeated peeking과 다릅니다.
공개 출처
paper | pp. 4–5, Fig. 2; pp. 9–11, §3.2.2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Group-sequential test는 K개 시점을 함께 보정한다
발표 대본
Figure 2는 N=5인 두 agent 비교 예시를 보여 줍니다. 첫 5개와 다음 누적 10개에서는 계속하고, 누적 15개에서 경계를 넘어 reject합니다. 중요한 점은 중간 시점을 사후에 무한히 늘리는 것이 아니라 K와 N을 parameter로 정하고 그 계획에 맞는 경계를 계산한다는 것입니다.
공개 출처
paper | pp. 4–5, Fig. 2; pp. 10–11, Alg. 1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AdaStop의 설계를 이끈 다섯 요구
발표 대본
논문은 score distribution이 다봉형이거나 비정규적일 수 있고, training run이 비싸며, 여러 agent를 동시에 비교해야 한다는 요구를 제시합니다. N과 K는 각각 interim마다 새로 수집할 score 수와 최대 interim 수입니다. N×K는 per-agent 최대 예산이지 항상 쓰는 score 수가 아닙니다.
공개 출처
paper | pp. 2–8, §§1–2.5, Table 1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검정의 두 출력은 ‘다름’과 ‘동일함’이 아니다
발표 대본
Algorithm 3은 K에 도달하면 남은 hypotheses를 accept한다고 씁니다. 그러나 Appendix B는 failing to reject가 null이 참이라는 뜻이 아니라고 명시합니다. 따라서 이 덱에서는 remaining comparison을 동일성 판정이 아니라 budget 안에서 기각하지 못한 결과로 설명합니다. Rejection 뒤 empirical mean이 높은 agent를 MLB라고 부르지만, 방향 오류는 주요 보장에 포함되지 않습니다.
공개 출처
paper | pp. 6–7, §2.5; p. 14, Alg. 3; p. 23, App. B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FWER, power, p-value는 서로 다른 질문에 답한다
발표 대본
FWER는 true hypotheses 가운데 적어도 하나를 false reject할 확률입니다. Power는 alternative가 참일 때 reject할 확률입니다. AdaStop의 실험 표는 power와 effective sample count를 함께 보고합니다. 절차는 ordinary p-value를 매 interim마다 .05와 비교하지 않고 permutation distribution에서 sequential boundary를 구성합니다.
공개 출처
paper | pp. 10–11, §3.2.3; pp. 23–24, App. B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Permutation test: H₀라면 group label을 바꿔도 된다
발표 대본
두 agent의 score distribution이 같다면 pooled scores의 agent labels를 바꾸어도 joint law가 달라지지 않습니다. 이 교환 가능성을 이용해 null reference distribution을 만듭니다. AdaStop은 이 아이디어를 누적 interim과 multiple comparisons에 확장합니다. Mean equality만 가정한 finite sample에서는 같은 exact guarantee가 아닙니다.
공개 출처
paper | p. 9, §3.2.1; pp. 24–27, App. C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관측 statistic과 permutation boundary를 비교한다
발표 대본
논문은 score 합 차이의 절댓값을 pair statistic으로 사용하고, 현재 comparison set C에 대해 그 최대값을 취합니다. Boundary Bₖ(C)는 permutation law의 quantile로 계산됩니다. 표시한 기호는 원문의 복잡한 식을 읽기 위한 요약이며, exact boundary 계산은 Equations 9와 10에 정의됩니다.
공개 출처
paper | pp. 11–14, Eqs. (5)–(10)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L개 agent는 J=L(L−1)/2개의 pair를 만든다
발표 대본
L개 agent의 all-pair comparison에서는 J=L(L−1)/2개의 hypotheses가 생깁니다. 각 pair를 α로 독립 검정하면 family 전체 오류가 누적될 수 있습니다. AdaStop은 current active set C의 max statistic을 permutation으로 보정하고 step-down합니다.
공개 출처
paper | pp. 10–12, §§3.2.3–3.2.4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Step-down은 가장 극단적인 pair부터 하나씩 제거한다
발표 대본
Algorithm 2는 comparison set C에서 가장 큰 statistic을 찾습니다. Max가 boundary를 넘지 않으면 remaining hypotheses를 그 단계에서 더 이상 reject하지 않습니다. 넘으면 가장 극단적인 pair만 reject하고 C에서 제거한 뒤 같은 interim에서 boundary와 max를 다시 계산합니다. 이 반복 구조가 strong FWER control의 step-down 부분입니다.
공개 출처
paper | pp. 11–12, §3.2.4, Alg. 2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AdaStop을 실행하기 전에 정하는 입력
발표 대본
Algorithm 3의 parameters는 agents, environment, comparison pairs, K, N, α입니다. 각 interim의 수집 loop는 전체 L개 agent에서 N개씩 새 score를 얻습니다. 비교 집합 C가 비면 전체 절차를 종료하며, 그렇지 않으면 최대 K번까지 진행하므로 agent당 score ceiling은 N×K입니다. 특정 pair가 결정되었다고 해당 agent의 수집만 생략하는 규칙은 Algorithm 3에 명시되어 있지 않습니다. Figure 5의 agent별 사용 budget 차이는 별도의 실험 보고로 읽으며 이 pseudocode의 생략 규칙으로 역추론하지 않습니다.
공개 출처
paper | pp. 12–14, §4, Alg. 3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AdaStop의 한 interim은 수집→보정→step-down이다
발표 대본
Algorithm 3의 핵심 loop입니다. 새 score를 수집하고 accumulated pair statistics와 permutation boundaries를 계산합니다. 같은 interim 안에서 여러 pair가 차례로 reject될 수 있습니다. C가 비면 종료하고, 그렇지 않으면 다음 interim으로 갑니다. k=K에 도달하면 남은 pair는 budget 안에서 기각하지 못한 채 종료됩니다.
공개 출처
paper | pp. 12–14, §4, Alg. 3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각 pair의 상태는 세 가지로 읽는다
발표 대본
Rejected pair는 active set에서 제거됩니다. 아직 active이고 k&lt;K이면 다음 batch에서 score를 더 모읍니다. K까지 crossing하지 못한 pair는 null을 기각하지 못한 것으로 남습니다. 논문 알고리즘의 accept라는 단어를 equivalence proof로 바꾸어 읽어서는 안 됩니다.
공개 출처
paper | p. 14, Alg. 3; p. 23, App. B.1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모든 permutation을 열거하지 않아도 된다
발표 대본
논문은 permutation을 모두 열거하는 대신 random subset을 사용할 수 있다고 설명합니다. 이 subset은 data와 독립적으로 선택하고 identity permutation을 포함해야 합니다. 실험에서는 보통 10⁴개를 사용합니다. N과 K가 작으면 가능한 boundary가 거칠어 power가 0이 되는 사례도 Table 2에 나타납니다.
공개 출처
paper | pp. 13–14, §4; p. 17, Table 2 remark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Theorem 1: distribution equality의 strong FWER
발표 대본
Theorem 1은 multiple testing setting에서 strong FWER control을 제시합니다. 이는 모든 null이 참인 경우만이 아니라 일부 pair만 참인 경우에도 true null 중 하나를 잘못 reject할 확률을 α 이하로 제한한다는 뜻입니다. 이 보장은 equality of distributions를 대상으로 합니다.
공개 출처
paper | pp. 14–15, Theorem 1; pp. 24–28, App. C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Theorem 2: mean 비교는 finite-sample exact가 아니다
발표 대본
Theorem 2는 두 distributions의 means가 같고 finite variance일 때 N이 무한히 커지면서 type-I error가 α로 수렴한다고 말합니다. 이 결과는 finite sample에서 equal means만으로 exact permutation validity를 주는 것이 아닙니다. 따라서 분포 모양이 다르고 평균이 같은 사례에서는 distribution test가 reject할 수 있습니다.
공개 출처
paper | pp. 6–7, §2.4; pp. 14–15, Theorem 2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강의용 가상 예시: A, B, C 세 agent 비교
발표 대본
이 slide부터 두 장은 강의용 invented trace입니다. N=2와 K=3은 설명을 위해 정한 값이며 논문의 추천이나 실험 결과가 아닙니다. 실제 boundary는 collected scores와 permutation set에서 계산되므로 가짜 숫자를 제시하지 않고, crossing 여부만 symbolic하게 표시합니다.
공개 출처
paper | pp. 12–14, Alg. 3; teaching trace derived from procedure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가상 interim 1: 어떤 pair도 boundary를 넘지 못했다
발표 대본
가상 trace에서 interim 1의 max statistic이 boundary 아래라고 가정합니다. 따라서 어떤 pair도 reject하지 않고 C를 그대로 유지합니다. 이 상태는 세 pair가 같다고 판정한 것이 아니라 다음 batch를 더 관측하겠다는 결정입니다.
공개 출처
paper | pp. 12–14, Alg. 3; teaching trace derived from procedure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가상 interim 2: AC를 기각한 뒤 남은 set을 재검정
발표 대본
가상으로 AC가 가장 극단적이고 boundary를 crossing했다고 둡니다. AdaStop은 AC를 reject하고 current set에서 제거합니다. 이어서 같은 interim에서 C′={AB,BC}에 맞는 boundary를 다시 계산합니다. 나머지 max가 crossing하지 않는다고 가정하면 AB와 BC는 다음 interim으로 갑니다. 어느 interim에 반드시 멈춘다는 보장은 없습니다.
공개 출처
paper | pp. 11–14, Algs. 2–3; teaching trace derived from procedure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Toy experiment: mean과 distribution 차이를 분리한다
발표 대본
Section 5.1은 두 Gaussian 또는 Gaussian-mixture score laws로 세 cases를 구성합니다. N=5, K=5, α=.05, 10⁴ permutations 조건에서 각 setting을 5,000회 반복하고 rejection frequency를 측정합니다. Figure 4의 색은 Δ 변화에 따른 score distributions와 empirical rejection frequency를 함께 보여 줍니다.
공개 출처
paper | pp. 15–16, §5.1, Fig. 4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Toy 결과: 같은 mean, 다른 distribution shape
발표 대본
Case 1은 모양이 달라도 대칭적으로 구성되어 rejection frequency가 대체로 낮습니다. Case 2에서는 means가 멀어지며 power가 증가합니다. Case 3은 rare high mode로 mean을 맞추었지만 distributions가 달라 큰 Δ에서 rejection이 증가합니다. 이는 AdaStop이 finite sample에서 distribution equality를 검정한다는 점을 보여 줍니다.
공개 출처
paper | pp. 15–16, §5.1, Fig. 4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SAC–TD3 비교: 최대 20개 중 평균 12.08개 사용
발표 대본
Table 2는 N과 K 조합별 empirical power와 괄호 안 effective number of scores를 보여 줍니다. N=4,K=5일 때 maximum은 20, average effective count는 12.08, power는 .82입니다. Colas 등의 fixed tests는 같은 data에서 약 15 scores로 power .8을 보고했습니다. 서로 완전히 같은 sequential decision rule의 직접 theorem 비교는 아니며 실험 조건부 결과입니다.
공개 출처
paper | pp. 16–17, §5.2, Table 2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MuJoCo 실험의 agent·task·training 조건
발표 대본
논문은 PPO를 rlberry, SAC를 Stable-Baselines3, DDPG를 CleanRL, TRPO를 MushroomRL에서 가져옵니다. Agent마다 library benchmark hyperparameters를 고정합니다. Appendix H.2는 training interaction budget과 score definition을 명시합니다. 따라서 결과를 algorithm family 전체의 보편적 ranking으로 일반화하면 안 됩니다.
공개 출처
paper | pp. 17–18, §5.3; pp. 36–37, App. H.2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MuJoCo 결과는 decision과 사용 budget을 함께 본다
발표 대본
Figure 5의 used-budget table은 environment와 agent별로 5에서 30 scores가 사용된 것을 보여 줍니다. HalfCheetah에서 SAC와 관련된 comparisons는 첫 interim의 5 scores로 결정됩니다. 반대로 full 30을 쓴 경우가 있습니다. 이는 동일성을 증명한 것이 아니라 설정한 budget에서 boundary를 넘지 못한 comparison이 포함될 수 있다는 뜻입니다.
공개 출처
paper | p. 18, Fig. 5; p. 37, Fig. 10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Appendix F의 early accept는 별도 heuristic이다
발표 대본
Appendix F의 Algorithm 4는 rejection boundary 외에 early-accept lower boundary를 추가합니다. Walker2d-v3에서 β=.01로 실행했을 때 interim 2, 즉 agent마다 10 scores에서 멈추고 논문이 보고한 final decisions는 바뀌지 않았습니다. 그러나 논문 conclusion은 early accept의 보장 개발을 future work로 남깁니다.
공개 출처
paper | pp. 32–33, App. F, Alg. 4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Theorem 1의 proof는 세 층으로 구성된다
발표 대본
Appendix C는 먼저 L=2,K=1인 permutation test의 기본 bound를 설명합니다. 다음으로 각 interim에 배분된 오류를 합쳐 weak FWER를 얻고, step-down boundary의 monotonicity를 이용해 arbitrary configuration의 strong control로 확장합니다. Appendix E는 mean theorem의 asymptotic boundary를 다룹니다.
공개 출처
paper | pp. 24–32, Apps. C–E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AdaStop이 해결하지 않은 문제
발표 대본
논문은 single-task comparison에 집중합니다. Atari처럼 games를 묶는 aggregation은 Appendix G에서 열린 문제로 논의합니다. Early accept의 general guarantee, non-asymptotic mean result, explicit power guarantee, directional error control도 future work 또는 limitation입니다. AdaStop이 optimal stopping procedure라는 주장도 하지 않습니다.
공개 출처
paper | pp. 5–8, §§2.3–2.5; pp. 18–19, §6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AdaStop 결과를 읽는 다섯 질문
발표 대본
정리하면 AdaStop은 nonparametric permutation test, group-sequential boundary, max-statistic step-down을 결합합니다. 차이가 충분히 크면 maximum 전에 멈출 수 있고, 여러 pair의 strong FWER를 통제합니다. 반면 non-rejection은 equality가 아니며, mean과 direction의 보장은 더 제한적입니다. 실무에서는 agent·task·score 정의, N·K·α, permutation 수, 실제 사용 count를 함께 보고해야 합니다.
공개 출처
paper | pp. 12–19, §§4–6; Apps. B and F
AdaStop: adaptive statistical testing for sound comparisons of Deep RL agents
https://arxiv.org/abs/2306.10882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AdaStop: Deep RL Agent를 공정하게 순차 비교하기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AdaStop: adaptive statistical testing for sound comparisons of Deep RL agents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Timothée Mathieu, Riccardo Della Vecchia, Alena Shilova, Matheus Medeiros Centa, Hector Kohler, Odalric-Ambrym Maillard, Philippe Preux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seed를 한꺼번에 정하지 않고도 순차적으로 evidence를 모으며 여러 agent를 비교하는 permutation test</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arXiv v3, title page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agent도 실행할 때마다 score가 달라진다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Deep RL 비교의 관측 단위는 한 번의 deterministic 결과가 아니라 독립적으로 훈련한 run의 score다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agent 고정</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구현과 hyperparameter를 고정</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seed 변경</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독립적인 training run 실행</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policy 평가</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episode의 성능 측정</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score 하나</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run의 대표값 생성</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분포 비교</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run의 score를 검정</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번의 높은 score보다 run 사이 변동까지 포함한 분포가 비교 대상이다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1–4, §§1–2.2, Fig.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무엇을 고정하고 무엇을 반복하는가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agent·task·score 정의를 먼저 고정해야 seed 추가가 같은 실험의 반복이 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10946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구현과 hyperparameter가 고정된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seed는 agent 정의가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environment에서의 평가 문제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task 집계는 범위 밖</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 seed로 training한 policy 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독립성 가정이 중요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run을 평가한 대표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MuJoCo에서는 50회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AdaStop은 한 task에서 같은 정의로 생성한 독립 score들을 순차적으로 사용한다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3–7, §§2.1–2.4; p. 36, App. H.2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고정 표본 검정은 sample size를 먼저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예를 들어 agent마다 N개의 score를 모은 뒤 한 번만 permutation test를 수행한다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 결정</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수집 전에 표본 수 고정</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score 수집</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agent마다 N개 확보</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통계량 계산</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집단 차이를 요약</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한 번 검정</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고정 임계값과 비교</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기각 또는 기각하지 못함</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고정 검정의 오류 보장은 미리 정한 시점에서 한 번 판단하는 절차에 맞춰져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8–10, Table 1; §3.2.1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반복 검정은 false positive 기회를 늘린다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시점에서 같은 fixed-test 기준을 쓰면 전체 실험의 오류율은 한 번의 α보다 커질 수 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batch 1</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고정 검정 기준으로 확인</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계속</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기각이 아니면 score 추가</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batch 2</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기준으로 다시 확인</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반복</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번 false alarm 기회</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왜곡</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type-I error 증가 가능</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순차 검정은 ‘언제 볼 것인가’까지 포함해 경계를 설계해야 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4–5, Fig. 2; pp. 9–11, §3.2.2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Group-sequential test는 K개 시점을 함께 보정한다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매 interim마다 N개의 새 score를 더하고 누적 통계량을 해당 단계의 boundary와 비교한다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interim k</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agent마다 N개 score 추가</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누적 통계량</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지금까지의 score로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stage boundary</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K단계를 고려해 보정</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crossing</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넘으면 차이를 기각 판단</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continue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아니면 다음 batch로 이동</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AdaStop의 adaptive sample usage는 사전에 둔 K와 stage boundary 안에서 이루어진다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4–5, Fig. 2; pp. 10–11, Alg.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AdaStop의 설계를 이끈 다섯 요구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Deep RL score의 형태와 training 비용을 동시에 고려해야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76098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nonparametric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 분포를 Gaussian으로 단정하기 어렵다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sequential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차이가 분명하면 최대 budget 전에도 멈추고 싶다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multiple testing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agent의 모든 pair를 함께 비교한다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reproducible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명시한 N, K, α로 같은 절차를 재현한다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bounded budget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agent당 최대 N×K runs를 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AdaStop은 permutation, sequential boundary, step-down을 한 절차로 결합한다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2–8, §§1–2.5,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검정의 두 출력은 ‘다름’과 ‘동일함’이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귀무가설을 기각하지 못하는 것은 equivalence를 증명한 것이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있는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없는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H₀ 기각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설정한 오류 통제 아래 차이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차이의 practical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기각하지 못함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budget에서 crossing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agent가 같다는 증명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 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수집 없이 남은 비교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충분한 power가 있었다는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MLB 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기각 후 empirical mean이 높은 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방향 오류 통제 theorem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운영상 accept라는 표현이 있어도 교육적으로는 ‘budget 내 기각하지 못함’으로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§2.5; p. 14, Alg. 3; p. 23, App. 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FWER, power, p-value는 서로 다른 질문에 답한다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오류 통제와 차이를 찾아내는 능력을 같은 숫자로 읽으면 안 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개념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AdaStop에서의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type-I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참인 H₀를 잘못 기각할 확률은?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오류의 기본 단위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참인 H₀ 중 하나라도 오기각할 확률은?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1의 핵심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거짓 H₀를 기각할 확률은?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실험으로 조건별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결과가 H₀에서 얼마나 극단적인가?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 .05 비교가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FWER≤α라도 power가 자동으로 높아지는 것은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10–11, §3.2.3; pp. 23–24, App. 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Permutation test: H₀라면 group label을 바꿔도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score 집합을 합친 뒤 label을 섞어 관측 차이가 얼마나 극단적인지 평가한다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pool</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A와 B의 score를 합침</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permute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agent label을 다시 배정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statistic</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배정의 차이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reference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H₀ 아래 분포 구성</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compare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관측 statistic의 극단성 판단</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교환 가능성은 ‘두 score distribution이 같다’는 귀무가설에서 나온다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§3.2.1; pp. 24–27, App. C</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관측 statistic과 permutation boundary를 비교한다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identity permutation의 누적 차이가 permutation max distribution의 상위 경계를 넘는지 본다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Tⱼ(id)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agent labels의 pair j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maxⱼ∈C Tⱼ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비교 집합에서 가장 큰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multiple-test statistic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Bₖ(C)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interim k와 집합 C의 permutation boundary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오기각 통제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T&gt;B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max가 boundary를 crossing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극단 pair 기각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boundary는 고정 상수가 아니라 interim과 남아 있는 비교 집합에 따라 계산된다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11–14, Eqs. (5)–(10)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L개 agent는 J=L(L−1)/2개의 pair를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agent가 늘면 한 번이라도 잘못 기각할 기회도 늘어나므로 pair를 함께 보정한다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 agents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task에서 score 수집</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all pairs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J개의 equality hypothesis</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active set C</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아직 결정되지 않은 pairs</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max statistic</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C에서 가장 극단 pair 탐색</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FWER control</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family의 오기각 제한</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AdaStop은 pair별 검정을 따로 반복하지 않고 현재 family의 최대값을 사용한다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10–12, §§3.2.3–3.2.4</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Step-down은 가장 극단적인 pair부터 하나씩 제거한다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pair를 기각할 때마다 남은 comparison set에 맞춰 max boundary를 다시 계산한다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 초기화</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검정할 모든 pair 포함</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max 계산</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C의 가장 큰 T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boundary 비교</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max T와 B(C) 비교</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기각·제거</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crossing pair를 C에서 제거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재계산</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남은 C로 다시 검사</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현재 max가 boundary 이하면 그 interim에서 남은 pair를 더 기각하지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11–12, §3.2.4, Alg.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AdaStop을 실행하기 전에 정하는 입력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N과 K는 adaptive procedure의 batch 크기와 최대 길이를 고정한다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67461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agents·task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task에서 비교할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multi-task aggregation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comparison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pairs 또는 관심 pairs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family를 미리 정의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interim마다 agent별 새 score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interim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무한 peeking 방지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 family-wise error level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목표와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agent당 N×K는 ceiling이며 전체 절차가 일찍 종료되면 더 적게 사용한다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12–14, §4, Alg.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AdaStop의 한 interim은 수집→보정→step-down이다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새 score를 더한 뒤 permutation boundary를 만들고 crossing된 pair만 active set에서 제거한다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batch 수집</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agent마다 N scores</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permute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누적 score labels 재배정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boundary</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C의 Bₖ(C)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step-down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crossing pair 기각·제거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stop·continue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C가 비거나 다음 k로 이동</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adaptivity는 임의 규칙 변경이 아니라 미리 정의된 loop 안에서 작동한다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12–14, §4, Alg. 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각 pair의 상태는 세 가지로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기각된 pair와 아직 active인 pair를 구분해야 stopping을 정확히 설명할 수 있다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8920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발생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동작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reject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T가 현재 boundary를 crossing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C에서 제거, 방향은 MLB로 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아직 crossing하지 않았고 k&lt;K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batch에서 다시 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budget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k=K에도 C에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기각하지 못함으로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C가 비거나 K에 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절차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stopping은 equality certificate가 아니라 더 수집할지 말지 정하는 operational rule이다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14, Alg. 3; p. 23, App. B.1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모든 permutation을 열거하지 않아도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독립적으로 고른 permutation subset과 identity를 사용해 boundary를 근사할 수 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67461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구현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지침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subset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data와 독립적으로 random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오류 통제 조건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identity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subset에 반드시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labeling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개수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실험에서는 주로 10⁴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작으면 power 저하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discreteness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가능한 quantile가 제한됨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error가 α보다 작을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작은 N과 K에서는 permutation discreteness 때문에 검정이 매우 보수적일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13–14, §4; p. 17, Table 2 remark</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1: distribution equality의 strong FWER</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참·거짓 pair가 섞여 있어도 참인 distribution-equality hypotheses의 오기각 family를 통제한다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81534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Theorem 1의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귀무가설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pair의 score distributions가 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대립가설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score distributions가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적어도 하나의 참인 H₀를 기각할 확률 ≤ 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강도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true·false hypotheses의 어떤 구성에서도 strong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permutation invariance와 step-down monotonicity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finite-sample 핵심 보장은 평균이 아니라 score distribution equality에 대한 것이다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14–15, Theorem 1; pp. 24–28, App. 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2: mean 비교는 finite-sample exact가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finite variance 아래 N이 커질 때 두-sample mean test의 type-I error가 α로 수렴한다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distribution equality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mean equality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귀무가설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Eₚ[X]=Eᵩ[X]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표본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non-asymptotic FWER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asymptotic type-I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permutation invariance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양쪽 finite variance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shape 차이도 reject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N의 exact mean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 순위로 해석할 때에는 distribution test와 mean theorem의 범위를 분리해야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§2.4; pp. 14–15, Theorem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가상 예시: A, B, C 세 agent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흐름은 algorithm을 이해하기 위한 invented trace이며 논문 실험 수치가 아니다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13105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가상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B,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pair를 동시에 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comparison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C₀={AB, AC, BC}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아직 결정되지 않은 pairs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interim마다 agent별 score 두 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agent당 최대 6 scores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permutation으로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숫자는 의도적으로 만들지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가상 trace의 목적은 statistic 숫자가 아니라 active set이 변하는 순서를 보는 것이다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12–14, Alg. 3; teaching trace derived from procedure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가상 interim 1: 어떤 pair도 boundary를 넘지 못했다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첫 batch만으로 차이를 선언하지 않고 active set 전체를 다음 interim으로 넘긴다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scores 추가</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 B, C에 각 2개</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statistics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AB, AC, BC 누적 T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max pair</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가장 큰 T를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below boundary</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max T≤B₁(C₀)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continue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C₁={AB, AC, BC}</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기각하지 못했다는 것은 첫 batch에서 evidence가 부족하다는 뜻이지 equality가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12–14, Alg. 3; teaching trace derived from procedure</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가상 interim 2: AC를 기각한 뒤 남은 set을 재검정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가장 큰 pair 하나를 제거하고 같은 interim에서 step-down boundary를 다시 계산한다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scores 추가</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agent별 누적 4개</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 crossing</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T_AC&gt;B₂(C₁)</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 제거</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C′={AB, BC}</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recompute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B₂(C′)와 새 max 비교</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continue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나머지는 next interim</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step-down은 하나를 기각한 뒤 이전 boundary를 그대로 재사용하지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11–14, Algs. 2–3; teaching trace derived from procedure</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Toy experiment: mean과 distribution 차이를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세 constructed cases에서 rejection frequency를 반복 측정해 검정의 성격을 확인한다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76098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batch·interims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N=5, K=5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 level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permutations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B=10⁴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comparison M=5,000회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변화량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mixture separation Δ를 0부터 1까지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실험은 distribution shape가 결정에 미치는 영향을 보여 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15–16, §5.1,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Toy 결과: 같은 mean, 다른 distribution shape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AdaStop의 finite-sample distribution test와 asymptotic mean 해석이 다른 이유가 드러난다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4674616"/>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대칭 mixture, 같은 mean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rejection이 대체로 .05 근처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mean이 Δ에 따라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Δ&gt;.6에서 power가 거의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rare high mode, 같은 mean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극단에서 rejection 약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 동일성 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equality만 묻는 검정과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분포 차이 기각을 곧바로 평균 차이 기각으로 바꾸어 말하면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15–16, §5.1,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SAC–TD3 비교: 최대 20개 중 평균 12.08개 사용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HalfCheetah score data에서 N=4,K=5 설정은 power .82와 adaptive sample 절약을 함께 보였다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56590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AdaStop 조건·결과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고정 접근과의 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SAC vs TD3, HalfCheetah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공개 score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검정 설정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α=.05, B=10⁴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AdaStop 1,000회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N=4,K=5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20, 평균 12.08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adaptive effective 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검정은 약 15에서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조건의 empirical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보편적 seed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12.08은 한 실험 조건의 평균이며 AdaStop이 항상 12개로 끝난다는 뜻이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16–17, §5.2,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MuJoCo 실험의 agent·task·training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네 구현을 다섯 environment에서 비교하며 모든 결론은 이 조건에 묶인다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81534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PPO, SAC, DDPG, TRPO; 서로 다른 RL libraries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Ant, HalfCheetah, Hopper, Humanoid, Walker2d v3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AdaStop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N=5,K=6, agent-task당 최대 30 scores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Ant·Humanoid 2M, 나머지 1M interactions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training한 policy의 50 evaluation episodes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algorithm 이름만이 아니라 library·hyperparameter·task budget까지 결과 조건의 일부다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17–18, §5.3; pp. 36–37, App. H.2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MuJoCo 결과는 decision과 사용 budget을 함께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명확한 차이는 일찍 결정되었고 구분하기 어려운 pair는 최대 budget까지 남는 경향을 보였다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빠른 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HalfCheetah의 SAC pairs는 5 scores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separation의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일부 agent-task는 30 scores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equality 증명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ranking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task의 MLB arrows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empirical mean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가변 budget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agent-task별 5–30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N×K는 ceiling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조건부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5의 five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구현·task로 일반화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AdaStop의 효율은 maximum보다 적게 쓴 사례와 끝까지 남은 사례를 함께 보고 판단해야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18, Fig. 5; p. 37, Fig.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Appendix F의 early accept는 별도 heuristic이다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statistic이 β-boundary 아래이면 비슷한 pair를 일찍 제거해 이후 training을 줄인다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current min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active pairs 중 작은 T 선택</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lower boundary</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β 기반 B 아래인지 확인</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early accept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해당 pair를 C에서 제거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score 절약</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interims에서 생략 가능</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현재 한계</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일반 guarantee는 future work</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Walker2d-v3의 10-score 결과는 한 사례이며 일반 theorem이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32–33, App. F, Alg. 4</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1의 proof는 세 층으로 구성된다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interim 오류 배분, permutation invariance, step-down monotonicity가 strong FWER로 이어진다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simple case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L=2,K=1 permutation bound</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sequential</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interims의 error를 합산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weak FWER</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H₀가 참인 경우 통제</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step-down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true subset의 boundary 단조성</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strong FWER</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어떤 true·false 구성도 통제</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 조건은 permutation invariance와 사전 정의한 sequential boundary다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24–32, Apps. C–E</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AdaStop이 해결하지 않은 문제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오류 통제의 범위와 실험의 범위를 넘는 해석을 피해야 한다</a:t>
            </a:r>
            <a:endParaRPr lang="en-US" sz="1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73924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multi-task 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game/task 집계는 open problem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early equivalence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보장된 early accept·equivalence test가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finite sample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variance 아래 asymptotic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condition별 empirical evaluation 중심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directional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MLB 방향의 type-III error 미통제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AdaStop은 sequential rejection을 제공하지만 모든 비교 질문을 풀지는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5–8, §§2.3–2.5; pp. 18–19,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AdaStop 결과를 읽는 다섯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실험의 통계적 의미와 계산 절약을 동시에 확인한다</a:t>
            </a:r>
            <a:endParaRPr lang="en-US" sz="1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71749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올바른 읽기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비교했나?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task의 독립 run score distributions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통제했나?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true pairs 중 하나라도 오기각할 FWER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찾았나?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boundary를 crossing한 differences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얼마나 썼나?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count와 maximum N×K를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pair는?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동등 판정이 아니라 budget 내 non-rejection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adaptive stopping 중에도 오류 해석을 지키는 것이다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12–19, §§4–6; Apps. B and F</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AdaStop: Deep RL Agent를 공정하게 순차 비교하기</dc:title>
  <dc:subject>AdaStop: adaptive statistical testing for sound comparisons of Deep RL agents</dc:subject>
  <dc:creator>Research Seminars</dc:creator>
  <cp:lastModifiedBy>Research Seminars</cp:lastModifiedBy>
  <cp:revision>1</cp:revision>
  <dcterms:created xsi:type="dcterms:W3CDTF">2026-09-12T06:39:29Z</dcterms:created>
  <dcterms:modified xsi:type="dcterms:W3CDTF">2026-09-12T06:39:29Z</dcterms:modified>
</cp:coreProperties>
</file>