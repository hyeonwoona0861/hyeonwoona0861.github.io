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8E8285FD-989A-4F8F-807E-EB0EBB28EBD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Learning to Optimize: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 제어를 근사하기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대상으로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간섭 채널의 전력 제어에서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알고리즘이 내놓는 전력 벡터를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전개 순서는 문제와 간섭 구조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WMMSE, supervised label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제약 처리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계산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정리의 범위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결과와 한계입니다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11E4DB9-EE34-4449-A082-5A25E0D3EF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간섭 채널 전력 제어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interference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h_kk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송신기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자신의 수신기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h_kj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송신기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수신기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들어오는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interference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송신 전력이고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수신기는 원하는 신호와 다른 송신기의 간섭 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sum-rate,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줄여서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최대화합니다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송신기는 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budget P_max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가지며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총전력 예산을 따로 도입하지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2, Sec. II-A and Eq. (1)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D9ED96-4DF2-48C0-AF2B-62F739D6EF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WSR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원하는 신호와 간섭을 함께 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두 항을 병렬로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|h_kk|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 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원하는 신호이고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|h_kj|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 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 power sigma_k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제곱을 더한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항의 비가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SINR_k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 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더하기를 적용하고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가중해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합산합니다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원하는 신호가 간섭 분모를 만들어 내는 순차 관계가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벡터의 각 성분은 자신의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높이는 동시에 다른 수신기의 분모에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2, Eq. (1)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7051E5-0569-4EFF-9FB5-E78587539B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두 링크 계산 예시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숫자는 원문 실험이나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(1)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설명하기 위해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alpha_1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alpha_2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자연로그를 사용한다고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직접 채널 크기는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cross 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p_1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p_2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놓으면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SINR_1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8.3333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SINR_2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3.5714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항의 합은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3.7534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링크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분모에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p_2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링크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분모에 들어간다는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2, Eq. (1)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6F1CBC-96C4-4CFF-8532-C92EC84A3E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반복으로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minimum mean-square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Weighted sum-rate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MSE minimization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바꾼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v, u,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coordinate descent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v_0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허용 범위에서 초기화하고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값으로 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u_0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안에서는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차례로 다시 계산하며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목적값 변화가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이하가 되면 멈춥니다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p_k=(v_k)^2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stationary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설명하며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3, Eqs. (2)-(3) and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B0B8D5-F6D2-4906-821F-C301B938B5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단계를 한 층씩 펼치지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반복 한 번을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층에 명시적으로 대응시키는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unfolding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하지 않는다고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복잡한 연산이 포함되므로 그 반복을 단순한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만들기 어렵다는 것이 저자들의 출발점입니다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고정된 초기화에서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WMMSE procedure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channel-to-final-power 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실제 데이터 생성과 추론의 두 경로를 나타내며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내부의 각 층이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복제한다는 의미가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pp. 2-3, Sec. I and Sec. 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ABC416-D1BF-4279-945A-17FB3B157C9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WMMSE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supervised training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realization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sigma_k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초기값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sqrt P_max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obj_new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obj_old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마이너스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작아지면 종료합니다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magnitude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mini-batch RMSprop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decay rate 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reinforcement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supervised regression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4, Sec. III-B Data Generation and Training Stage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F0DBB4-32CA-4D84-B1E7-3E543FAD21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connected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Gaussian 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IMAC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보고된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numerical setup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개로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200, 80, 80 neurons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(7)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출력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사이로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Gaussian 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 실험에서는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출력이 대체로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관찰에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한 번 더 이산화합니다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후처리를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결과에 적용했다고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WSR optimality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pp. 3-4, Fig. 2, Eq. (7), Secs. III-B and IV-B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C63ABB-8A30-413E-887F-AD1939EE041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가능성의 조건부 주장이다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compact input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compact initialization set Y_0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iterative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mapping F_T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sufficiently large one-hidden-layer sigmoid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uniformly approximate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있다는 형태입니다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이 틀에 들어간다고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200/80/80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error, WSR global optimum, train-test distribution mismatch,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혹은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robustness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구분이 실험 결과를 읽을 때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3, Eqs. (4)-(6) and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4A82BD-7D3D-4F99-B207-1B0F0B0D59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조건과 구현 환경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3.6.0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TensorFlow 1.0.0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구현했고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computer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8-core Intel CPUs, two Nvidia GPUs, 128 GB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줄이는 용도이고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쓰지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Gaussian 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10, 20, 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이산화합니다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후처리를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적용했다고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scenario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realization 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개를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명으로 학습하고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K/2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명으로 시험한 별도 행이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임의의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shift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보장을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4, Sec. IV-A; p. 5, Sec. IV-B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B3EE6AE-9A53-4895-9463-6DE2F5EB4C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Figure 3: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지정 조건에서의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sum-rate CDF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10,000 randomly generated testing data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CDF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Panel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P_max binary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후처리를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Panel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N=3, K=24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논문은 여기에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후처리를 적용했다고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비교할 때 평균적으로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97.92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IMAC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93.02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달성했다고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가로축이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sum-rate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더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곡선이 위로 올라간다는 뜻이 아니라 오른쪽으로 이동한다는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power, 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power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5, Fig. 3 and Sec. IV-C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481C3EA-589E-42BC-879A-85FD5DA0A4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Table I: Gaussian 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늘어날 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10, 20, 30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CPU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sum-rate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WMMSE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학습한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Greedy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binary power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삼아 별도로 학습한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비교한 실험입니다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분모만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 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DNN/WMMSE rate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0.9792, 0.9265, 0.8566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Greedy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DNN/Greedy rate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0.9666, 0.9187, 0.8521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K/2 user test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행도 별도로 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0.9922, 0.9278, 0.8777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5, Table I and Sec. IV-D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E38ED3-6793-4D50-ADB1-5ADAC6BDB19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Table II: IMAC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sum-rate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time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IMAC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3,18, 3,24, 7,28, 3,60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scenario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Sec. IV-A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network-scenario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인쇄되어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인쇄된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3,18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열을 그대로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 sum-rate relative to 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0.9532, 0.9302, 0.9207, 0.9058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maximum-power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훨씬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sum-rate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 test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Python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0.0009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WMMSE 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0.0322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relative CPU test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transmission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edge-device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측정한 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5, Table II and Sec. IV-D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E4D8594-D14C-4B94-ADCB-00E9E7789B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time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v, u,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block-coordinate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차이가 논문이 주장하는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real-time compute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근거입니다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 generation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사용했고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사용하지 않았다고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test-time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implementation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비교에서 읽어야 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end-to-end radio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device energy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바꾸어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pp. 1-2, abstract and Sec. I; pp. 4-5, Secs. III-B and 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B4C109-00FA-4A9F-8C0E-C94931B291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남긴 적용 범위와 다음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결론은 현재 작업을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관련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능력을 이해하기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very preliminary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scenario, DNN 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줄이는 방법과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theoretical justification,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IMAC beamforming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challenging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질문으로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잘 모사했다는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broader optimization or deployment claims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p. 5, Sec. 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D924D58-628A-40B8-8BC8-B1842A81AB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전체 구조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argument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문장씩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 제어에서는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벡터가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coupled effect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WMMSE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반복으로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stationary power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MSE supervised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훈련합니다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Testing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한 번 통과시켜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test-time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offline-online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분리에서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결과의 범위는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matched simulation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WMMSE-teacher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묶여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spawc2017 | pp. 1-5, abstract; Eqs. (1), (4)-(7); Tables I-II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SPAWC 2017 proceedings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https://doi.org/10.1109/SPAWC.2017.8227766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C4E662-9BC2-481E-9540-29F052C437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to Optimize: DNN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WMMSE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전력 제어를 근사하기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to Optimize: Training Deep Neural Networks for Wireless Resource Management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Haoran Sun, Xiangyi Chen, Qingjiang Shi, Mingyi Hong, Xiao Fu, Nikos D. Sidiropoulos (2017)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 최적화의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channel-to-power mapping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Deep Neural Network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학습하는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SPAWC 2017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간섭 채널 전력 제어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송신기와 수신기 쌍이 같은 대역에서 동시에 통신한다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696120"/>
                <a:gridCol w="5217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결정과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interference 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송신기의 신호가 수신기 잡음처럼 들어온다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신호와 다른 링크의 간섭을 함께 바꾼다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신호 대 간섭 잡음 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링크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정하는 신호 품질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WSR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sum-rate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링크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가중 합을 크게 만드는 목적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송신기의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budget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P_max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사이여야 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하나가 두 역할을 하므로 각 링크를 독립적으로 최적화할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2, Sec. II-A and Eq. (1)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WSR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원하는 신호와 간섭을 함께 계산한다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수신기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분모에는 다른 모든 송신기의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들어간다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{|h_kj|}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원하는 신호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|h_kk|^2 p_k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간섭과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noise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 != 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간섭합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잡음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SINR_k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신호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/ (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간섭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잡음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sum-rate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αₖ log(1+SINRₖ)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2, Eq. (1)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두 링크 계산 예시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(1)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구조를 재계산한 예시이며 원문 실험값은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P_max=1, direct gain=1, cross gain=0.2, noise=0.10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power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p=(1, 0.5)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선택하면 두 값 모두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링크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SINR_1=1/(0.04x0.5+0.10)=8.3333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링크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SINR_2=0.5/(0.04x1+0.10)=3.5714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WSR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항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자연로그 기준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ln(9.3333)+ln(4.5714)=3.7534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분모가 서로의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포함하므로 좋은 출력은 하나의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벡터여야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2, Eq. (1)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반복으로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minimum mean-square error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절차에서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v, u, 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수렴할 때까지 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sqrt(P_max)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v_0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v_0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u_0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 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w_0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v, u, w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먼저 갱신한 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수렴 확인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목적값 변화가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이하면 반복 종료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p_k=(v_k)^2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반복 계산이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만들고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그 최종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배운다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3, Eqs. (2)-(3) and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단계를 한 층씩 펼치지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고정된 초기화에서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입력과 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end-to-end mapping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magnitude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WMMSE teacher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label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student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feed-forward mapping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mapping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power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빠른 추론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forward pass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pp. 2-3, Sec. I and Sec. 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supervised training label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realization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WMMSE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실행해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vector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저장하고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mechanism-lane-trainin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 label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mechanism-edge-channel-run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mechanism-edge-run-label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mechanism-edge-label-mse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mechanism-edge-mse-weights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mechanism-node-channel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sample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magnitude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mechanism-node-run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WMMSE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v0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stop rule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mechanism-node-label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label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 label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mechanism-node-mse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MSE loss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label-output MSE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echanism-node-weights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weight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RMSprop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목표는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WSR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값을 직접 높이는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 power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4, Sec. III-B Data Generation and Training Stage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magnitude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power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출력은 연속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clipping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Gaussian IC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실험에서만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P_max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한 번 더 이산화한다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lane-inferenc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inference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echanism-edge-input-h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mechanism-edge-h1-h23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mechanism-edge-h23-raw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mechanism-edge-raw-clip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mechanism-node-input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magnitude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mechanism-node-h1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200 neurons, ReLU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mechanism-node-h23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2,3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80, 80 neurons, ReLU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mechanism-node-raw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z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 raw values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mechanism-node-clip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clip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Gaussian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(7)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연속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Gaussian IC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후처리를 구분해야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pp. 3-4, Fig. 2, Eq. (7), Secs. III-B and IV-B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가능성의 조건부 주장이다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finite iteration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각 단계가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continuous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이고 입력과 초기화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domain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compact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 때의 결과다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6746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정리의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말하는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 유지할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y_(t+1)=f_t(y_t,x)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iterative algorithm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무한 반복이나 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전체를 뜻하지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이고 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continuous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분포 변화나 학습 데이터 부족은 이 조건만으로 해결되지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충분히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one-hidden-layer sigmoid 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mapping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임의 오차까지 근사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200/80/80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오차 보장은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WMMSE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WMMSE iteration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continuous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라고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WSR optimum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 robustness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정리는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approximation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근거이며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 DNN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성능 보증을 대신하지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3, Eqs. (4)-(6) and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조건과 구현 환경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수치 결과는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model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같은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-distribution test protocol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얻었다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532656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Py3.6, TF1.0, 2 CPU, 2 GPU, 128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Gaussian 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K=10,20,30; 0/P_max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이산화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Gaussian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결과에만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Practical IMAC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(3,16), (3,24), (3,60), (7,28)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cell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시나리오마다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99% training, 1% validation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주실험은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같은 분포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K/2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shift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논문이 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training-test distribution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 안에서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4, Sec. IV-A; p. 5, Sec. IV-B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3: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지정 조건에서의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sum-rate CDF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DNN, WMMSE, maximum power, random power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10,000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point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152520"/>
                <a:gridCol w="250020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panel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DNN/WMMSE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interpretation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Gaussian K=10; binary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97.92%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3 CDF average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(b)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IMAC, N=3 K=24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93.02%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3 CDF average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RAND, MP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CDF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오른쪽으로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97.92%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93.02%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정의된 조건에 붙는 상대 성능이다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5, Fig. 3 and Sec. IV-C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I: Gaussian 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늘어날 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WMMSE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Greedy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각각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teacher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학습한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실험을 함께 제시한다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565880"/>
                <a:gridCol w="2098080"/>
                <a:gridCol w="2098080"/>
                <a:gridCol w="2108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sum-rate / WMMSE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0.9792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0.9265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0.8566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rate / Greedy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0.9666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0.9187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0.8521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time / WMMSE Python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time / WMMSE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0.1739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0.0314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time / Greedy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0.0052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커질수록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DNN/WMMSE rate ratio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0.9792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0.8566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낮아진다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5, Table I and Sec. IV-D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II: IMAC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relative sum-rate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time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열은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base-station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수를 가진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condition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1793520"/>
                <a:gridCol w="1793520"/>
                <a:gridCol w="1793520"/>
                <a:gridCol w="1793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(N,K)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(3,18)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(3,24)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(7,28)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(3,60)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sum-rate / WMMSE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0.9532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0.9302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0.9207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0.9058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 sum-rate / WMMSE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0.3362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0.3024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0.3898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0.2316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MP sum-rate / WMMSE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0.3207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0.3026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0.3946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0.2310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time / WMMSE Python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time / WMMSE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0.0322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0.0162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IMAC table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DNN/WMMSE rate ratio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네 조건에서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0.9058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0.9532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5, Table II and Sec. IV-D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forward pass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time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 training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test compute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분리해야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올바르게 읽을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WMMSE test path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v, u, w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갱신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test path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추론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channel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power, rate, CPU time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조건부 결과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run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낮은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time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pp. 1-2, abstract and Sec. I; pp. 4-5, Secs. III-B and 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남긴 적용 범위와 다음 질문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저자들은 이 결과를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preliminary step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두고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distribution shift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더 어려운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signal design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후속 과제로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 final power label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배운다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global WSR solver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증명은 없다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train-test distribution mismatch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저자들이 남긴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question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200/80/80 architecture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hyperparameter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보편 설계가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대상은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IMAC scalar power control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beamforming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time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latency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 energy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측정하지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matched simulation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 mapping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빠르게 근사한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p. 5, Sec. 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전체 구조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복잡한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iterative optimizer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 teacher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사용하고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constrained DNN inference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WSR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signal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interference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바꾼다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WMMSE teacher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stationary power allocation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반복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supervised dataset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WMMSE output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label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저장하고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학습한다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inference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한 번 통과시켜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power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(7) clipping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P_max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사이에 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forward pass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WMMSE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clipping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기반한다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spawc2017 pp. 1-5, abstract; Eqs. (1), (4)-(7); Tables I-II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2026-09-12T05:42:37Z</dcterms:created>
  <dc:creator>Research Seminars</dc:creator>
  <dc:description/>
  <dc:language>ko-KR</dc:language>
  <cp:lastModifiedBy>Research Seminars</cp:lastModifiedBy>
  <dcterms:modified xsi:type="dcterms:W3CDTF">2026-09-12T05:42:37Z</dcterms:modified>
  <cp:revision>1</cp:revision>
  <dc:subject>Learning to Optimize: Training Deep Neural Networks for Wireless Resource Management</dc:subject>
  <dc:title>Learning to Optimize: DNN으로 WMMSE 전력 제어를 근사하기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