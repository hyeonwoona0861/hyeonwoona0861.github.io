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COVERCAL: PTQ calibration을 outlier channel coverage로 고르기
발표 대본
이 자료는 COVERCAL 논문을 PTQ calibration selection 관점에서 설명합니다. 핵심은 새로운 quantizer를 만드는 것이 아니라, 이미 쓰는 AWQ 또는 GPTQ에 넣을 small calibration set을 outlier channel coverage 기준으로 고르는 것입니다. 발표용 출처는 공개 arXiv v1입니다.
공개 출처
arxiv-v1 | title page, arXiv v1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PTQ에서 calibration sample이 만드는 문제
발표 대본
PTQ는 calibration set을 앞단 layer에 통과시켜 activation matrix X를 만들고, 이 activation에서 layerwise reconstruction error가 작아지도록 low-bit weight와 scale을 정합니다. 작은 set이 어떤 high-activation hidden channel을 전혀 활성화하지 못하면, quantizer는 그 channel의 dynamic range를 작게 추정할 수 있습니다. 논문의 출발점은 input distribution의 대표성만으로는 이 failure mode를 막지 못한다는 주장입니다.
공개 출처
arxiv-v1 | pp. 1, 3, abstract and Eq. 1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outlier channel과 coverage의 정의
발표 대본
Layer l, channel c의 outlier score는 calibration set S에서 본 maximum absolute activation입니다. Threshold tau(l)는 reference pool activation의 mean plus six standard deviations입니다. 이 threshold를 넘는 sample이 S에 하나라도 있으면 해당 outlier channel은 covered입니다. 실험에서는 reference pool과 candidate pool P가 같으므로, declared outlier는 적어도 하나의 candidate에 의해 cover될 수 있습니다. 남는 문제는 K개만 고를 수 있다는 budget입니다.
공개 출처
arxiv-v1 | pp. 3-4, Eqs. 2-3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같은 sample 수라도 놓치는 channel이 다를 수 있다
발표 대본
이 표는 source의 결과가 아닌 teaching-only pattern입니다. Calibration selection에서 중요한 것은 sample 하나의 activation variance가 큰가만이 아니라, 이미 selected sample이 cover하지 못한 outlier channel을 새로 cover하는가입니다. 논문은 Max-ActVar가 individually informative sample을 골라도 서로 중복되는 channel을 많이 activate할 수 있다고 분석합니다. 실제 selected set과 c1,c2,c3은 여기서 임의로 만든 설명입니다.
공개 출처
arxiv-v1 | pp. 4, 8, weighted coverage and Table 2 analysis; illustrative example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왜 모든 outlier channel을 같은 값으로 세지 않는가
발표 대본
논문의 weight w(l,c)는 reference-pool outlier magnitude를 threshold로 나눈 값의 square와 weight column W(:,c)의 squared norm을 곱합니다. 첫 factor는 clipping error가 activation magnitude의 square에 비례한다는 stylized model을, second factor는 channel error가 layer output으로 얼마나 증폭되는지를 반영합니다. 이 weight는 generic importance score가 아니라 Section 3의 particular clipping surrogate에 맞춘 quantity입니다.
공개 출처
arxiv-v1 | p. 4, Eq. 4; p. 8 and Table 6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weighted set cover로 바뀐 calibration selection
발표 대본
COVERCAL은 S subset P, size at most K 중 F(S), 즉 S가 cover한 outlier-channel weights의 total을 최대로 하는 set을 찾습니다. 동일 channel을 여러 sample이 cover해도 F는 그 weight를 한 번만 셉니다. 그래서 selection은 representative sampling이나 per-sample ranking과 달리 set-level redundancy를 직접 다룹니다. 논문은 F가 monotone submodular라고 증명합니다.
공개 출처
arxiv-v1 | p. 4, Eq. 5 and Proposition 3.2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COVERCAL의 greedy update
발표 대본
Algorithm 1은 S를 empty set, covered vector를 all-zero로 시작합니다. 아직 뽑지 않은 each sample마다, it covers and currently remains uncovered인 channels의 weighted matrix entries를 더해 gain을 계산합니다. Largest gain sample을 S에 넣고 해당 sample이 cover한 channels를 marked로 바꿉니다. 이 과정을 K번 반복합니다. Profiling 뒤에는 cached matrices만 읽으므로 selection 단계 자체는 CPU-only입니다.
공개 출처
arxiv-v1 | pp. 5-6, Eq. 8 and Algorithm 1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교육용 greedy trace: 중복 channel의 gain
발표 대본
이 모든 sample과 channel은 Algorithm 1을 설명하기 위해 만든 fictional example입니다. First step에서 A의 new weighted gain은 c1 weight 5 plus c2 weight 3으로 8이므로 A를 고릅니다. After marking c1 and c2, B는 c3 weight 2만 새로운 gain으로 남고 C는 c1만 cover하므로 gain 0입니다. The trace shows why greedy selection differs from selecting K samples each with high individual score.
공개 출처
arxiv-v1 | p. 5, Algorithm 1; illustrative trace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두 이론 문장과 그 경계
발표 대본
Theorem 4.1은 optimal K-sample set이 만드는 F와 비교한 standard greedy 1 minus 1 over e approximation을 줍니다. Proposition 3.3은 M1과 M2 아래에서 missed weighted coverage가 particular per-channel clipping surrogate를 upper-bound한다고 말합니다. 저자들은 이것이 Equation 1의 full Frobenius reconstruction loss를 upper-bound하거나 downstream accuracy를 증명하지 않는다고 명시합니다. Covered channel의 deficit을 zero로 두는 것도 inference activation이 calibration maximum을 넘고 rounding이 남을 수 있으므로 optimistic modeling assumption입니다.
공개 출처
arxiv-v1 | pp. 4-6, Proposition 3.3 and Theorem 4.1; pp. 14-15, Discussion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기존 PTQ backend와 연결되는 위치
발표 대본
COVERCAL은 offline profiling 뒤에 selection을 수행합니다. Candidate pool P의 single FP16 forward pass가 activation magnitude를 기록하고 per-layer threshold, outlier channel, mask M, weighted mask를 만듭니다. Requested K마다 greedy selection이 calibration subset을 출력합니다. Evaluated AWQ와 GPTQ backend는 그 subset으로 normal PTQ를 수행합니다. 따라서 backend-agnostic이라는 표현은 tested two backends에서 동작했다는 empirical 의미이며, 모든 possible PTQ system에 대한 proof는 아닙니다.
공개 출처
arxiv-v1 | pp. 5-7, Method and experiments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profiling cost와 selection cost는 다르다
발표 대본
Section 4와 Table 8은 profiling과 selection을 분리합니다. Source는 7B model, N=10,000, sequence length 2048에서 one A100 profiling이 about fifteen minutes라고 보고합니다. 그 뒤 CPU-only greedy selection은 under ten seconds입니다. Same model의 cached matrix는 budget과 downstream evaluation 사이에서 reuse할 수 있습니다. 이 수치는 preparation time이며 per-token inference latency나 arbitrary hardware의 동일 cost를 증명하지 않습니다.
공개 출처
arxiv-v1 | pp. 5-6; p. 13, Table 8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main evaluation protocol
발표 대본
Main experiment는 AWQ와 GPTQ를 INT4, group size 128에서 사용합니다. Candidate pool은 length-2048 RedPajama sequence 10,000개이고 budget은 32, 64, 128, 256입니다. Source wording에는 충돌이 있습니다. Table 1 caption은 결과를 three seeds average라고 하지만, Section 5 본문은 Random C4 baseline만 five seeds average라고 적습니다. 따라서 모든 행에 하나의 seed 수를 일괄 적용하지 않습니다. Downstream metric은 MMLU 5-shot, ARC-Challenge 25-shot, HellaSwag 10-shot, WinoGrande 5-shot, WikiText-2 perplexity입니다.
공개 출처
arxiv-v1 | pp. 6-7, experiment setup and Table 1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Table 1 예시: LLaMA-3-8B의 AWQ INT4 결과
발표 대본
이 slide는 Table 1의 LLaMA-3-8B row block만 뽑습니다. Condition은 AWQ INT4, group size 128, K=128 calibration samples입니다. Source wording에는 seed 충돌이 있습니다. Table 1 caption은 전체 결과를 three seeds average라고 하지만 Section 5 본문은 Random C4 baseline을 five seeds average라고 별도로 적습니다. COVERCAL은 MMLU 64.6이고 Random은 63.1이며, WikiText-2 PPL은 6.22 대 6.42입니다. Full table에는 LLaMA-2-7B와 Mistral-7B, Max-PPL, Stratified도 있습니다. FP16은 unquantized reference이므로 calibration selection baseline으로 읽으면 안 됩니다.
공개 출처
arxiv-v1 | p. 7, Table 1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Table 2: measured coverage가 제안한 mechanism과 맞는가
발표 대본
Table 2는 K=128 coverage를 보고합니다. COVERCAL은 outlier channel의 26.9 percent와 weighted coverage의 24.8 percent를 cover하며, Random은 16.8과 14.7 percent입니다. Source는 Max-ActVar의 결과를 redundancy로 설명합니다. Average pairwise Jaccard similarity는 Max-ActVar 0.52, COVERCAL 0.11, Random 0.34입니다. 이 association은 proposed mechanism을 empirical하게 지지하지만 coverage가 every downstream gain을 cause한다는 proof는 아닙니다.
공개 출처
arxiv-v1 | p. 8, Table 2 and analysis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Figure 1과 Table 5: 작은 budget에서의 비교
발표 대본
이 표는 Figure 1에 대응하는 Table 5이며 LLaMA-3-8B, AWQ INT4 condition입니다. FP16 65.3은 calibration budget K와 무관한 하나의 unquantized reference이며, 표에서 이를 명확히 보이도록 네 K 열에 같은 값을 반복했습니다. COVERCAL K=64는 MMLU 64.0이고 Random K=256은 63.8입니다. Authors는 이를 equivalent accuracy에 필요한 calibration sample budget의 fourfold reduction이라고 부릅니다. 이 문장은 이 model, backend, metric, pool, reported value에만 적용되며 universal 4x reduction을 뜻하지 않습니다. K가 커져도 all methods는 FP16 reference에 approach하지만 reach하지는 않습니다.
공개 출처
arxiv-v1 | p. 12, Fig. 1 and Table 5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weight와 threshold ablation의 읽는 법
발표 대본
Table 6은 LLaMA-3-8B AWQ INT4 K=128에서 unweighted coverage MMLU 64.0, PPL 6.31과 full Equation 4 weighting MMLU 64.6, PPL 6.22를 보고합니다. Table 7은 threshold를 바꾸며 5, 6, 7 sigma에서 MMLU 64.4, 64.6, 64.2를 제시합니다. Source는 5 to 7 sigma range가 stable하다고 말하지만, 이것이 architectures나 bit-widths 전반의 universal threshold를 establish하지는 않습니다.
공개 출처
arxiv-v1 | pp. 7-8; p. 12, Table 6; p. 13, Table 7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Table 10: missed outlier와 layer error
발표 대본
Table 10은 LLaMA-3-8B, AWQ INT4에서 deliberately isolated한 construction을 보고합니다. Uncovered 쪽은 Random calibration K=128이며 Layer 14의 three extreme channels 1847, 2903, 4011을 activate하지 못하고, 세 channel은 모두 120 sigma 이상입니다. Covered 쪽은 동일한 Random K=128 set에 이 channel들을 activate하는 sample을 추가한 augmented set입니다. Source는 augmented set의 최종 cardinality를 K=128이라고 하지 않으므로 fixed-budget comparison으로 읽지 않습니다. Layer 14 reconstruction error는 4.44에서 0.22로, total은 7.24에서 2.95로 낮아집니다. Authors는 61.3 percent uncovered error share가 downstream accuracy degradation의 61.3 percent share가 아니라고 명시합니다.
공개 출처
arxiv-v1 | p. 15, Table 10 and discussion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COVERCAL의 적용 경계
발표 대본
Paper의 limitation은 세 practical boundary를 말합니다. Narrow candidate pool은 particular outlier를 activate하는 sample을 omit할 수 있으므로 in-pool selector만으로 그 absence를 fix할 수 없습니다. Threshold는 heuristic이며 different outlier distribution을 가진 model에서는 달라질 수 있습니다. Evaluation은 INT4 only입니다. Theory는 coverage와 stylized clipping surrogate까지이고 reconstruction과 downstream metric의 connection은 experimental합니다. Authors는 aggressive bit width에서 adaptive threshold refinement가 더 relevant할 수 있다고 쓰지만 INT3 result는 보고하지 않습니다.
공개 출처
arxiv-v1 | pp. 14-15, Limitations and surrogate discussion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논문의 핵심 논리
발표 대본
COVERCAL은 calibration selection을 activation outlier channel의 weighted set cover problem으로 reframe합니다. Operational contribution은 pre-profiled pool에서 complementary sample을 고르는 simple greedy selector입니다. Formal guarantee는 coverage objective에 관한 것이고 quality evidence는 conditional AWQ/GPTQ INT4 experiment에서 나옵니다. 이 level을 분리해야 educational 설명과 source의 stated scope를 함께 지킬 수 있습니다.
공개 출처
arxiv-v1 | pp. 1, 4-9, Conclusion
Coverage-Based Calibration for Post-Training Quantization via Weighted Set Cover over Outlier Channels, arXiv:2604.24008v1
https://arxiv.org/abs/2604.24008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COVERCAL: PTQ calibration을 outlier channel coverage로 고르기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Coverage-Based Calibration for Post-Training Quantization via Weighted Set Cover over Outlier Channels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Ibne Farabi Shihab, Sanjeda Akter, Anuj Sharma (2026)</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작은 calibration budget에서 무엇을 포함할지 weighted set cover로 정하는 방법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title page, arXiv v1</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PTQ에서 calibration sample이 만드는 문제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작은 set으로 본 activation range가 quantization scale에 들어가므로, 어떤 sample을 넣는지가 중요하다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FP16 model</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pre-trained weight와 calibration input</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activation 관측</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layer와 hidden channel의 range를 본다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low-bit scale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관측된 activation으로 PTQ scale을 잡는다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inference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보지 못한 큰 activation은 clipping될 수 있다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calibration set은 단순한 text sample이 아니라 quantization scale을 정하는 관측 창이다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 3, abstract and Eq.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outlier channel과 coverage의 정의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layer마다 reference pool에서 큰 activation을 보인 hidden channel을 먼저 찾는다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3261360"/>
                <a:gridCol w="3043936"/>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selection에서의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실험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set S에서 최대 absolute activation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sample이 channel을 강하게 켰는지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layer l, channel c마다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threshold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tau(l)=mean(l)+6 × std(l)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threshold 초과면 outlier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reference-pool statistic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selected S 안에 threshold 초과 sample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 channel의 range를 관측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strictly greater than tau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candidate pool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P에서 sample을 고름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K개 budget이 selection을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reference pool = 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coverage는 text topic의 다양성이 아니라 layer-channel activation event의 집합이다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3-4, Eqs. 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sample 수라도 놓치는 channel이 다를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높은 activation을 여러 번 보아도 같은 channel만 반복하면 새 coverage가 늘지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1521968"/>
                <a:gridCol w="1521968"/>
                <a:gridCol w="217424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selected sample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high-weight c3</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coverage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sample 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missed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 c2만 관측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sample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missed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 c3 관측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A와 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missed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channel gain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A와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보완하는 coverage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COVERCAL은 ‘강한 sample’ 하나를 반복해 고르기보다 아직 안 보인 channel을 보완한다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4, 8, weighted coverage and Table 2 analysis; illustrative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모든 outlier channel을 같은 값으로 세지 않는가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weight는 normalized outlier magnitude와 weight-column sensitivity를 함께 반영한다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82952"/>
                <a:gridCol w="2717800"/>
                <a:gridCol w="2826512"/>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weight 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큰 경우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coverage에서의 효과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 magnitude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(reference outlier / tau)²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threshold보다 훨씬 큰 activation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missed clipping의 상대적 위험이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weight-column norm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squared norm of W(:,c)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 c의 error가 layer output에 크게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activation도 더 큰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요소의 product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조건이 함께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marginal gain이 커짐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요소만 쓴 variant도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LLaMA-3-8B AWQ INT4 K=128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product가 가장 높게 보고됨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channel count보다 weighted coverage를 최대화해 high-impact channel을 우선한다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4, Eq. 4; p. 8 and Table 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weighted set cover로 바뀐 calibration selection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K개 sample이 cover한 outlier channel weight의 합을 크게 만드는 cardinality-constrained 문제다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candidate pool P</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sample의 outlier mask를 준비</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channel weights</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high-impact channel에 큰 w를 준다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budget K</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K개 sample만 선택할 수 있다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objective F(S)</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번 이상 covered된 weight를 합산</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이미 covered된 channel을 또 cover하면 objective의 marginal gain은 0이다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4, Eq. 5 and Proposition 3.2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COVERCAL의 greedy update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cached mask에서 아직 uncovered인 weighted channel만 더해 marginal gain을 계산한다</a:t>
            </a:r>
            <a:endParaRPr lang="en-US" sz="1900" dirty="0"/>
          </a:p>
        </p:txBody>
      </p:sp>
      <p:sp>
        <p:nvSpPr>
          <p:cNvPr id="4" name="mechanism-lane-select"/>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selection on CPU</a:t>
            </a:r>
            <a:endParaRPr lang="en-US" sz="1250" dirty="0"/>
          </a:p>
        </p:txBody>
      </p:sp>
      <p:sp>
        <p:nvSpPr>
          <p:cNvPr id="5" name="mechanism-edge-g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g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g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init"/>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초기화</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S=empty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covered=0</a:t>
            </a:r>
            <a:endParaRPr lang="en-US" sz="1150" dirty="0"/>
          </a:p>
        </p:txBody>
      </p:sp>
      <p:sp>
        <p:nvSpPr>
          <p:cNvPr id="9" name="mechanism-node-gain"/>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marginal gain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uncovered weight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합산</a:t>
            </a:r>
            <a:endParaRPr lang="en-US" sz="1150" dirty="0"/>
          </a:p>
        </p:txBody>
      </p:sp>
      <p:sp>
        <p:nvSpPr>
          <p:cNvPr id="10" name="mechanism-node-pick"/>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argmax sample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가장 큰 gain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sample 선택</a:t>
            </a:r>
            <a:endParaRPr lang="en-US" sz="1150" dirty="0"/>
          </a:p>
        </p:txBody>
      </p:sp>
      <p:sp>
        <p:nvSpPr>
          <p:cNvPr id="11" name="mechanism-node-mark"/>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coverage update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선택 sample의</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channel을 mark</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selection은 K번 반복하지만, 새로 cover하는 weight만 계산하므로 redundancy가 감점된다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5-6, Eq. 8 and Algorithm 1</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greedy trace: 중복 channel의 gain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가상 channel weight c1=5, c2=3, c3=2를 둔 한 번의 selection trace</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630680"/>
                <a:gridCol w="4348480"/>
                <a:gridCol w="163068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sample별 새 weighted gain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covered after update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c1+c2=8; B: c2+c3=5; C: c1=5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 c2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 c3=2; C: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 c2, c3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F(S)=5+3+2=10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C를 더해도 새 gain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A와 B는 서로 c2를 겹치지만, 두 번째 선택에서는 새 channel c3만 gain으로 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5, Algorithm 1; illustrative trace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이론 문장과 그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classical greedy bound와 clipping surrogate consistency는 서로 다른 질문에 답한다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82952"/>
                <a:gridCol w="2826512"/>
                <a:gridCol w="3152648"/>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무엇에 대한 결과인가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Theorem 4.1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weighted coverage F(S)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monotone submodular, budget 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LLM accuracy의 1-1/e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Proposition 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stylized clipping surrogate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covered deficit 0, missed deficit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Frobenius loss upper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choice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missed weighted mass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per-channel independence surrogate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PTQ backend의 exact loss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experiments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downstream metrics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모델·backend·budget setup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universal quality law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1-1/e는 coverage objective의 approximation guarantee이며, accuracy guarantee가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4-6, Proposition 3.3 and Theorem 4.1; pp. 14-15,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기존 PTQ backend와 연결되는 위치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COVERCAL은 quantizer parameter를 학습하거나 backend를 교체하지 않고 calibration set을 선택한다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FP16 profiling</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pool P를 한 번 통과해 activation을 기록</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mask와 weight</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outlier threshold와 weighted matrix를 cache</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COVERCAL</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CPU greedy로 K sample을 선택</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AWQ 또는 GPTQ</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 set으로 기존 PTQ calibration 실행</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방법의 개입점은 PTQ 앞의 calibration selection이며, AWQ/GPTQ 자체는 그대로다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5-7, Method and experiments</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profiling cost와 selection cost는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GPU가 전혀 필요 없다는 말은 greedy selection 단계에만 해당한다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043936"/>
                <a:gridCol w="271780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phase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setup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wall-clock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offline profiling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10,000 sequences × length 2048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7B model, 1 × A100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about 15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selection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cached weighted mask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pool and K=128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only, under 10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PTQ backend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selected calibration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AWQ or GPTQ INT4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source가 end-to-end latency를 표로 보고하지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reuse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model profile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different K와 downstream evaluations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profiling cost can amortize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selection 자체는 cheap하지만, outlier mask를 얻는 profiling pass는 별도의 GPU 비용이다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5-6; p. 13, Table 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main evaluation protocol</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reported gain은 model, backend, bit-width, sample budget, pool, metric을 함께 붙여 읽는다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3696208"/>
                <a:gridCol w="1739392"/>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LLaMA-2-7B, LLaMA-3-8B, Mistral-7B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backends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AWQ and GPTQ, INT4, group size 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10,000 RedPajama sequences, length 2048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budgets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K=32, 64, 128, 256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table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1 caption: three seeds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Section 5: Random five seeds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metrics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MMLU, ARC-C, HellaSwag, WinoGrande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language metric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WikiText-2 perplexity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seed 수는 Table 1 caption과 Section 5의 Random 설명이 서로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6-7, experiment setup and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1 예시: LLaMA-3-8B의 AWQ INT4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K=128 결과다. Table 1 caption은 3 seeds, Section 5는 Random만 5 seeds라고 적는다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1848104"/>
                <a:gridCol w="1848104"/>
                <a:gridCol w="2282952"/>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calibration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MMLU</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ARC-C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HellaSwag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Wiki-PPL down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65.3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59.4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57.2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Max-ActVar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57.6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58.7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조건에서 COVERCAL은 Random보다 MMLU 1.5 point 높고 Wiki-PPL은 0.20 낮다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7,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2: measured coverage가 제안한 mechanism과 맞는가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K=128에서 COVERCAL은 channel count와 weighted mass를 모두 더 많이 cover했다고 보고한다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2391664"/>
                <a:gridCol w="2500376"/>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channel coverage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weighted coverage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기준 selection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Max-PPL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high-perplexity sample priority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Max-ActVar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중복 coverage가 많다고 분석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26.9%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weighted new coverage 직접 최적화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COVERCAL의 advantage는 높은 sample score보다 selected set의 낮은 redundancy와 연결된다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8, Table 2 and analysis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1과 Table 5: 작은 budget에서의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LLaMA-3-8B, AWQ INT4에서 COVERCAL K=64가 Random K=256보다 높은 MMLU를 보였다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1956816"/>
                <a:gridCol w="1956816"/>
                <a:gridCol w="1956816"/>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K=32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K=64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K=128</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K=256</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Max-ActVar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 reference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65.3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65.3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65.3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65.3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64 selected samples reach 64.0 MMLU, exceeding Random 256 samples at 63.8 in this setup</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12, Fig. 1 and Table 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weight와 threshold ablation의 읽는 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full weight는 이 setup에서 가장 높았고, threshold 안정성도 특정 5–7 sigma 구간에서만 보였다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413256"/>
                <a:gridCol w="3043936"/>
                <a:gridCol w="1630680"/>
                <a:gridCol w="1956816"/>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test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variant / threshold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MMLU</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Wiki-PPL down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unweighted coverage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L3-8B, AWQ4, K128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product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setting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threshold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sigma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setting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threshold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 sigma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threshold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threshold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 sigma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5–7 stable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full weight와 6 sigma result는 LLaMA-3-8B AWQ INT4 ablation의 관측이다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7-8; p. 12, Table 6; p. 13, Table 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10: missed outlier와 layer error</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table은 LLaMA-3-8B의 Layer 14 세 channel을 의도적으로 isolate한 reconstruction-error construction이다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174240"/>
                <a:gridCol w="2174240"/>
                <a:gridCol w="163068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layer group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uncovered error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covered error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reduction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Layer 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4.44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three channels activated by added samples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total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constructed comparison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condition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AWQ INT4, Random K=128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K=128 + activating samples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fixed-budget 비교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channels 1847, 2903, 4011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boundary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Frobenius reconstruction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downstream accuracy share가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covered set은 Random K=128에 활성 sample을 더한 구성이지 같은 budget 비교가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15, Table 10 and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COVERCAL의 적용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coverage는 useful calibration-selection objective이지만, PTQ 품질 전체를 대체하는 단일 설명은 아니다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candidate pool에 sample이 없으면 selector가 channel을 cover할 수 없다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mean+6 sigma는 heuristic이며, source는 이 setup의 5–7 sigma 안정성만 보였다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실험은 INT4에 한정되고 INT3 이하에서의 결과는 보고하지 않는다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greedy guarantee는 weighted coverage objective에만 적용된다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clipping surrogate와 downstream quality의 연결은 empirical evidence다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outlier coverage는 이 PTQ calibration regime의 중요한 설명 변수다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14-15, Limitations and surrogate discussion</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핵심 논리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missed high-impact activation channel을 발견하고, K개 sample의 collective coverage로 PTQ calibration을 고른다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failure mode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unseen outlier channel이 clipping risk를 만든다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representation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sample을 outlier-channel set으로 표현</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selection</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weighted new coverage를 greedy로 최대화</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integration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selected set을 AWQ/GPTQ calibration에 입력</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evidence boundary</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coverage theorem과 conditional PTQ results를 구분</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COVERCAL은 calibration data를 대표 sample보다 coverage resource로 보는 관점이다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 4-9, Conclusion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COVERCAL: PTQ calibration을 outlier channel coverage로 고르기</dc:title>
  <dc:subject>Coverage-Based Calibration for Post-Training Quantization via Weighted Set Cover over Outlier Channels</dc:subject>
  <dc:creator>Research Seminars</dc:creator>
  <cp:lastModifiedBy>Research Seminars</cp:lastModifiedBy>
  <cp:revision>1</cp:revision>
  <dcterms:created xsi:type="dcterms:W3CDTF">2026-09-12T06:04:47Z</dcterms:created>
  <dcterms:modified xsi:type="dcterms:W3CDTF">2026-09-12T06:04:47Z</dcterms:modified>
</cp:coreProperties>
</file>