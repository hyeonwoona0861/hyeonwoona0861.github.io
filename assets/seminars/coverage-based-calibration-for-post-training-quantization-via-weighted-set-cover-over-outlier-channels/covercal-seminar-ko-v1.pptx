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94A932F3-E046-4AC1-AEEC-38ED328217C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COVERCAL: PTQ 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outlier channel coverage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고르기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COVERCAL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PTQ calibration selection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관점에서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새로운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만드는 것이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 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AWQ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 calibration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outlier channel coverage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기준으로 고르는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발표용 출처는 공개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title page, arXiv 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Coverage-Based Calibration for Post-Training Quantization via Weighted Set Cover over Outlier Channels, arXiv:2604.24008v1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https://arxiv.org/abs/2604.24008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F3CF316-01BF-431B-A990-4CFA836DF83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만드는 문제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앞단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통과시켜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matrix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layerwise reconstruction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작아지도록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low-bit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high-activation hidden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전혀 활성화하지 못하면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quantizer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dynamic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작게 추정할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출발점은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대표성만으로는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failure mode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막지 못한다는 주장입니다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1, 3, abstract and Eq.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Coverage-Based Calibration for Post-Training Quantization via Weighted Set Cover over Outlier Channels, arXiv:2604.24008v1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https://arxiv.org/abs/2604.24008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DF9E20B-3116-4D9A-8026-F313C438048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outlier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l, channel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outlier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set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absolute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Threshold tau(l)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 pool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 plus six standard deviations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하나라도 있으면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outlier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 pool 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같으므로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declared outlier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적어도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의해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남는 문제는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개만 고를 수 있다는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budget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3-4, Eqs. 2-3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Coverage-Based Calibration for Post-Training Quantization via Weighted Set Cover over Outlier Channels, arXiv:2604.24008v1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https://arxiv.org/abs/2604.24008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7399DAF-B993-4D23-A610-F726D951198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수라도 놓치는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다를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결과가 아닌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teaching-only 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Calibration 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중요한 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큰가만이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selected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못한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outlier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새로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Max-ActVar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individually informative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골라도 서로 중복되는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많이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있다고 분석합니다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selected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c1,c2,c3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여기서 임의로 만든 설명입니다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4, 8, weighted coverage and Table 2 analysis; illustrative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Coverage-Based Calibration for Post-Training Quantization via Weighted Set Cover over Outlier Channels, arXiv:2604.24008v1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https://arxiv.org/abs/2604.24008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B6A9DFC-039F-4A38-B342-D610F706F84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outlier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같은 값으로 세지 않는가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w(l,c)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reference-pool outlier magnitude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나눈 값의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column W(:,c)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squared norm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clipping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magnitude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비례한다는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stylized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second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얼마나 증폭되는지를 반영합니다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generic importance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particular clipping surrogate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4, Eq. 4; p. 8 and Table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Coverage-Based Calibration for Post-Training Quantization via Weighted Set Cover over Outlier Channels, arXiv:2604.24008v1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https://arxiv.org/abs/2604.24008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4A81056-F39A-4640-AEF1-6F369EBB8EA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weighted set cover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selection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 subset P, size at most 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F(S),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outlier-channel weights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최대로 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번만 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representative sampling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per-sample ranking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달리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set-level redundancy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직접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monotone submodular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증명합니다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4, Eq. 5 and Proposition 3.2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Coverage-Based Calibration for Post-Training Quantization via Weighted Set Cover over Outlier Channels, arXiv:2604.24008v1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https://arxiv.org/abs/2604.24008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F4248EB-BDE4-45AE-88D7-C08A863113D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COVERCAL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greedy update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empty set, covered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all-zero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시작합니다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아직 뽑지 않은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each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it covers and currently remains uncovered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matrix entries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Largest gain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넣고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marked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과정을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 반복합니다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Profiling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cached matrices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읽으므로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단계 자체는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CPU-only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5-6, Eq. 8 and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Coverage-Based Calibration for Post-Training Quantization via Weighted Set Cover over Outlier Channels, arXiv:2604.24008v1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https://arxiv.org/abs/2604.24008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FE189BD-548E-4542-B472-8AEA95F7911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greedy trace: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설명하기 위해 만든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fictional example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First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new weighted 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c1 weight 5 plus c2 weight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After marking c1 and c2,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c3 weight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새로운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남고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gain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 trace shows why greedy selection differs from selecting K samples each with high individual score.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5, Algorithm 1; illustrative trace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Coverage-Based Calibration for Post-Training Quantization via Weighted Set Cover over Outlier Channels, arXiv:2604.24008v1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https://arxiv.org/abs/2604.24008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88AB3D-74F9-4089-AACD-F7EEE385303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이론 문장과 그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 4.1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 K-sample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만드는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비교한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standard greedy 1 minus 1 over e approximation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Proposition 3.3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missed weighted coverage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particular per-channel clipping surrogate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upper-bound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이것이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Frobenius reconstruction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upper-bound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하거나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downstream 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증명하지 않는다고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Covered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deficit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두는 것도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inference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maximum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남을 수 있으므로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optimistic modeling assumption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4-6, Proposition 3.3 and Theorem 4.1; pp. 14-15,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Coverage-Based Calibration for Post-Training Quantization via Weighted Set Cover over Outlier Channels, arXiv:2604.24008v1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https://arxiv.org/abs/2604.24008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7CE8263-544C-4264-B3FC-F47AD6BC4AF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PTQ backend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연결되는 위치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offline profiling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Candidate pool 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 FP16 forward pass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magnitude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기록하고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per-layer threshold, outlier channel, mask M, weighted 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Requested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greedy 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subset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출력합니다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Evaluated AWQ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 backend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 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backend-agnostic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표현은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tested two backends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동작했다는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의미이며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possible PTQ system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proof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5-7, Method and experiments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Coverage-Based Calibration for Post-Training Quantization via Weighted Set Cover over Outlier Channels, arXiv:2604.24008v1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https://arxiv.org/abs/2604.24008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C8D6D8A-B2C2-4734-88BA-9620722BE79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profiling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selection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profiling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분리합니다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7B model, N=10,000, sequence length 2048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A100 profiling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about fifteen minutes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CPU-only greedy 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under ten seconds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Same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cached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budget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downstream evaluation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reuse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preparation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per-token inference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arbitrary hardware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동일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증명하지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5-6; p. 13, Table 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Coverage-Based Calibration for Post-Training Quantization via Weighted Set Cover over Outlier Channels, arXiv:2604.24008v1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https://arxiv.org/abs/2604.24008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90CF153-6046-4319-BA22-8DA6C75F740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main evaluation protocol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Main 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INT4, group size 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Candidate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length-2048 RedPajama sequence 10,000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budget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32, 64, 128, 256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 wording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충돌이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1 caption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결과를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three seeds average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Section 5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C4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five seeds average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모든 행에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일괄 적용하지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Downstream 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MMLU 5-shot, ARC-Challenge 25-shot, HellaSwag 10-shot, WinoGrande 5-shot, WikiText-2 perplexity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6-7, experiment setup and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Coverage-Based Calibration for Post-Training Quantization via Weighted Set Cover over Outlier Channels, arXiv:2604.24008v1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https://arxiv.org/abs/2604.24008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CBB8742-74D4-42EC-8D93-F1ABD41F665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Table 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LLaMA-3-8B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AWQ INT4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LLaMA-3-8B row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뽑습니다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AWQ INT4, group size 128, K=128 calibration samples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 wording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충돌이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1 caption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전체 결과를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three seeds average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5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C4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five seeds average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별도로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COVERCAL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MMLU 64.6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63.1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WikiText-2 PPL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6.22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6.42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Full 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LLaMA-2-7B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Mistral-7B, Max-PPL, Stratified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unquantized reference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selection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읽으면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7,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Coverage-Based Calibration for Post-Training Quantization via Weighted Set Cover over Outlier Channels, arXiv:2604.24008v1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https://arxiv.org/abs/2604.24008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B0B10C9-0F5E-46F7-A21C-458F87957A5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Table 2: measured coverage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제안한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mechanism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맞는가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K=128 coverage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COVERCAL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outlier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26.9 percent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coverage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24.8 percent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Random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14.7 percent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Max-ActVar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결과를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redundancy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Average pairwise Jaccard similarity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Max-ActVar 0.52, COVERCAL 0.11, Random 0.34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association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proposed mechanism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하게 지지하지만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 downstream 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cause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proof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8, Table 2 and analysis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Coverage-Based Calibration for Post-Training Quantization via Weighted Set Cover over Outlier Channels, arXiv:2604.24008v1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https://arxiv.org/abs/2604.24008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4C0D71F-32E4-4938-A5B8-D6F086DFC1C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5: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budget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에서의 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대응하는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LLaMA-3-8B, AWQ INT4 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FP16 65.3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budget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무관한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unquantized reference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표에서 이를 명확히 보이도록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열에 같은 값을 반복했습니다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COVERCAL K=64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MMLU 64.0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K=256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63.8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Authors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equivalent 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sample budget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fourfold reduction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문장은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model, backend, metric, pool, reported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에만 적용되며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universal 4x reduction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뜻하지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커져도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 methods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reference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approach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12, Fig. 1 and Table 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Coverage-Based Calibration for Post-Training Quantization via Weighted Set Cover over Outlier Channels, arXiv:2604.24008v1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https://arxiv.org/abs/2604.24008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85A56E2-3249-409C-8661-9C01EF86962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 ablation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읽는 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LLaMA-3-8B AWQ INT4 K=128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unweighted coverage MMLU 64.0, PPL 6.31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Equation 4 weighting MMLU 64.6, PPL 6.22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바꾸며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5, 6, 7 sigma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MMLU 64.4, 64.6, 64.2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 to 7 sigma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하다고 말하지만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bit-widths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universal 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establish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7-8; p. 12, Table 6; p. 13, Table 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Coverage-Based Calibration for Post-Training Quantization via Weighted Set Cover over Outlier Channels, arXiv:2604.24008v1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https://arxiv.org/abs/2604.24008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F47915C-4862-41ED-AF43-92EA975F427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Table 10: missed outlier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error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LLaMA-3-8B, AWQ INT4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deliberately isolated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Uncovered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calibration K=128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three extreme channels 1847, 2903, 4011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못하고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120 sigma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Covered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쪽은 동일한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K=128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추가한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augmented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augmented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cardinality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K=128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하지 않으므로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fixed-budget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읽지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Layer 14 reconstruction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4.44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0.22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total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7.24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2.95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낮아집니다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Authors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61.3 percent uncovered error share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downstream accuracy degradation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61.3 percent share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p. 15, Table 10 and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Coverage-Based Calibration for Post-Training Quantization via Weighted Set Cover over Outlier Channels, arXiv:2604.24008v1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https://arxiv.org/abs/2604.24008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FBA6660-F7A6-48BE-8CD0-5B8C3DCF067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COVERCAL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적용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limitation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practical 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Narrow candidate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particular outlier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omit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in-pool selector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heuristic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different outlier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달라질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Evaluation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INT4 only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Theory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stylized clipping surrogate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downstream 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experimental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Authors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aggressive bit 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adaptive threshold refinement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relevant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있다고 쓰지만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INT3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보고하지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14-15, Limitations and surrogate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Coverage-Based Calibration for Post-Training Quantization via Weighted Set Cover over Outlier Channels, arXiv:2604.24008v1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https://arxiv.org/abs/2604.24008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BEA7102-F70C-4867-B672-46466FB9296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핵심 논리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outlier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set cover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Operational contribution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pre-profiled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complementary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simple greedy selector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Formal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관한 것이고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quality 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conditional AWQ/GPTQ INT4 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level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분리해야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educational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stated scope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지킬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arxiv-v1 | pp. 1, 4-9,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Coverage-Based Calibration for Post-Training Quantization via Weighted Set Cover over Outlier Channels, arXiv:2604.24008v1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https://arxiv.org/abs/2604.24008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D1E4316-EA72-401A-82F0-3A14727E740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COVERCAL: PTQ calibration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outlier channel coverage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고르기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Coverage-Based Calibration for Post-Training Quantization via Weighted Set Cover over Outlier Channels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Ibne Farabi Shihab, Sanjeda Akter, Anuj Sharma (2026)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calibration budget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무엇을 포함할지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weighted set cover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정하는 방법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title page, arXiv v1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PTQ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sample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만드는 문제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activation range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quantization scale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들어가므로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어떤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sample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넣는지가 중요하다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FP16 model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pre-trained weight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input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activation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관측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hidden channel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low-bit scale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관측된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PTQ scale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잡는다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inference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보지 못한 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clipping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될 수 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단순한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text sample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quantization scale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정하는 관측 창이다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1, 3, abstract and Eq.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outlier channel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coverage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정의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reference pool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보인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hidden channel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먼저 찾는다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3261240"/>
                <a:gridCol w="304380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selection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set 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absolute activation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강하게 켰는지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 l, channel 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threshold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tau(l)=mean(l)+6 × std(l)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threshold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초과면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outlier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reference-pool statistic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selected 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threshold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존재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관측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strictly greater than tau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candidate pool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고름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budget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reference pool = 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text topic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다양성이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layer-channel activation event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집합이다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3-4, Eqs. 2-3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수라도 놓치는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다를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높은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여러 번 보아도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반복하면 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coverage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1521720"/>
                <a:gridCol w="1521720"/>
                <a:gridCol w="217404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selected sample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high-weight c3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coverage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sample 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missed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c1, c2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관측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sample 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missed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c1, c3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A'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missed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gain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보완하는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COVERCAL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‘강한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sample’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하나를 반복해 고르기보다 아직 안 보인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보완한다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4, 8, weighted coverage and Table 2 analysis; illustrative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왜 모든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outlier channel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같은 값으로 세지 않는가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normalized outlier magnitude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weight-column sensitivity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함께 반영한다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282760"/>
                <a:gridCol w="2717640"/>
                <a:gridCol w="282636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경우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coverage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효과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 magnitude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(reference outlier / tau)²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threshold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훨씬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missed clipping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상대적 위험이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weight-column norm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squared norm of W(:,c)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 output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크게 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더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요소의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product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조건이 함께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 marginal gain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커짐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요소만 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variant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LLaMA-3-8B AWQ INT4 K=128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product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가장 높게 보고됨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count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weighted coverage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최대화해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high-impact channel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우선한다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4, Eq. 4; p. 8 and Table 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weighted set cover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바뀐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selection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sample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cover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outlier channel 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합을 크게 만드는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cardinality-constrained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문제다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 pool 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outlier mask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준비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 weights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high-impact channel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준다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budget 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선택할 수 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objective F(S)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번 이상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covered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합산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covered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objective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marginal gain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4, Eq. 5 and Proposition 3.2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COVERCAL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greedy update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cached mask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아직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uncovered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weighted channel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더해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marginal gain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계산한다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mechanism-lane-select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selection on CPU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mechanism-edge-g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mechanism-edge-g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mechanism-edge-g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mechanism-node-init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초기화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S=empty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covered=0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mechanism-node-gain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marginal gain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uncovered weight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합산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mechanism-node-pick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argmax sample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가장 큰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gain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mechanism-node-mark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coverage update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mark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selection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번 반복하지만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계산하므로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redundancy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감점된다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5-6, Eq. 8 and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greedy trace: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중복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gain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 weight c1=5, c2=3, c3=2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둔 한 번의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selection trace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630440"/>
                <a:gridCol w="4348440"/>
                <a:gridCol w="163044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sample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새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weighted gain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covered after update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A: c1+c2=8; B: c2+c3=5; C: c1=5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c1, c2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B: c3=2; C: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c1, c2, c3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F(S)=5+3+2=10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A, 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더해도 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gain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서로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겹치지만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번째 선택에서는 새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c3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gain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5, Algorithm 1; illustrative trace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이론 문장과 그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classical greedy bound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clipping surrogate consistency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서로 다른 질문에 답한다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282760"/>
                <a:gridCol w="2826360"/>
                <a:gridCol w="315252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무엇에 대한 결과인가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말하지 않는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Theorem 4.1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weighted coverage F(S)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monotone submodular, budget 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LLM accuracy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1-1/e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Proposition 3.3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stylized clipping surrogate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covered deficit 0, missed deficit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Frobenius loss upper 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choice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missed weighted mass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per-channel independence surrogate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PTQ backend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exact loss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experiments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downstream metrics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모델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·backend·budget setup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universal quality law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1-1/e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coverage objective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approximation guarantee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accuracy guarantee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4-6, Proposition 3.3 and Theorem 4.1; pp. 14-15,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PTQ backend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연결되는 위치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COVERCAL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quantizer parameter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학습하거나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backend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교체하지 않고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calibration 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선택한다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FP16 profiling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pool 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한 번 통과해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기록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mask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outlier threshold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weighted matrix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cache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COVERCAL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greedy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 sample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2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AWQ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GPTQ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기존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PTQ calibration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방법의 개입점은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PTQ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앞의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selection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AWQ/GPTQ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자체는 그대로다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5-7, Method and experiments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profiling cost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selection cost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GPU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전혀 필요 없다는 말은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greedy selection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단계에만 해당한다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4" name="Table 0"/>
          <p:cNvGraphicFramePr/>
          <p:nvPr/>
        </p:nvGraphicFramePr>
        <p:xfrm>
          <a:off x="660240" y="2082960"/>
          <a:ext cx="10870920" cy="3568320"/>
        </p:xfrm>
        <a:graphic>
          <a:graphicData uri="http://schemas.openxmlformats.org/drawingml/2006/table">
            <a:tbl>
              <a:tblPr/>
              <a:tblGrid>
                <a:gridCol w="2391480"/>
                <a:gridCol w="3043800"/>
                <a:gridCol w="271764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phase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setup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wall-clock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offline profiling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10,000 sequences × length 2048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7B model, 1 × A100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about 15 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 selection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cached weighted mask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same pool and K=128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 only, under 10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PTQ backend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selected calibration 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AWQ or GPTQ INT4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end-to-end latency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표로 보고하지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reuse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same model profile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different 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downstream evaluations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profiling cost can amortize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selection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자체는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cheap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outlier mask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얻는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profiling pass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별도의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GPU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비용이다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5-6; p. 13, Table 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main evaluation protocol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reported gain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model, backend, bit-width, sample budget, pool, metric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함께 붙여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3696120"/>
                <a:gridCol w="173916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condition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condition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LLaMA-2-7B, LLaMA-3-8B, Mistral-7B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backends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AWQ and GPTQ, INT4, group size 128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pool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10,000 RedPajama sequences, length 2048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budgets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K=32, 64, 128, 256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main table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1 caption: three seeds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Section 5: Random five seeds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metrics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MMLU, ARC-C, HellaSwag, WinoGrande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language metric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WikiText-2 perplexity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1 caption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Section 5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설명이 서로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6-7, experiment setup and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1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LLaMA-3-8B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AWQ INT4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K=128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 Table 1 caption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3 seeds, Section 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Random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 seeds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라고 적는다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1847880"/>
                <a:gridCol w="1847880"/>
                <a:gridCol w="228276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MMLU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ARC-C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HellaSwag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Wiki-PPL down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65.3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59.4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82.1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6.14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63.1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57.2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80.5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6.42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Max-ActVar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63.8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57.6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80.8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6.38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58.7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81.5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6.22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조건에서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COVERCAL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MMLU 1.5 point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높고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Wiki-PPL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0.20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낮다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7,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2: measured coverage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제안한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mechanism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맞는가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K=128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COVERCAL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 count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weighted mass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모두 더 많이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cover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했다고 보고한다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2391480"/>
                <a:gridCol w="250020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method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coverage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weighted coverage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16.8%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14.7%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Max-PPL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9.9%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8.6%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high-perplexity sample priority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Max-ActVar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10.4%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9.7%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중복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coverage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많다고 분석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26.9%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24.8%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weighted new coverage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직접 최적화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COVERCAL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advantage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높은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 score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selected 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낮은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redundancy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연결된다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8, Table 2 and analysis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5: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budget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에서의 비교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LLaMA-3-8B, AWQ INT4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COVERCAL K=64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Random K=256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보다 높은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MMLU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보였다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1956600"/>
                <a:gridCol w="1956600"/>
                <a:gridCol w="195660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method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K=32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K=64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K=128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K=256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61.2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62.1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63.1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63.8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Max-ActVar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61.8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62.7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63.8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63.0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reference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65.3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65.3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65.3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65.3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64 selected samples reach 64.0 MMLU, exceeding Random 256 samples at 63.8 in this setup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12, Fig. 1 and Table 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threshold ablation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읽는 법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full 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setup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가장 높았고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threshold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안정성도 특정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5–7 sigma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구간에서만 보였다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413000"/>
                <a:gridCol w="3043800"/>
                <a:gridCol w="1630440"/>
                <a:gridCol w="195660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variant / threshold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MMLU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Wiki-PPL down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condition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unweighted coverage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6.31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L3-8B, AWQ4, K128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product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6.22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same setting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threshold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 sigma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6.24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same setting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threshold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 sigma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6.22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main threshold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threshold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 sigma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64.2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5–7 stable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full weight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6 sigma result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LLaMA-3-8B AWQ INT4 ablation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관측이다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7-8; p. 12, Table 6; p. 13, Table 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10: missed outlier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 error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LLaMA-3-8B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 14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의도적으로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isolate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reconstruction-error construction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174040"/>
                <a:gridCol w="2174040"/>
                <a:gridCol w="163044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 group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uncovered error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covered error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reduction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 14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4.44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three channels activated by added samples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total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7.24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2.95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59%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same constructed comparison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condition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AWQ INT4, Random K=128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K=128 + activating samples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fixed-budget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channels 1847, 2903, 4011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boundary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Frobenius reconstruction error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n/a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n/a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downstream accuracy share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covered 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 K=128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활성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더한 구성이지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budget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p. 15, Table 10 and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COVERCAL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적용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coverage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useful calibration-selection objective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PTQ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품질 전체를 대체하는 단일 설명은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candidate pool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없으면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selector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할 수 없다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mean+6 sigma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heuristic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source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setup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5–7 sigma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안정성만 보였다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INT4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한정되고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INT3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이하에서의 결과는 보고하지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6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greedy guarantee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weighted coverage objective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에만 적용된다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8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clipping surrogate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downstream quality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연결은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empirical evidence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outlier coverage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PTQ calibration regime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중요한 설명 변수다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14-15, Limitations and surrogate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핵심 논리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missed high-impact activation channel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발견하고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sample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collective coverage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PTQ calibration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고른다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failure mode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unseen outlier channel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clipping risk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0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representation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outlier-channel set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표현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6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selection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weighted new coverage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greedy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최대화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0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1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integration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selected set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AWQ/GPTQ calibration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입력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evidence boundary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coverage theorem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conditional PTQ results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구분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COVERCAL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data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대표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coverage resource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보는 관점이다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arxiv-v1 pp. 1, 4-9,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2026-09-12T06:04:47Z</dcterms:created>
  <dc:creator>Research Seminars</dc:creator>
  <dc:description/>
  <dc:language>ko-KR</dc:language>
  <cp:lastModifiedBy>Research Seminars</cp:lastModifiedBy>
  <dcterms:modified xsi:type="dcterms:W3CDTF">2026-09-12T06:04:47Z</dcterms:modified>
  <cp:revision>1</cp:revision>
  <dc:subject>Coverage-Based Calibration for Post-Training Quantization via Weighted Set Cover over Outlier Channels</dc:subject>
  <dc:title>COVERCAL: PTQ calibration을 outlier channel coverage로 고르기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19</vt:r8>
  </property>
  <property fmtid="{D5CDD505-2E9C-101B-9397-08002B2CF9AE}" pid="3" name="PresentationFormat">
    <vt:lpwstr>On-screen Show (16:9)</vt:lpwstr>
  </property>
  <property fmtid="{D5CDD505-2E9C-101B-9397-08002B2CF9AE}" pid="4" name="Slides">
    <vt:r8>19</vt:r8>
  </property>
</Properties>
</file>