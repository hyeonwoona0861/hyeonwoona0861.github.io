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BB0CC810-D994-4F2C-BE9F-1317858FF21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Billion-node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그래프의 부분그래프 매칭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(2012)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단일 대형 라벨 그래프 부분그래프 매칭 시스템을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거대한 구조 인덱스를 만들지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단위의 메모리 탐색과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결합하는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title,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66ABB10-7667-4CF5-91F0-B915222323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부분그래프 매칭의 입력과 출력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데이터 그래프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G=(V,E,T),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q=(Vq,Eq,Tq)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매칭은 질의 정점과 결과 정점 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라벨과 질의 간선을 보존하는 경우입니다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질의에는 두 결과가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Definitions 1–2; Fig.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0A7270-995A-415E-8AC0-9D197ECF622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billion-node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규모에서 기존 방식이 압박을 받는가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web-scale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그래프에서 고급 구조 인덱스의 공간과 구축 비용이 비현실적이라고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모든 인덱스가 불가능하다는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설계는 그래프 구조 인덱스 대신 라벨에서 노드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string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1–2, §1.1–1.2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E887B21-D9BA-483D-B491-B970A8715C4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대비한 매칭 접근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§1.1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설명을 교육용으로 압축한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방법의 복잡도는 데이터와 질의 모델에 따라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이 논문의 차이는 그래프 구조를 미리 자세히 색인하지 않는 데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1–2, Table 1 and §1.1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A288D2-E33A-4F15-972A-76A59687D2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Trinity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위의 질의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client, query proxy,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server, intermediate result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교환을 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Trinity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메시지 전달을 사용자에게 투명하게 보이도록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그 논리 경로를 단순화한 것으로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단독 수행한다고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3–4, §2.2 and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31E236A-141B-4908-8A6C-1C8C167520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탐색은 서로 대체되지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방식의 불필요한 중간 결과와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naive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반복 경로 탐색을 모두 지적합니다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나중에 만난 정점이 시작 정점인지 검사해야 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동등한 제약 확인으로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§3 and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E92E442-70AE-46E5-8FEC-B2753EBE0B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STwig: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단계의 작은 질의 단위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정확히 두 레벨의 트리입니다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4(b)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q1=(a,{b,c})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STwig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질의를 보장하지 않으므로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바인딩과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5, §4.1 and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6F77918-E2E7-48B5-BF73-0D11D688294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MatchSTwig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하는 세 번의 접근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루트 라벨의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집합을 얻고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루트를 로드한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자식 이웃의 라벨을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의사코드는 각 자식 라벨에 대한 후보 집합의 곱으로 결과를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execution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child label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확인은 원격 메모리 접근을 일으킬 수도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5–6, Algorithm 1 and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7F824D5-924A-439E-AD36-971954A23E2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축약 추적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a-b-c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패턴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따라 만든 교육용 축약 추적입니다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질의에는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 b, c,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있으며 보고된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(a1,b1,c1,d1)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(a2,b1,c1,d1)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국소 후보 생성만 보여 주기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a-b-c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부분만 떼었습니다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Fig. 1; p. 5,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765B11B-20FC-4089-8646-12E0764929B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매칭의 실행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decomposition/order, exploration, 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단계로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탐색 순서대로 즉시 하지 않는 이유는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pruned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본 뒤 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선택하기 위해서입니다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5–6, §4.2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F7C9F1D-3C4A-4FD4-B5E7-EDC9C1A966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바인딩 정보가 다음 탐색의 후보를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Ha={a1,a2,a3}, Hb={b1,b2,b3,b4}, Hc={c1,c2,c3}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G(q1)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 x Hb x Hc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같지 않다고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Index.getID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호출하지 않고 그 바인딩 집합을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§4.2 and Fig.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D7AE6F8-4101-4DEE-B894-49D8F1767FA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남기되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순서와 메모리 사용을 조절한다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sample-based join cost estimation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cost-based join order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중간 결과가 여전히 큰 질의에서는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block-based pipeline 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써서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일부만 참여시키며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available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§4.2 Join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16B5372-DF51-4B5B-A4A0-44AA06D6A6E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분산 실행에서 탐색과 결합의 역할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decomposition and STwig ordering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병렬화하지 않으며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계획을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broadcast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 matching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병렬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해야 할 수 있어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load 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선택이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42DFC7-F52D-401D-869D-0803660C8BC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헤드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중복 없는 결과의 기준점이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헤드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 qh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Fk,h=empty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Rk(qh)=Gk(qh)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data graph partition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disjoint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헤드 매칭이 다른 답은 다른 결과가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homomorphic answers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간주한다는 조건도 덧붙입니다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BE6226-4837-4C7A-B1D6-313344FF65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STwig cover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줄이는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질의 간선이 정확히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 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STwig 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vertex 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polynomial equivalent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최적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탐색은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NP-hard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출발점으로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§5.1, Problem 1 and Theorem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29367B4-FDC4-404C-854B-1DEF966621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실행 순서를 함께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f(v)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deg(v)/freq(v.label)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고른 부분에 이어지는 간선을 선택하는 규칙은 후속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앞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되도록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생성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배 이하임을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이 알고리즘의 시간 복잡도를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O(n^2 log n)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8, Algorithm 2 and Theorem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73149A-3A29-435A-B16E-99C4F7B26F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클러스터 그래프로 원격 로드 범위를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query-specific Gq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materialize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필요가 없다고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preprocessing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 서버 쌍마다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기록하고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query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lookup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Theorem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Fk,t={j | DC(k,j) &lt;= d(rs,rt)}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8–9, §5.3 and Theorem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18B0DDE-0AFC-430B-9F02-3373973DB7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헤드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선택은 통신 반경을 줄이는 문제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 STwig qs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통신 비용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각 서버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거리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d(s)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이내 서버 수의 합으로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최소화합니다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데이터 그래프 크기가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subgraph pattern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vertex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9, Theorem 5 and §5.3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52AD2CB-778F-4A76-938C-0046DAA2777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조건을 결과와 함께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real-data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1, synthetic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US Patents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3,774,768 nodes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16,522,438 edges, WordNet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82,670 nodes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133,445 edges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queries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 실행 시간을 기록했고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 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1,024 matches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발견되면 종료합니다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9–10, §6.1–6.3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E0999FA-B8C6-4FA5-BA6F-826C78E4D7C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데이터에서 보고된 경향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설명은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형태별 관찰입니다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DFS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start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DFS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생성해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nodes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보존했고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random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nodes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edges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connected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spanning tree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1–8 machine 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real-data cluster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10–11, Figs. 8–9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638D39-D1E9-4F6B-A096-354F318028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합성 그래프 결과의 조건부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1B nodes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4,096M nodes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689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response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10(a)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degree 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graph-size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node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 number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 직접적이라고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10–11, Table 2 and Fig.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A37EF4-2F27-4DD6-B5FD-7C9F8A36574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설계상 차별점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비교는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§§3–5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설계를 묶어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만을 주장하지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skeleton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남기며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useless candidates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피한다고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join-free algorithm’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부르면 부정확합니다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4–9, §§3–5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C7E0F8B-51E1-4BB3-9680-C762DC31761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해석할 때 남겨야 할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naive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비쌀 수 있는 경우와 둘 다 잘못될 수 있는 경우를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trillion-scale graph, system speedup, query throughput, response-time bounds, transmitted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추가 실험을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언급합니다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§3; p. 12, §8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02DE47F-E27F-4165-8F09-E40EA4478C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장으로 다시 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STwig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매칭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마무리에서는 구조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포기하는 대신 라벨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메모리 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exploration, STwig decomposition, binding information, join ordering, load set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사용한다는 점을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논문이 제시한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web-scale matching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3–12, §§2–8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Subgraph Matching on Billion Node Graphs, PVLDB 2012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https://www.vldb.org/pvldb/vol5/p788_zhaosun_vldb2012.pdf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 |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DOI: 10.14778/2311906.2311907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https://doi.org/10.14778/2311906.2311907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167A00C-5884-40AF-9867-B1F6C13423A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Billion-node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그래프의 부분그래프 매칭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Efficient Subgraph Matching on Billion Node Graphs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Zhao Sun, Hongzhi Wang, Haixun Wang, Bin Shao, Jianzhong Li (2012)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분해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메모리 기반 탐색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분산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최적화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title,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부분그래프 매칭의 입력과 출력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라벨이 있는 질의 그래프의 모든 발생 위치를 큰 데이터 그래프에서 찾는다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데이터 그래프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간선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라벨로 구성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그래프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필요한 라벨과 간선 관계를 지정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대응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 정점을 데이터 정점에 일대일 대응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매칭 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라벨과 질의 간선을 모두 보존한 부분그래프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논문은 하나의 매우 큰 그래프 안에서 부분그래프 매칭을 다룬다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Definitions 1–2; Fig.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billion-node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규모에서 기존 방식이 압박을 받는가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질의마다 빠르게 찾기 위한 준비 작업이 그래프보다 더 커지거나 더 오래 걸릴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그래프 탐색은 이웃으로의 임의 접근을 반복하므로 접근 지역성이 낮다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단일 장비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매우 큰 그래프를 모두 올리기 어렵다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2-hop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구조 인덱스는 초선형 공간이나 구축 시간을 요구할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간선 단위 분해 뒤의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multi-way join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중간 결과를 크게 만들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질의 실행 시간을 줄이는 구조 인덱스 자체가 규모의 병목이 될 수 있다고 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1–2, §1.1–1.2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대비한 매칭 접근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분류는 방법의 절대적 서열이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billion-node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조건에서의 설계 부담을 보여준다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1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174040"/>
                <a:gridCol w="2608920"/>
                <a:gridCol w="304380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접근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준비 구조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무인덱스 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구조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탐색 공간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그래프 실험 중심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 인덱스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 가능한 질의도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빈발 부분그래프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pattern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 편향에 민감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도달성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이웃 인덱스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2-hop·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반경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초선형 구축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web-scale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부담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논문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라벨→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분산 탐색으로 보완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1–2, Table 1 and §1.1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Trinity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위의 질의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계획을 만들고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메모리 클러스터의 서버들이 탐색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결합을 나눠 수행한다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lane-request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실행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mechanism-edge-query-proxy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mechanism-edge-proxy-srv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mechanism-edge-srv-result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mechanism-node-query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클라이언트 질의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라벨과 간선으로 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부분그래프 패턴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mechanism-node-proxy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 proxy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분해와 순서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계획을 서버에 전파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mechanism-node-servers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Trinity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RAM partition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병렬 탐색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mechanism-node-resul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 집계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필요한 중간 결과를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하여 응답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통합 주소 공간처럼 보이지만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데이터와 중간 결과는 여러 장비의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나뉘어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3–4, §2.2 and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탐색은 서로 대체되지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완전히 없애기보다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탐색으로 후보를 줄이고 필요한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남긴다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패턴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라벨 제약과 간선 제약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간선별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 정점으로 부분 결과 결합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그래프 탐색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매칭의 이웃을 직접 확인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기반 실행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탐색과 결합 제약 처리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부분그래프 매칭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유효한 결과 반환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§3 and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단계의 작은 질의 단위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q=(r,L)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루트 라벨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자식 라벨 집합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표현한다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루트 라벨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a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라벨을 가진 데이터 정점 후보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자식 라벨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라벨 이웃이 필요한지 지정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국소 접근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루트의 이웃만 읽어 자식 라벨을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만족하는 루트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자식 조합을 반환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큰 구조 인덱스 대신 메모리에서 바로 검사할 수 있도록 의도적으로 작게 잡은 단위다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5, §4.1 and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MatchSTwig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하는 세 번의 접근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 그래프를 스캔하지 않고 라벨 후보에서 시작해 이웃 라벨을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mechanism-lane-match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mechanism-edge-label-load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mechanism-edge-load-filter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mechanism-edge-filter-emit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mechanism-node-label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Index.getID(r)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루트 라벨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로컬 후보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mechanism-node-load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Cloud.Load(n)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루트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이웃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메모리에서 읽음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mechanism-node-filter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Index.hasLabel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이웃이 필요한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자식 라벨인지 확인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mechanism-node-emi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루트와 라벨별 자식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조합을 기록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라벨→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 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이웃 구조를 미리 저장하는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graph-structure 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5–6, Algorithm 1 and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축약 추적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a-b-c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패턴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라벨을 사용해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후보와 전체 매칭의 차이를 분리해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연결된 패턴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라벨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a1, a2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찾는다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이웃 검사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b·c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라벨 이웃을 찾는다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 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a-b-c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조합이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후보가 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 확인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남은 질의 간선과 정점 제약을 결합해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뒤에는 바인딩과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Fig. 1; p. 5,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매칭의 실행 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독립적으로 모두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하지 않고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앞 단계의 정보를 다음 탐색에 전달한다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분해와 순서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cover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나누고 실행 순서를 정함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 탐색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바인딩으로 다음 후보를 제한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 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pruning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된 결과를 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중간 결과부터 결합하도록 순서를 정함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최종 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서버의 결과를 합쳐 질의 응답을 만듦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 단계는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전에 후보 공간을 줄이고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join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단계는 남은 전역 제약을 해결한다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5–6, §4.2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바인딩 정보가 다음 탐색의 후보를 줄인다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앞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매칭한 데이터 정점 집합을 보존해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루트나 자식을 제한한다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mechanism-lane-binding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 탐색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mechanism-edge-first-sets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mechanism-edge-sets-next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mechanism-edge-next-pruned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mechanism-node-first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q1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a-b-c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매칭해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Ha, Hb, Hc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얻음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mechanism-node-sets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바인딩 집합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질의 라벨에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가능한 데이터 정점 저장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mechanism-node-next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 root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 lookup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건너뜀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mechanism-node-pruned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pruned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제약에 맞지 않는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이웃 후보를 일찍 제거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바인딩 집합은 답의 곱이 아니라 다음 검사의 후보 범위다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§4.2 and Fig.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남기되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순서와 메모리 사용을 조절한다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탐색 뒤에도 남는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해야 하며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중간 결과가 커질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pruned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 수집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탐색 결과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G(qi)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비용 추정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result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통계로 결합 순서를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 일부만 한 라운드에 참여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pipeline join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multi-way join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전에도 부분 결과를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메모리 제어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 가능한 메모리로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크기를 조절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pipeline join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중간 결과의 동시 메모리 점유를 제한한다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§4.2 Join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분산 실행에서 탐색과 결합의 역할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정하고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서버는 자신의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탐색한 뒤 필요한 결과를 교환한다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계획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분해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순서를 전파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탐색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root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조회와 이웃 로드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원격 결과 로드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필요한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 요청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로드 집합 결과를 선택 순서로 결합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클러스터 결과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서버별 결과를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union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하여 응답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헤드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중복 없는 결과의 기준점이 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서버가 헤드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로컬 결과만 사용하도록 고정한다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헤드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qs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분해된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기준으로 정함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로컬 헤드 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서버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Gk(qs)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서로 겹치지 않음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서버별 최종 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헤드 매칭을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anchor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삼음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모델에서는 별도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deduplication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없이 합침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 회피는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head anchor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disjoint partition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cover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줄이는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많아질수록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원격 중간 결과 교환이 늘어날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간선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질의 간선을 한 번씩 덮어야 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cover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간선을 정확히 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최소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잠재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줄이려 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난해성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minimum vertex cover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다항식 동치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근사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cover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크기에 대한 보장이지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 전체 실행 시간의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 보장이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§5.1, Problem 1 and Theorem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실행 순서를 함께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이미 선택된 간선에 연결되고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selectivity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높은 간선을 우선해 다음 루트를 가능한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상태로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mechanism-lane-order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mechanism-edge-score-edge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mechanism-edge-edge-twigs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8" name="mechanism-edge-twigs-order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9" name="mechanism-node-score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f-value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degree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빈도로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정점 순위를 매김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mechanism-node-edge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간선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합을 고르고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다음은 연결 간선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mechanism-node-twigs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간선에서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만들고 제거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mechanism-node-orderou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 순서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후속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root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상태로 만듦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4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높은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f-value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라벨이 드물고 연결 요구가 많은 쪽을 우선하려는 휴리스틱이다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8, Algorithm 2 and Theorem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클러스터 그래프로 원격 로드 범위를 줄인다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서버에서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결과를 가져오지 않도록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질의와 데이터 분포로 가능한 서버만 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관련 그래프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 간선과 맞지 않는 데이터 간선을 제외한 개념적 부분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클러스터 그래프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서버가 정점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관련 교차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연결이 간선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거리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최단 거리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거리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헤드와 대상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루트 사이의 최단 거리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로드 집합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Fk,t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DC(k,j)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이하인 서버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요청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load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서버별 라벨 쌍 기록을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lookup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 구성한다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8–9, §5.3 and Theorem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헤드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선택은 통신 반경을 줄이는 문제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헤드의 루트가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루트에서 멀수록 더 많은 서버가 로드 집합에 포함될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qi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루트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최단거리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 그래프에서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rj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거리를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최대 반경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d(i)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다른 모든 루트까지의 최대 거리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최소 후보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d(i)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통신 비용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load-set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 합을 줄이는 방향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선택은 질의 내 거리로 통신 반경을 줄인다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9, Theorem 5 and §5.3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조건을 결과와 함께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수치는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2012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Trinity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구현과 특정 데이터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쿼리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클러스터 조건에서 얻었다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2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1956600"/>
                <a:gridCol w="2935080"/>
                <a:gridCol w="293508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데이터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합성 데이터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클러스터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 GB RAM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48 GB RAM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그래프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 Patents, WordNet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R-MAT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workload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DFS·random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pipeline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1,024 match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라벨 집합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64M nodes, degree 64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조건을 고정해 변수별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C# / .NET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C# / .NET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현대 하드웨어 일반화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3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4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9–10, §6.1–6.3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데이터에서 보고된 경향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8–9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생성 방식과 서버 수가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미치는 영향을 별도로 보여준다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6961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DFS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 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3–10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노드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Patents·WordNet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STwig·join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효과가 함께 나타남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 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5–15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노드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 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대체로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노드 수에 거의 선형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간선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10–20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간선 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STwig·join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수가 크게 늘지 않아 영향이 작았음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 질의를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1–8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대에서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감소했지만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network·sync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sub-linear speedup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성능은 질의 형태와 라벨 밀도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중간 결과를 함께 봐야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10–11, Figs. 8–9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합성 그래프 결과의 조건부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10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한 변수를 바꾸고 나머지를 고정한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synthetic R-MAT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91356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또는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그래프 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1M–4,096M nodes, degree 16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응답 시간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400–1,800 ms,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명확한 비례 관계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노드 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밀도 고정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node count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density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증가와 함께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degree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5–65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이웃 접근과 중간 결과가 늘어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라벨 밀도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10^-5–10^-1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라벨 후보가 줄수록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sub-linear’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관찰은 제시된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R-MAT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파라미터와 질의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workload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10–11, Table 2 and Fig.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논문의 설계상 차별점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차별점은 하나의 기법이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가벼운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탐색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·join·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통신 계획의 결합이다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4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3261240"/>
                <a:gridCol w="35874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 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피하는가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대신 수행하는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 인덱스 미사용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초선형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라벨→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 lookup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이웃 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STwig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pattern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두 단계 단위의 후보 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바인딩 기반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불필요한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root lookup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앞 결과로 다음 후보를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 서버 결과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broadcast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·cluster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거리로 원격 요청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pipeline join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중간 결과의 한꺼번에 보관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단위로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진행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5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6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4–9, §§3–5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해석할 때 남겨야 할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논문이 해결한 병목과 남아 있는 병목을 구분해야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cycle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전역 제약은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동등한 결합 검사를 요구할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2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드문 라벨과 강한 바인딩이 없으면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후보와 중간 결과가 커질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4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 보장은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cover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수에 관한 것이며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latency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6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Trinity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2012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hardware·network·workload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실험값이다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8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원문도 더 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graph, throughput, transmitted data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남겼다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0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빠른 메모리 이웃 접근과 작은 라벨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이 설계의 전제다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2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§3; p. 12, §8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장으로 다시 보는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매칭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거대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미리 세밀하게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하지 않고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때 작은 단위로 탐색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질의 입력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라벨과 간선으로 부분그래프 패턴을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STwig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계획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·head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정해 탐색 범위를 설계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분산 탐색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RAM partition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후보와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선별된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load 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 order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남은 제약을 결합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조건부 성능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·cluster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조건에서 결과를 해석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질의 시점 제약 처리의 역할을 다시 나누는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3–12, §§2–8; doi article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2026-09-12T07:09:10Z</dcterms:created>
  <dc:creator>Research Seminars</dc:creator>
  <dc:description/>
  <dc:language>ko-KR</dc:language>
  <cp:lastModifiedBy>Research Seminars</cp:lastModifiedBy>
  <dcterms:modified xsi:type="dcterms:W3CDTF">2026-09-12T07:09:10Z</dcterms:modified>
  <cp:revision>1</cp:revision>
  <dc:subject>Efficient Subgraph Matching on Billion Node Graphs</dc:subject>
  <dc:title>Billion-node 그래프의 부분그래프 매칭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