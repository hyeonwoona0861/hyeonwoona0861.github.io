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Transformer: Attention으로 sequence를 연결하다
발표 대본
이 강의는 arXiv v7을 canonical technical text로 사용해 Transformer의 encoder-decoder 구조를 설명합니다. 최초 제출본인 v1은 삭제하거나 덮어쓰지 않고 별도 보충자료에서 공식, 표, 수치 차이를 다룹니다. 핵심 목표는 source 문장과 target prefix가 한 token prediction으로 이어지는 경로를 추적하고, encoder self-attention, decoder masked self-attention, cross-attention을 구분하는 것입니다.
공개 출처
arxiv-record | Submission history: v1 and v7
arXiv record and version history
https://arxiv.org/abs/1706.03762
arxiv-v7 | p. 1, title and abstract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먼저 판본을 고정한다
발표 대본
arXiv record는 v1부터 v7까지의 submission history를 제공합니다. 이 강의는 완성된 multi-head 식에 W^O가 명시된 v7을 구조 설명의 기준으로 삼습니다. NeurIPS proceedings는 별도 publication artifact이며, 그 abstract 수치를 arXiv v1 또는 v7 표의 수치와 섞지 않습니다. 별도의 v1 보충자료가 어떤 값이 달라졌는지 보여 줍니다.
공개 출처
arxiv-record | Submission history
arXiv record and version history
https://arxiv.org/abs/1706.03762
neurips | Official abstract page
NeurIPS 2017 proceedings record
https://proceedings.neurips.cc/paper/2017/hash/3f5ee243547dee91fbd053c1c4a845aa-Abstract.html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문제는 token 계산의 의존 순서였다
발표 대본
논문의 동기는 recurrence가 token position을 따라 sequential dependency를 만든다는 점입니다. Table 1에서 full self-attention은 한 layer 안의 minimum sequential operations와 maximum path length가 O(1)입니다. 그러나 score matrix는 n by n이므로 per-layer cost는 O(n squared d)입니다. 논문은 n이 d보다 작은 조건에서 recurrent layer보다 유리하다고 설명합니다. 따라서 모든 길이에서 무조건 빠르거나 memory가 constant라는 뜻은 아닙니다.
공개 출처
arxiv-v7 | p. 6, Table 1 and Sec. 4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Source와 target이 decoder layer에서 만난다
발표 대본
이 예시는 논문의 experiment가 아니라 정보 흐름을 설명하기 위한 presentation example입니다. Source branch는 The cat sleeps 전체를 encoder representation으로 만듭니다. Target branch는 shifted prefix Le chat만 masked decoder로 처리합니다. Cross-attention에서 query는 decoder state, key와 value는 encoder output에서 옵니다. 마지막 linear transform과 softmax가 다음 target token의 확률 분포를 만듭니다.
공개 출처
arxiv-v7 | p. 3, Fig. 1 and encoder-decoder stacks
arXiv v7 PDF
https://arxiv.org/pdf/1706.03762v7
arxiv-v7 | p. 5, applications of attention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Encoder layer 하나를 펼쳐 보기
발표 대본
Encoder layer는 multi-head self-attention과 position-wise feed-forward network의 두 sublayer로 구성됩니다. 각 sublayer 바깥에 residual connection이 있고 그 합을 layer normalization에 넣습니다. 이 구조를 여섯 번 쌓습니다. Attention-only라는 표현은 recurrent 또는 convolutional sequence layer를 쓰지 않는다는 뜻이지, 모델 전체가 attention 연산 하나뿐이라는 뜻은 아닙니다.
공개 출처
arxiv-v7 | p. 3, Sec. 3.1 Encoder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Scaled dot-product attention의 입력
발표 대본
논문의 식은 query와 key의 dot product를 compatibility score로 사용합니다. 각 score를 square root of d_k로 나누고 row-wise softmax를 적용해 weight를 만든 뒤 value vectors의 weighted sum을 계산합니다. Q가 질문, K가 주소, V가 내용이라는 말은 교육적 해석이며 별개의 data type을 뜻하지 않습니다.
공개 출처
arxiv-v7 | p. 4, Eq. 1 and Sec. 3.2.1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숫자로 재현하는 attention
발표 대본
q와 k1의 dot product는 1이고 q와 k2는 0입니다. d_k가 2이므로 sqrt 2로 나누면 0.7071과 0입니다. Softmax weight는 약 0.6698과 0.3302입니다. 이를 v1과 v2에 곱해 더하면 6.698과 3.302가 됩니다. 이 예는 계산을 재현하기 위한 것이며 model quality를 입증하지 않습니다.
공개 출처
arxiv-v7 | p. 4, Eq. 1; arithmetic is a teaching example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왜 sqrt(d_k)로 나누는가
발표 대본
논문의 footnote는 query와 key component가 independent random variables이고 mean zero, variance one인 경우를 설명합니다. Dot product의 variance는 d_k가 됩니다. Dimension이 커져 score magnitude가 커지면 softmax가 매우 작은 gradient 영역에 들어갈 수 있습니다. 그래서 score를 sqrt d_k로 나눕니다. 이를 vector normalization이라고 설명하면 다른 연산이 됩니다.
공개 출처
arxiv-v7 | p. 4, Sec. 3.2.1 and footnote 4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Multi-head는 projection을 따로 학습한다
발표 대본
각 head는 동일 계산을 복사하는 것이 아니라 Q, K, V에 서로 다른 learned linear projection을 적용합니다. 각 head의 결과를 concatenate한 뒤 W^O로 다시 projection합니다. v7의 정확한 식은 MultiHead equals Concat of heads times W^O입니다. Base model은 8 heads, d_k와 d_v는 각각 64이며 d_model은 512입니다. Head마다 고정된 문법 역할이 보장된다고 말하지 않습니다.
공개 출처
arxiv-v7 | p. 5, Sec. 3.2.2 and MultiHead equation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세 attention의 Q, K, V 출처
발표 대본
Encoder self-attention은 Q, K, V가 모두 이전 encoder layer output에서 옵니다. Decoder masked self-attention은 모두 decoder 쪽에서 오지만 future target positions를 가립니다. Cross-attention은 query가 decoder state이고 key와 value는 encoder output입니다. Source는 모두 볼 수 있어도 target future는 masked self-attention에서 계속 차단되므로 decoder의 autoregressive property는 유지됩니다.
공개 출처
arxiv-v7 | p. 5, Sec. 3.2.3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Causal mask는 score matrix의 위쪽을 막는다
발표 대본
이 표의 convention은 row가 query, column이 key이며 target position이 증가하는 순서입니다. Query 2는 key 1과 2까지만 볼 수 있고 key 3과 4는 future이므로 score를 negative infinity로 바꿉니다. Softmax of zero, zero, negative infinity는 0.5, 0.5, 0이므로 forbidden value는 output에 기여하지 않습니다. Current position 자체는 허용되지만 target embedding을 한 칸 shift하므로 prediction은 아직 모르는 다음 token을 입력으로 받지 않습니다.
공개 출처
arxiv-v7 | p. 5, decoder masking description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Mask와 target shift를 함께 봐야 한다
발표 대본
Mask만 단독으로 설명하면 current position을 볼 수 있다는 사실 때문에 혼동이 생깁니다. Decoder input은 output embeddings를 한 position offset한 sequence입니다. 따라서 current decoder cell이 자기 input position을 참조해도 그 input은 예측해야 할 token이 아니라 이전까지 알려진 target prefix입니다. Cross-attention은 source 전체를 볼 수 있지만 target future는 볼 수 없습니다.
공개 출처
arxiv-v7 | p. 3, decoder inputs shifted right
arXiv v7 PDF
https://arxiv.org/pdf/1706.03762v7
arxiv-v7 | p. 5, masking before softmax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순서를 없앤 것이 아니라 별도로 주입했다
발표 대본
Recurrence와 convolution이 없으므로 model은 position information을 별도로 받아야 합니다. 논문은 sine과 cosine의 서로 다른 frequency로 positional encoding을 만들고 token embedding에 더합니다. 두 vector는 같은 d_model dimension이라 합할 수 있습니다. Learned positional embeddings도 실험했고 거의 같은 variation result를 보고했지만, 더 긴 길이로 extrapolate할 가능성을 이유로 sinusoidal form을 선택했습니다.
공개 출처
arxiv-v7 | pp. 5-6, Sec. 3.5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Attention 뒤에는 position-wise FFN이 있다
발표 대본
Position-wise feed-forward network는 각 position의 vector에 독립적으로 같은 transformation을 적용합니다. v7 base configuration의 d_model은 512, inner d_ff는 2048입니다. 첫 linear layer와 ReLU가 dimension을 확장하고 두 번째 linear layer가 model width로 되돌립니다. Attention이 position 사이 정보를 섞는다면 FFN은 각 position 안의 feature transformation을 담당합니다.
공개 출처
arxiv-v7 | p. 5, Eq. 2 and Sec. 3.3
arXiv v7 PDF
https://arxiv.org/pdf/1706.03762v7
arxiv-v7 | p. 8, Table 3 base row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Training과 inference의 경계
발표 대본
Training에서는 정답 target을 shift하고 causal mask를 적용해 여러 positions의 layer computation을 병렬화할 수 있습니다. Inference에서는 다음 token을 생성한 뒤 그것을 다음 step의 prefix에 추가해야 하므로 token generation은 sequential합니다. 논문 translation inference는 beam size 4, length penalty alpha 0.6, maximum output length input length plus 50을 사용했습니다. 이는 논문의 평가 조건이지 모든 Transformer의 필수 설정이 아닙니다.
공개 출처
arxiv-v7 | pp. 2-3, parallelization motivation
arXiv v7 PDF
https://arxiv.org/pdf/1706.03762v7
arxiv-v7 | p. 8, Sec. 6.1 inference settings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무엇으로 학습했는가
발표 대본
English-German은 약 4.5 million sentence pairs와 source-target shared BPE vocabulary 약 37 thousand를 사용했습니다. English-French는 36 million sentence pairs와 32 thousand word-piece vocabulary를 사용했습니다. Batch에는 약 25 thousand source tokens와 25 thousand target tokens가 들어갔습니다. 이 수치는 2017-era experiment 조건이며 현재 training recipe의 권고가 아닙니다.
공개 출처
arxiv-v7 | p. 7, Sec. 5.1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어떤 system과 schedule로 학습했는가
발표 대본
논문은 한 machine에 8 NVIDIA P100 GPUs를 사용했습니다. Base model은 step당 약 0.4 second로 100 thousand steps, 12 hours 학습했습니다. Big model은 step당 1 second로 300 thousand steps, 3.5 days 학습했습니다. Adam beta values와 epsilon, 4000 warmup steps 뒤 inverse square root schedule을 사용했고 dropout과 label smoothing도 적용했습니다.
공개 출처
arxiv-v7 | p. 7, Secs. 5.2-5.4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v7 translation 결과와 내부 불일치
발표 대본
arXiv v7 Table 2의 Transformer big row는 English-German 28.4, English-French 41.8 BLEU를 적습니다. 같은 PDF의 Section 6.1 prose는 English-French를 41.0이라고 적어 내부 불일치가 있습니다. NeurIPS proceedings abstract는 또 다른 artifact로 27.5와 41.1을 보고합니다. 이 값들을 시간에 따른 단일 benchmark improvement처럼 그리지 않고 각 source와 location을 분리합니다.
공개 출처
arxiv-v7 | p. 8, Table 2 and Sec. 6.1 prose
arXiv v7 PDF
https://arxiv.org/pdf/1706.03762v7
neurips | Official abstract metrics
NeurIPS 2017 proceedings record
https://proceedings.neurips.cc/paper/2017/hash/3f5ee243547dee91fbd053c1c4a845aa-Abstract.html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Ablation이 말하는 범위
발표 대본
Table 3은 English-German newstest2013 development set의 ablation입니다. Single head 24.9는 listed best 25.8보다 0.9 BLEU 낮습니다. 그러나 32 heads는 25.4로 내려갑니다. 따라서 multiple heads의 usefulness를 좁게 지지하지만 head 수를 늘릴수록 항상 좋아진다는 보편 법칙은 아닙니다. Base row는 6 layers, d_model 512, d_ff 2048, 8 heads, 65 million parameters입니다.
공개 출처
arxiv-v7 | p. 8, Table 3 rows base and A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Translation 밖의 실험: constituency parsing
발표 대본
논문은 English constituency parsing에도 Transformer를 적용했습니다. 네 개 layer와 d_model 1024를 사용했습니다. WSJ-only 약 40 thousand sentences에서는 WSJ Section 23 F1 91.3, semi-supervised 약 17 million sentences에서는 92.7을 보고했습니다. 이는 sequence transduction architecture의 applicability를 보여 주는 추가 evidence이지 모든 task에서 같은 성능을 보장하지 않습니다.
공개 출처
arxiv-v7 | pp. 9-10, Sec. 6.3 and Table 4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이 논문이 보장하지 않는 것
발표 대본
Transformer의 contribution을 과장하지 않도록 경계를 정리합니다. Full-sequence layer calculation의 parallelism과 autoregressive decoding의 sequentiality는 동시에 참입니다. Maximum path O(1)과 full attention cost O(n squared d)도 서로 다른 측정입니다. Attention visualization은 learned behavior illustration이지 causal explanation proof가 아닙니다. 또한 이 논문에 없는 RoPE, pre-norm, sparse attention, encoder-only 또는 decoder-only variants를 원 논문의 specification처럼 섞지 않습니다.
공개 출처
arxiv-v7 | pp. 2-6, architecture and Table 1
arXiv v7 PDF
https://arxiv.org/pdf/1706.03762v7
arxiv-v7 | pp. 13-15, attention visualizations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한 token prediction으로 다시 정리
발표 대본
Source tokens는 positional information이 더해진 embedding에서 시작해 encoder self-attention과 FFN을 여섯 layer 통과합니다. Target prefix는 shift와 causal mask 아래 decoder self-attention을 통과합니다. Cross-attention이 decoder query를 encoder key와 value에 연결합니다. Decoder output은 linear transform과 softmax를 거쳐 next-token distribution이 됩니다. 이 구조는 recurrence를 sequence layer에서 제거했지만 full attention의 quadratic score matrix와 autoregressive generation의 순서를 제거하지는 않습니다.
공개 출처
arxiv-v7 | pp. 3-6, Sec. 3 and Table 1
arXiv v7 PDF
https://arxiv.org/pdf/1706.03762v7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Transformer: Attention으로 sequence를 연결하다</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Attention Is All You Need</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Ashish Vaswani et al.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Primary technical text: arXiv:1706.03762v7 (2023-08-02); original proposal: 2017</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arxiv-record Submission history: v1 and v7; arxiv-v7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판본을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제목 아래 arXiv revision과 proceedings artifact가 공존한다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2500376"/>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Artifact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강의의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2017-06-12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version supplement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proceedings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publication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2023-08-02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Canonical mechanism 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수치와 공식은 paper title만이 아니라 artifact와 위치까지 함께 인용한다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arxiv-record Submission history; neurips Official abstract page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문제는 token 계산의 의존 순서였다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RNN은 이전 state를 기다리지만 self-attention layer는 모든 위치의 표현을 함께 계산할 수 있다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2500376"/>
                <a:gridCol w="217424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Layer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Sequential ops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Max path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Per-layer cost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Recurrent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 d^2)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Self-attention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O(n^2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Restricted 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 n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짧은 sequential depth와 작은 total cost는 같은 주장이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6, Table 1 and Sec.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Source와 target이 decoder layer에서 만난다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 source는 The cat sleeps, target prefix는 Le chat이다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Source encoder</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Source tokens + position → encoder ×6 → K,V</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Shifted target</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Shifted target + position → masked self → Q</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Cross-attention</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Decoder Q + encoder K,V</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Decoder output</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FFN → next decoder layer; final softmax</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3, Fig. 1 and encoder-decoder stacks; arxiv-v7 p. 5, applications of attention</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Encoder layer 하나를 펼쳐 보기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동일한 구조를 N=6회 쌓으며 각 sublayer에 residual connection과 layer normalization을 적용한다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Layer input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source token representations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Self-attention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 K, V가 같은 encoder input에서 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Add &amp; Norm</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LayerNorm(x + Sublayer(x))</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Position-wise FFN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position에 같은 network 적용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Add &amp; Norm</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Residual을 더해 다음 layer로 전달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Attention-only는 FFN·residual·normalization이 없다는 뜻이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3, Sec. 3.1 Encoder</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Scaled dot-product attention의 입력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Q와 K는 compatibility를 계산하고 V는 그 weight로 섞을 정보를 담는다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478784"/>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Symbol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Shape role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계산에서 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 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위치가 필요한 정보 질의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Key 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Query와 dot product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Value rows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 weight로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Key dimension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 scaling의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Attention(Q,K,V) = softmax(QK^T / sqrt(d_k)) V</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4, Eq. 1 and Sec. 3.2.1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숫자로 재현하는 attention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예시이며 논문의 reported experiment가 아니다: d_k=2, q=[1,0]</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696208"/>
                <a:gridCol w="2609088"/>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Step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Input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Meaning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k1=[1,0], k2=[0,1]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Compatibility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divide by sqrt(2)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[0.7071,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 score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 후 normalize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[0.6698, 0.3302]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합은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sum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v1=[10,0], v2=[0,10]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[6.698, 3.302]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value의 혼합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Attention output은 가장 큰 value 하나를 고르는 hard selection이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4, Eq. 1; arithmetic is a teaching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sqrt(d_k)로 나누는가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독립적인 query/key 성분의 평균이 0, 분산이 1이라는 설명 조건을 따른다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Dot product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d_k개 component product를 더한다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Variance grows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가정 아래 score variance가 d_k가 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Large magnitude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d_k가 크면 unscaled score가 커질 수 있다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Softmax saturation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매우 작은 gradient 영역으로 갈 수 있다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Scale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sqrt(d_k)로 나눠 magnitude를 완화한다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scaling은 Q와 K vector 자체를 unit norm으로 만드는 연산이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4, Sec. 3.2.1 and footnote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Multi-head는 projection을 따로 학습한다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그림에는 8개 중 두 head만 대표로 표시하며 base model은 h=8이다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 K, V</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inputs, 다른 learned projections</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Head 1</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QW1Q, KW1K, VW1V로 attention</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Head 2</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QW2Q, KW2K, VW2V로 attention</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Concat(heads)</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head output을 이어 붙임</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Projection W^O</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d_model 차원으로 혼합</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5, Sec. 3.2.2 and MultiHead equation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attention의 Q, K, V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Cross-attention만 Q와 K,V가 서로 다른 stack에서 온다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2609088"/>
                <a:gridCol w="271780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K,V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Visible positions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self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masked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Current and past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Cross-attention을 self-attention이라고 부르면 information origin을 잃는다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5, Sec. 3.2.3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Causal mask는 score matrix의 위쪽을 막는다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행은 query position, 열은 key position이며 position은 왼쪽에서 오른쪽으로 증가한다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956816"/>
                <a:gridCol w="1956816"/>
                <a:gridCol w="195681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Query / Key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Illegal future score를 softmax 전에 −∞로 바꾸면 그 probability는 0이다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5, decoder masking description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Mask와 target shift를 함께 봐야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Training에서도 각 position의 input은 정답 sequence를 한 칸 오른쪽으로 이동한 prefix다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Known target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Start token과 이전 target tokens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Shift right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예측할 token은 decoder input에서 제외</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Masked self</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위치보다 오른쪽 key를 차단</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Cross-attention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Source representations는 모두 참조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Next-token loss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해당 위치의 정답 token과 비교</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Mask가 current cell을 허용해도 shift가 정답 token의 직접 노출을 막는다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3, decoder inputs shifted right; arxiv-v7 p. 5, masking before softmax</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순서를 없앤 것이 아니라 별도로 주입했다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Positional encoding은 token embedding과 같은 d_model 차원이며 element-wise로 더한다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8920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Component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Example role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Combination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Token embedding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단어 identity와 learned features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d_model=512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Position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Sin과 cos의 여러 frequency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d_model=512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Token + position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Addition, not concat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Alternative tested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Learned position embeddings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Nearly identical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Position vector는 새 token으로 붙는 것이 아니라 embedding에 더해진다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pp. 5-6, Sec. 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Attention 뒤에는 position-wise FFN이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두-layer network를 각 token position에 독립적으로 적용한다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261360"/>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Dimension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Operation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d_model=512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position의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 → 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xW1 + b1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d_ff=2048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ReLU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2048 → 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 + b2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FFN parameter는 position 간 공유되지만 layer 간에는 서로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5, Eq. 2 and Sec. 3.3; arxiv-v7 p. 8, Table 3 base row</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Training과 inference의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Training layer는 positions를 병렬 계산하지만 inference token 생성은 autoregressive하다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Training batch</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Source와 shifted target sequence 입력</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Parallel positions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Mask 아래 모든 target positions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Softmax loss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position의 next-token target 비교</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Inference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생성한 token을 다음 step input에 추가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Beam search</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Paper는 beam 4와 length penalty 0.6 사용</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Layer 내부 parallelism이 output token 사이의 sequential generation을 없애지는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pp. 2-3, parallelization motivation; arxiv-v7 p. 8, Sec. 6.1 inference settings</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무엇으로 학습했는가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보고된 값은 WMT 2014 translation experiment의 historical setup이다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2500376"/>
                <a:gridCol w="3152648"/>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Sentence pairs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Vocabulary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Batch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4.5M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Shared BPE about 37K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25K + 25K tokens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EN-FR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Word-piece 32K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25K + 25K tokens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Dataset와 tokenization 규모를 빼고 BLEU 숫자만 비교하면 조건을 잃는다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7, Sec. 5.1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어떤 system과 schedule로 학습했는가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machine의 8 NVIDIA P100 GPU에서 base와 big 설정을 따로 보고했다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043936"/>
                <a:gridCol w="239166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Step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Steps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Elapsed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about 0.4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Big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 days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beta1=.9, beta2=.98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warmup 4000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inverse-sqrt decay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시간 수치는 당시 hardware·implementation·model 설정과 함께 해석한다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7, Secs. 5.2-5.4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v7 translation 결과와 내부 불일치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숫자에 artifact와 문서 위치를 붙여 서로 다른 statement를 보존한다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131056"/>
                <a:gridCol w="2065528"/>
                <a:gridCol w="206552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location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EN-DE BLEU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EN-FR BLEU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Status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v7 Table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big row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v7 Sec. 6.1 prose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Nearby prose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NeurIPS 2017 abstract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Separate artifact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41.8과 41.0을 임의로 조정하지 말고 v7 내부의 source-location 차이로 기록한다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8, Table 2 and Sec. 6.1 prose; neurips Official abstract metrics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Ablation이 말하는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arXiv v7 Table 3의 EN-DE dev result이며 head 수만으로 보편 법칙을 만들 수 없다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2174240"/>
                <a:gridCol w="2174240"/>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Heads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d_k=d_v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BLEU dev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Narrow reading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Best listed보다 0.9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base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configuration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listed best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head도 하락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표는 more heads always help를 증명하지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 8, Table 3 rows base and 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Translation 밖의 실험: constituency parsing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4-layer, d_model=1024 Transformer를 두 data regimes에서 평가했다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2609088"/>
                <a:gridCol w="217424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Training regime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Approx. sentences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WSJ 23 F1</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Scope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WSJ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Discriminative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Semi-supervised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Larger corpus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추가 task의 결과는 모든 domain으로의 universal generalization guarantee가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pp. 9-10, Sec. 6.3 and Table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보장하지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Architecture claim과 오늘날 모든 Transformer에 대한 claim을 구분한다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587496"/>
                <a:gridCol w="72837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오해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Source-grounded 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Attention만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FFN·residual·norm·embedding·softmax도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계산이 parallel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Autoregressive token generation은 sequential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O(1)이 total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attention cost는 O(n^2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Head는 고정 문법 기능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Appendix 그림은 universal guarantee가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현대 model도 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2017 encoder-decoder specification의 주장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Attention-only는 recurrent·convolutional sequence layers를 대체했다는 범위의 표현이다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pp. 2-6, architecture and Table 1; arxiv-v7 pp. 13-15, attention visualizations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token prediction으로 다시 정리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context와 target prefix는 서로 다른 attention 경로를 거쳐 다음 token distribution에서 만난다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69620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What it preserves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What it changes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 self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source positions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context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masked self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Known target prefix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context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Cross-attention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Q; encoder K,V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Source-target connection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FFN and Add &amp; Norm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Per-position pathway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Feature transform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Linear and softmax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Decoder final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Next-token probabilities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기여는 attention 중심 encoder-decoder이며 quadratic cost는 남는다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arxiv-v7 pp. 3-6, Sec. 3 and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 Attention으로 sequence를 연결하다</dc:title>
  <dc:subject>Attention Is All You Need</dc:subject>
  <dc:creator>Research Seminars</dc:creator>
  <cp:lastModifiedBy>Research Seminars</cp:lastModifiedBy>
  <cp:revision>1</cp:revision>
  <dcterms:created xsi:type="dcterms:W3CDTF">2026-09-12T03:57:51Z</dcterms:created>
  <dcterms:modified xsi:type="dcterms:W3CDTF">2026-09-12T03:57:51Z</dcterms:modified>
</cp:coreProperties>
</file>