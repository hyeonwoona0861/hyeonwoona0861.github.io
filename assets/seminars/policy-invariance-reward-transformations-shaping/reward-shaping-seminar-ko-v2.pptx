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D90EED21-B4EB-4F01-ADCC-6C63603A08F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Potential-Based Shaping: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목표를 바꾸지 않는 보너스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Ng, Harada, Russell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ICML 1999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질문은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촘촘하게 만들어 학습을 돕고 싶을 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보너스가 원래 과제에서 최선인 행동 자체를 바꾸지 않게 하려면 어떤 형태여야 하는가입니다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결론의 수식만 암기하기보다 왜 그 수식이 경로 전체에서 상쇄되는지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어떤 조건에서만 그 말이 성립하는지를 순서대로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author-record | ICML 1999 entry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Andrew Ng publication list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https://www.robotics.stanford.edu/~ang/papers.php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45C5D2-D0BA-4EF9-BAC9-E21FBEA9CEF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진행 보너스는 목표를 바꿀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bicycle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soccer robot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왜 필요한지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목표 쪽으로 진행할 때만 보너스를 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bicycle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출발점 근처의 작은 원을 타며 진행 보너스를 반복해서 얻을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공을 만질 때 보상을 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soccer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공 옆에서 진동하며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touch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반복할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둘 다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해야 할 일을 잘 수행하는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발표에서 말하는 문제는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적다는 문제가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보너스가 최적 행동의 순위를 뒤집을 수 있다는 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1-2, Introduction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4D4C2CF-8A2E-4050-94A7-A49601E74D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학습용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transformed MDP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S, A, T, γ,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shaping reward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학습한다고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state, action, transition probability, discount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바뀌지 않는다는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관찰된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받은 것처럼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전달할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마지막 행이 전체 논문의 질문입니다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최적이라고 배운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최적인가를 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2-3, Secs. 2.1-2.2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9D90F9D-9B9A-4E1E-9FAC-FC5D043D70B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보존하려는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값이 아니라 행동 순위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증명 결과를 보이기 위한 교육용 최적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표에서는 고정된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각 행동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Q_M*(s,a)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shaping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Q_M′*(s,a)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Q′*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줄여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Potential-based shaping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같은 상태에서 모든 행동의 최적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Q′*=Q*−Φ(s)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절대 수치는 변하지만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순위는 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Policy invariance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invariance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구분해야 하는 이유입니다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Corollary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다루는 것은 이 최적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이동입니다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p. 5, Corollary 2; values are a constructed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6BE8E4-953C-4D1A-8626-A59F055C5FC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할인된 변화를 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 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붙인 실수값입니다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반드시 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필요는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 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곱한 값에서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뺀 형태로 정의하는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도착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좋아 보인다는 이유만으로 보너스를 주는 방식과는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빼고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Φ(s′)−Φ(s)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쓰면 논문의 보장 형태가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슬라이드에서 이 두 항이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전체에서 왜 상쇄되는지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p. 4, Theorem 1, Eq.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B9A7579-2A19-4E20-A5FE-B89EC62A3F6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γ=1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closed cycle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경우를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v,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w,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돌아오는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cycle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더하면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번 더해지고 한 번 빠집니다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bicycle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사례에서 작은 원을 돌며 계속 양의 보너스를 얻는 문제가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로는 생기지 않는다는 직관입니다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교육용 전개이며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general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다음에서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포함해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p. 4, Main results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2624D7-BA56-4967-B787-E8BDF184B19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Discounted 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중간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지워진다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shaping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승을 곱해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펼치면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항은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+γΦ(S1)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나오고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γΦ(S1)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나와 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같은 방식입니다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까지의 합에는 시작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Φ(S0)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커질수록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역방향 화살표로 그리지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시간 순서로 펼친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bounded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p. 5, proof of sufficiency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1F4CC40-BE3B-49BD-8637-F0E0A2102FA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없애는 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infinite-horizon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거듭제곱 항이 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γ=1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논문이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absorbing state s₀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두고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probability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결국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s₀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도달하는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proper transition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s₀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들어간 뒤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Φ(s)−Φ(s₀)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바꿔도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변하지 않으므로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Φ(s₀)=0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without loss of generality,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일반성을 잃지 않는 정규화입니다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정규화 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terminal constant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아니라는 사실만으로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깨지는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Infinite-state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expectation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존재 같은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regularity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2-3, Sec. 2.1; p. 5, proof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4026254-1A55-4028-9498-78BCA0B569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Bellman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transformed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형태를 고정한다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sum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끝내지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Bellman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sufficiency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뺀 값을 후보로 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γΦ(s′)−Φ(s)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더해 정리하면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transformed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Bellman optimality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경우에는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terminal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경계도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Bellman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uniqueness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후보가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transformed optimal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순서 때문에 단지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cycle bonus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없다는 직관보다 더 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policy-invariance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결론이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p. 5, proof of sufficiency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CD6719-2E45-47B3-8C78-89E10990EF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같은 값을 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Φ(s)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의존하지 않는다는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a1, a2, a3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비교할 때 각각의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정확히 같은 수를 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동점도 보존되고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optimal action 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전체가 보존됩니다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반대 방향도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M′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이 결론은 앞 슬라이드의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discount, boundedness, terminal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가정 안에서의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4-5, Theorem 1 and Corollary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06D135-D1E7-450B-A377-950892DF48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‘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필요’는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unknown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보장의 범위다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쉽게 과장되기 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potential-based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반드시 실패한다는 말이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주장은 그런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달라지는 적절한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proper transition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구성할 수 있다는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정보를 더 갖고 있으면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shaping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쓸 수 있다고 바로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슬라이드에서는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known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분리해 설명해야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4-5, Theorem 1 discussion; pp. 9-10, Appendix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0977CD5-4933-48F5-9B85-D4392782015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할인된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보너스도 원래 최적 행동을 뒤집을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논문 측정값이 아닌 새 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discounted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reward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shaping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받고 종료합니다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γ=0.9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원래 즉시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transformed loop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1+0.9+0.9²+…=10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즉시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potential-based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Terminal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 self-loop shaping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Φ(Goal)=0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요구하고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zero goal-exit shaping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Φ(u)=Φ(v)=0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요구하므로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모순됩니다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Discounted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설정이므로 앞 슬라이드의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γ=1 proper-policy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만족하는 반례라고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필요성 정리의 전체 증명은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별도로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4-5, Theorem 1; constructed discounted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AA35107-7545-4F14-85F5-9EB9BEFC49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Policy invariance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다른 주장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Corollary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Remark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 shaping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뿐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policy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유지한다고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그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Sarsa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만에 좋은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찾는지 직접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Exploration, function approximation, optimizer, training duration, chosen 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질이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영향을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보편적 유용성을 새로 증명하려는 목적보다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실제로 구성하는 방식을 보이기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simple domain demonstration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p. 5, Remark 1; p. 6, Experiments opening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23ACD6-9B7E-47EE-97CC-1C3A602683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Exact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heuristic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어떻게 고를지에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domain expert knowledge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필요하다고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optimal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transformed optimal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되어 특히 쉬운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이를 알고 있다면 원래 문제도 거의 푼 것처럼 보일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distance-to-goal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subgoal structure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만든 거친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Φ0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절반으로 줄인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0.5Φ0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더 멀지만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reported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도울 수 있음을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5-7, Corollary 2 and Sec.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5B0EA71-5ECE-4163-B7FA-CDA519DD18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Distance-to-goal grid world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opposite corner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shortest-path grid world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Discounting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없고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compass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확률로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intended direction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가고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확률로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direction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밖으로 가려 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그대로입니다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Sarsa, 0.10-greedy exploration, learning rate 0.02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 independent run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평균을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10×10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50×50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shaping, Φ0, 0.5Φ0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설명할 때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6-7, Fig. 1 and footnote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23FFFC7-8E8D-4D8F-A9B1-2E89E7867B1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heuristic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바꿔야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intended move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퍼센트일 때 대부분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 Manhattan-distance progress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 것이라고 추정합니다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Manhattan distance divided by 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Φ0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optimal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것은 아니며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crude 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0.5Φ0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no-shaping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steps-to-goal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낮추는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precise curve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재측정해 제시하지 않으므로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source plot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보편적 정량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6-7, Fig. 1 and Sec.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5493C7-944B-444B-BDC4-5345CBFA736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Ordered subgoal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progress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확장한다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5×5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subgoal flag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2, 3, 4, 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순서로 방문해야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이라도 몇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얻었는지에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역방향으로 되돌려 그리는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ordered progress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시간 순으로 펼친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expansion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subgoal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이미 지나갔는지까지 고려합니다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p. 7, Fig. 2a and Sec.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0CCC87D-C520-4DE6-B6C8-A0AB849DA2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Subgoal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 jump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subgoal heuristic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simple potential Φ0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n_s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지금까지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subgoal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수로 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거칠게 추정하는 방식입니다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Nonfinal subgoal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얻으면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jump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shaping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refined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remaining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better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5×5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지나면 무조건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bonus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더하는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도착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차로 계산한다는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7-8, Fig. 2 and Sec.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1634266-00CC-4730-B400-6564DAAA79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적용 전 확인할 다섯 가지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옮길 때 사용할 수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discount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shaping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같은지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Undiscounted episodic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terminal handling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properness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다르게 주어지면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깨질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보장하지 않는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efficiency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 behavior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반드시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 밖의 새 시스템 성능을 보장하는 도구가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주장 범위를 보존하는 장치입니다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Φ(s₀)=0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독립 가정이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WLOG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정규화이며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proper absorption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종료 후 보상 없음입니다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2-5, assumptions and Theorem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A8748FC-E216-4170-A685-4C17354A873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보너스가 바꾸면 안 되는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다섯 가지를 기억하면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Potential-based shaping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γΦ(s′)−Φ(s)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형태여야 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형태가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Bellman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state-only 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transformed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최적인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최적입니다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unknown MDP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γ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terminal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가정은 부속 설명이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일부입니다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simple grid worlds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useful potential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 수 있음을 보이지만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자동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약속하지는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author-paper | pp. 4-8, Theorem 1, Corollary 2, and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Invariance Under Reward Transformations, author-hosted ICML 1999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https://ai.stanford.edu/~ang/papers/shaping-icml99.pdf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3D4049-8ACB-48A0-A4D4-A212DAF568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Potential-Based Shaping: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목표를 바꾸지 않는 보너스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Invariance Under Reward Transformations: Theory and Application to Reward Shaping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Andrew Y. Ng, Daishi Harada, and Stuart Russell (1999)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학습을 안내하면서도 원래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MDP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최적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보존하려면 무엇이 필요한가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p. 1, title and abstract; author-record ICML 1999 entry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진행 보너스는 목표를 바꿀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국소적으로 좋아 보이는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event 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반복 가능한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 매력적으로 만들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과제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도달하는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원래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최선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추가 보너스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쪽으로 움직일 때마다 양의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반복 경로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가까워지는 이동만 반복해 보너스를 누적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정책 변화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loop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transformed reward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유리해질 수 있음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반복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원래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유리하게 만들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1-2, Introduction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학습용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transformed MDP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dynamics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그대로 두고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받는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 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R+F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391480"/>
                <a:gridCol w="32612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학습용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M′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바뀌지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R(s,a,s′)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R(s,a,s′) + F(s,a,s′)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State·action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S, 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S, 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상태와 선택지는 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Dynamics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상태의 확률은 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중 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argmax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같은가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덧붙이는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2-3, Secs. 2.1-2.2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보존하려는 것은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값이 아니라 행동 순위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상태에서 가능한 행동 중 어느 것이 최대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값을 갖는지가 원래 과제의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174040"/>
                <a:gridCol w="2174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고정된 상태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left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right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Q*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left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최대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Shaping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Q′*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 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만큼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 여부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값은 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값은 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행동은 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Q′*=Q*−Φ(s)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offset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argmax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유지됨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invariance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ranking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보존이다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p. 5, Corollary 2; values are a constructed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할인된 변화를 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도착 상태만의 보너스가 아니라 출발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potential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transition-level signal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lane-trac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edge-to-action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mechanism-edge-to-next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mechanism-edge-to-reward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mechanism-node-state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 Φ(s)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mechanism-node-action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mechanism-node-next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s′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 Φ(s′)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mechanism-node-shaped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 + γΦ(s′) − Φ(s)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Potential-based shaping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정확한 형태는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F(s,a,s′)=γΦ(s′)−Φ(s)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p. 4, Theorem 1, Eq.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γ=1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closed cycle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shaping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순수한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potential difference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출발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돌아오면 누적 보너스를 남기지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304280"/>
                <a:gridCol w="2391480"/>
                <a:gridCol w="369612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Shaping term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누적에서 남는 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 → 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Φ(v) − Φ(u)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+Φ(v), −Φ(u)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 →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Φ(w) − Φ(v)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+Φ(w), −Φ(v)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 → 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Φ(u) − Φ(w)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+Φ(u), −Φ(w)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closed cycle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항이 상쇄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Closed 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양의 보너스가 남으면 순수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 difference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p. 4, Main results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Discounted trajectory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에서도 중간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지워진다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시간을 앞으로 펼치면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플러스 항과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마이너스 항이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γ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거듭제곱으로 만난다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mechanism-lane-sequenc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trajectory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mechanism-edge-e0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mechanism-edge-e1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mechanism-edge-e2t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mechanism-node-s0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S₀ = 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−Φ(S₀)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mechanism-node-s1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+γΦ(S₁), −γΦ(S₁)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mechanism-node-s2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S₂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+γ²Φ(S₂), −γ²Φ(S₂)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mechanism-node-tail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남는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tail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+γ^(T+1)Φ(S_(T+1))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mechanism-axis-line"/>
          <p:cNvSpPr/>
          <p:nvPr/>
        </p:nvSpPr>
        <p:spPr>
          <a:xfrm>
            <a:off x="1676160" y="5079960"/>
            <a:ext cx="98553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mechanism-axis-tick-1"/>
          <p:cNvSpPr/>
          <p:nvPr/>
        </p:nvSpPr>
        <p:spPr>
          <a:xfrm>
            <a:off x="241920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mechanism-axis-tick-2"/>
          <p:cNvSpPr/>
          <p:nvPr/>
        </p:nvSpPr>
        <p:spPr>
          <a:xfrm>
            <a:off x="497196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mechanism-axis-tick-3"/>
          <p:cNvSpPr/>
          <p:nvPr/>
        </p:nvSpPr>
        <p:spPr>
          <a:xfrm>
            <a:off x="75247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mechanism-axis-tick-4"/>
          <p:cNvSpPr/>
          <p:nvPr/>
        </p:nvSpPr>
        <p:spPr>
          <a:xfrm>
            <a:off x="1007748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later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1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Σ γ^tF_t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−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Φ(S₀) + γ^(T+1)Φ(S_(T+1))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정리된다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p. 5, proof of sufficiency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없애는 조건은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γ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수식의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cancellation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보지 말고 마지막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potential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통제하는 가정까지 함께 읽어야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043800"/>
                <a:gridCol w="30438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term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발표에서 말할 결론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&lt; γ &lt;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γ^(T+1)Φ(S_(T+1)) →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discounted 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−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Φ(s)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 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absorbing s₀,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proper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s₀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Φ(s₀)=0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WLOG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유한한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 range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boundedness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자동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정리의 기본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infinite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regularity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bounded Φ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기댓값 존재도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 논문은 조건부 일반화만 언급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γ=1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proper absorption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핵심이며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terminal constant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WLOG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정규화한다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2-3, Sec. 2.1; p. 5, proof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Bellman equation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transformed 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형태를 고정한다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optimal 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Φ(s)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뺀 후보가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R+F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쓰는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M′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Bellman equation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만족한다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optimal 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미래 최대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Bellman update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offset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Q_M*(s,a)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Φ(s)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대입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γΦ(s′)−Φ(s)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더함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Bellman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M′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optimal equation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Q_M′*(s,a)=Q_M*(s,a)−Φ(s)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증명은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shaping return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직관을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Bellman optimality equation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엄밀하게 확인한다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p. 5, proof of sufficiency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모든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같은 값을 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Φ(s)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출발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에만 의존하므로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ordering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바꾸지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717640"/>
                <a:gridCol w="369612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Q_M*(s,a)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Shaped Q_M′*(s,a)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argmax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a₁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Q_M*(s,a₁)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Q_M*(s,a₁) − Φ(s)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원래와 같은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a₂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Q_M*(s,a₂)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Q_M*(s,a₂) − Φ(s)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원래와 같은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a₃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Q_M*(s,a₃)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Q_M*(s,a₃) − Φ(s)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원래와 같은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큰 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가장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 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Potential-based shaping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optimal-policy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보존한다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4-5, Theorem 1 and Corollary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‘필요’는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unknown MDP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대한 보장의 범위다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Non-potential 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어떤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 MDP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우연히 괜찮을 수 있지만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arbitrary proper MDP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전체에는 보장할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known MDP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모르는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universal 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아는가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구조를 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S, A, γ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외의 상세를 모른다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Non-potential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우연히 보존될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proper T,R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바꿀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necessity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설계를 완전히 금지하지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Potential form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task-specific analysis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universal policy-invariance guarantee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 form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necessity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unknown MDP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전체에 대한 보장이다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4-5, Theorem 1 discussion; pp. 9-10, Appendix 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할인된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loop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보너스도 원래 최적 행동을 뒤집을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γ=0.9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goal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1, loop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→ Goal: R=1, F=0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 → v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R=0, F=+1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→ u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R=0, F=+1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계속 반복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R+F return=1/(1−0.9)=10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원래는 즉시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Goal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최선이지만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잘못된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shaping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4-5, Theorem 1; constructed discounted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invariance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speed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다른 주장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objective ranking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다루고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실험은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heuristic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learning curve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보여 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이론으로 보임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또는 별도 평가가 필요한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M′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 set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가정이 맞는지 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Near-optimal 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임의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 offset identity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finite training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얼마나 가까운지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speed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일반적 속도 정리는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Φ, exploration, learner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Approximation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neural optimizer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직접 분석하지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function approximation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transformed 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만으로 충분하지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terminal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implementation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점검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자동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speedup 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p. 5, Remark 1; p. 6, Experiments opening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 value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heuristic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모두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Φ=V_M*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transformed optimal value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만들지만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theorem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정확한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V_M*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요구하지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3484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Potential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Φ(s)=V_M*(s)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이상적으로 정확한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 optimal 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V_M′*(s)=0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되는 특별한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heuristic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남은 비용의 거친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10×10 shortest path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Φ₀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0.5Φ₀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더 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scaled heuristic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그래도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 guidance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될 수 있음을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Subgoal heuristic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ordered progress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potential jump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5×5 flags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 optimal value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 필요가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5-7, Corollary 2 and Sec.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Distance-to-goal grid world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결과는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no-discount shortest-path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Sarsa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받은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shaping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비교한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historical experiment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3" name="Table 0"/>
          <p:cNvGraphicFramePr/>
          <p:nvPr/>
        </p:nvGraphicFramePr>
        <p:xfrm>
          <a:off x="660240" y="2082960"/>
          <a:ext cx="10870920" cy="3426480"/>
        </p:xfrm>
        <a:graphic>
          <a:graphicData uri="http://schemas.openxmlformats.org/drawingml/2006/table">
            <a:tbl>
              <a:tblPr/>
              <a:tblGrid>
                <a:gridCol w="2282760"/>
                <a:gridCol w="3261240"/>
                <a:gridCol w="271764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10×10 task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50×50 task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학습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goal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반대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corner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shortest-path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steps-to-goal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 −1, no discount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dynamics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compass, 80% intended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dynamics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20% random;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Potential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none, Φ₀, 0.5Φ₀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Sarsa; ε=0.10; α=0.02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 independent runs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 independent runs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 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Reported curve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stochastic dynamics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Sarsa protocol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아래의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6-7, Fig. 1 and footnote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heuristic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바꿔야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목표까지의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Manhattan distance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보정한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Φ₀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result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reported steps-to-goal curve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847880"/>
                <a:gridCol w="3369960"/>
                <a:gridCol w="304380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 또는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1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없는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−MANHATTAN(s,GOAL) / 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 shaping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빠른 학습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V_M*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라는 주장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0.5Φ₀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Φ₀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절반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초기 학습을 여전히 도움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같은 개선율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50×50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구성의 더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visual gap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더 크게 보임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 benchmark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Result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Sarsa averages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steps-to-goal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RL algorithm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speedup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distance estimate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 form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guidance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6-7, Fig. 1 and Sec.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Ordered subgoal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progress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확장한다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5×5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1, 2, 3, 4, 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정해진 순서로 방문했는지가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포함된다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mechanism-lane-progress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collected progress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mechanism-edge-e0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mechanism-edge-e1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mechanism-edge-e2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mechanism-edge-e3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mechanism-node-start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start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flag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mechanism-node-flag1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flag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mechanism-node-flag2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flag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mechanism-node-flag34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flag 3·4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남은 순서 진행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mechanism-node-goal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goal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mechanism-axis-line"/>
          <p:cNvSpPr/>
          <p:nvPr/>
        </p:nvSpPr>
        <p:spPr>
          <a:xfrm>
            <a:off x="1676160" y="5079960"/>
            <a:ext cx="98553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mechanism-axis-tick-1"/>
          <p:cNvSpPr/>
          <p:nvPr/>
        </p:nvSpPr>
        <p:spPr>
          <a:xfrm>
            <a:off x="216396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mechanism-axis-tick-2"/>
          <p:cNvSpPr/>
          <p:nvPr/>
        </p:nvSpPr>
        <p:spPr>
          <a:xfrm>
            <a:off x="420624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mechanism-axis-tick-3"/>
          <p:cNvSpPr/>
          <p:nvPr/>
        </p:nvSpPr>
        <p:spPr>
          <a:xfrm>
            <a:off x="62485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mechanism-axis-tick-4"/>
          <p:cNvSpPr/>
          <p:nvPr/>
        </p:nvSpPr>
        <p:spPr>
          <a:xfrm>
            <a:off x="829044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mechanism-axis-tick-5"/>
          <p:cNvSpPr/>
          <p:nvPr/>
        </p:nvSpPr>
        <p:spPr>
          <a:xfrm>
            <a:off x="103327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later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Subgoal potential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collected flag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포함한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expanded state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위에 정의된다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p. 7, Fig. 2a and Sec.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Subgoal 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 jump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구성한다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Φ₀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nonfinal subgoal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지나면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jump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refined Φ₁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remaining time estimate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478680"/>
                <a:gridCol w="293508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Potential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 아이디어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Transition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생기는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2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subgoal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수와 예상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nonfinal subgoal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도달 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potential jump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 shaping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빠른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Refined Φ₁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남은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더 세밀하게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γΦ(s′)−Φ(s) 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Φ₀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더 좋은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5×5 ordered flags 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ranking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Sarsa averages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subgoal bonus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임의로 누적하지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departure term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포함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specific task 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Subgoal bonus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 difference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만들면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goal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대체하지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7-8, Fig. 2 and Sec.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 전 확인할 다섯 가지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checklist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theorem 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옮길 때 빠뜨리기 쉬운 조건을 드러낸다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500040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확인할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놓치면 생기는 위험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Discount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사용했는가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discounted guarantee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Terminal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γ=1: proper absorption, terminal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상수 정규화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tail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통제 불가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Potential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Φ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bounded function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preference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R+F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 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구분했는가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보너스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loop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오인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효율은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exploration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evaluate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했는가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invariance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speedup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과장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 form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검증과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learning evaluation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대체할 수 없는 두 단계다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2-5, assumptions and Theorem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보너스가 바꾸면 안 되는 것은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ranking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Potential-based shaping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learning signal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추가하면서도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original MDP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optimal-policy 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유지하는 정리된 방법이다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F(s,a,s′)=γΦ(s′)−Φ(s)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discounted return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중간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potential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상쇄시킨다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같은 −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Φ(s)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더해져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argmax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보존된다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필요충분은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unknown MDP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guarantee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MDP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설계 금지가 아니다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γ=1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absorbing·proper, γ&lt;1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bounded Φ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필요하다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Grid result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Sarsa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speedup theorem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아니다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Bonus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discounted potential difference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설계해야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action ranking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지킨다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author-paper pp. 4-8, Theorem 1, Corollary 2, and experiments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2026-09-12T04:50:50Z</dcterms:created>
  <dc:creator>Research Seminars</dc:creator>
  <dc:description/>
  <dc:language>ko-KR</dc:language>
  <cp:lastModifiedBy>Research Seminars</cp:lastModifiedBy>
  <dcterms:modified xsi:type="dcterms:W3CDTF">2026-09-12T04:50:50Z</dcterms:modified>
  <cp:revision>1</cp:revision>
  <dc:subject>Policy Invariance Under Reward Transformations: Theory and Application to Reward Shaping</dc:subject>
  <dc:title>Potential-Based Shaping: 목표를 바꾸지 않는 보너스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20</vt:r8>
  </property>
  <property fmtid="{D5CDD505-2E9C-101B-9397-08002B2CF9AE}" pid="3" name="PresentationFormat">
    <vt:lpwstr>On-screen Show (16:9)</vt:lpwstr>
  </property>
  <property fmtid="{D5CDD505-2E9C-101B-9397-08002B2CF9AE}" pid="4" name="Slides">
    <vt:r8>20</vt:r8>
  </property>
</Properties>
</file>