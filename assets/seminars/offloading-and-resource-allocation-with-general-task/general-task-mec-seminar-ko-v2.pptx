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일반 Task Graph MEC Offloading
발표 대본
이 자료는 일반적인 task dependency graph를 가진 하나의 mobile application에서 task를 mobile device와 edge 중 어디에 둘지 설명합니다. 이 논문의 핵심은 DNN 하나가 모든 결정을 직접 내리는 구조가 아닙니다. DNN은 binary offloading 후보를 제안하고, 논문이 유도한 resource-allocation optimizer가 각 후보의 energy and time cost, 즉 ETC를 정확히 평가합니다.
공개 출처
paper | title page, abstract; arXiv v1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task 하나씩 독립적으로 offload할 수 없을까
발표 대본
논문은 task dependency를 directed acyclic graph G로 모델링합니다. 정점 i의 workload는 L_i이고, edge k에서 i는 k가 끝나고 output data O_k,i를 받을 때까지 i가 시작하지 못한다는 뜻입니다. 따라서 task i의 location은 i만의 CPU time을 바꾸는 것이 아니라 parent와 child 사이 transfer 여부와 child의 ready time도 바꿉니다. 순차 chain보다 general graph가 어려운 이유는 여러 parent path 중 가장 늦은 path가 merge task를 막기 때문입니다.
공개 출처
paper | pp. 2-3, Fig. 1, Sec. II-A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location 경계가 uplink와 downlink를 만든다
발표 대본
논문은 virtual entry task 0과 exit task M+1을 local에 고정하고, actual task는 하나의 side에서만 실행합니다. Parent가 local이고 child가 edge이면 uplink가, parent가 edge이고 child가 local이면 downlink가 필요합니다. 같은 side에 있으면 그 dependency edge에서는 data transfer가 추가되지 않습니다. 이 그림은 한 dependency edge의 규칙을 보인 것이며, 실제 general graph에서는 모든 parent edge의 ready condition이 함께 작동합니다.
공개 출처
paper | pp. 3-5, Eqs. 1-12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device energy와 종료시간을 함께 최소화한다
발표 대본
Local computing time은 workload를 local CPU frequency로 나눈 값이고, local energy는 frequency 제곱에 비례합니다. Edge compute time과 boundary transfer time도 final completion time에 들어갑니다. 이 논문의 E는 MD energy를 뜻하며, objective eta는 beta_e E와 beta_t FT_l(M+1)의 weighted sum입니다. 따라서 빠른 edge CPU만 보고 location을 정하면 uplink energy나 final return delay를 놓칠 수 있습니다.
공개 출처
paper | pp. 3-5, Eqs. 1-15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고정 action의 종료시간은 가장 늦은 path가 만든다
발표 대본
General graph에는 source-to-exit loop-free path가 여러 개 있습니다. Lemma 3.1은 final finish time이 각 path time의 maximum임을 보입니다. 이 표현은 offloading vector a가 고정되면 local CPU frequency와 Tmax를 푸는 P2로 이어지고, P2는 convex problem입니다. 이 분해가 뒤의 evaluator가 candidate를 점수화할 수 있는 근거입니다. 여기서 path maximum은 모든 task time을 단순 합산한다는 뜻이 아닙니다.
공개 출처
paper | pp. 7-13, Lemma 3.1, P2, Algorithm 1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critic은 학습 network가 아니라 optimizer다
발표 대본
Source의 Algorithm 1은 fixed action에서 optimum local CPU frequency를 찾습니다. Path constraint에 대한 dual multiplier를 update하고, derivation으로 얻은 frequency expression을 f_peak 이하로 projection합니다. Section IV는 이를 critic network라고 부르지만 conventional learned critic DNN을 train하지 않는다고 명시합니다. 발표에서는 혼동을 피하기 위해 analysis-based evaluator 또는 optimization critic이라고 부릅니다.
공개 출처
paper | pp. 11-13, Eq. 19, Algorithm 1; p. 16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actor는 state에서 relaxed location vector를 낸다
발표 대본
At epoch t, actor DNN input은 wireless channel h_t와 edge CPU frequency f_t^c입니다. Actor output g_theta는 M task에 대한 relaxed values입니다. Actual offloading variable는 binary여야 하므로, 논문은 relaxed vector를 direct action으로 실행하지 않습니다. 이 다음 GNOP quantization이 B개의 binary vectors를 만듭니다. State에는 task DAG 자체를 매 epoch 입력하는 model이 아니라, 본 논문에서 fixed application graph 아래 channel과 edge CPU state가 들어갑니다.
공개 출처
paper | pp. 12-15, Fig. 3, Eqs. 25-29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GNOP는 순서를 보존해 binary 후보를 만든다
발표 대본
GNOP는 Gaussian noise-added order-preserving quantization입니다. 먼저 a1은 actor output의 각 entry를 0.5에서 threshold하여 만듭니다. Ordinary B/2 candidate는 actor score가 0.5에서 얼마나 가까운지의 순서로 threshold를 옮겨 만듭니다. Other B/2 candidate는 Gaussian noise를 더하고 sigmoid를 적용한 score에 같은 quantization을 적용합니다. 이 단계는 combinatorial space 전체 탐색을 대체하는 candidate proposal입니다. 모든 B candidate의 actual ETC는 다음 evaluator가 계산하므로, quantization score 자체를 ETC 혹은 Q-value라고 부르면 안 됩니다.
공개 출처
paper | pp. 14-15, Eqs. 26-29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best candidate가 replay label이 된다
발표 대본
Evaluator가 Omega_t 중 최소 eta star candidate를 a_t star로 고른 뒤, state-action pair를 replay memory에 넣습니다. Memory가 half full을 넘으면, 논문은 delta epoch마다 batch를 sample하여 average cross-entropy loss를 Adam으로 최소화합니다. 그래서 a_t star는 Q-learning target이나 sampled return이 아니라 source optimizer가 만든 supervised label과 유사한 역할을 합니다. 이 설명은 source의 actor-critic terminology를 더 정확히 읽기 위한 것입니다.
공개 출처
paper | pp. 15-16, Eqs. 30-31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one-climb: path별 MD에서 edge로 한 번만 이동
발표 대본
Definition 3은 각 path의 execution이 MD에서 edge로 at most once migrate한다고 말합니다. Local에서 edge로 갔다가 local로 돌아오는 것은 한 번의 MD-to-edge migration이므로 definition에 맞습니다. 다시 edge로 가면 violation입니다. Appendix D는 한 path에서 two-time scheme을 continuous edge run으로 바꾸는 cost comparison을 분석하지만, overlapping tasks가 있는 다른 path의 ETC를 늘릴 수 있다고 명시합니다. 따라서 source는 mild conditions에서의 optimum statement를 제공합니다.
공개 출처
paper | p. 17, Definition 3; pp. 27-31, App. D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구성 예시: parallel parent는 maximum으로 합친다
발표 대본
이 슬라이드의 숫자는 source experiment가 아니라 constructed teaching example입니다. Start에서 A와 B가 parallel로 시작하고 둘 다 C의 parent라고 둡니다. All-local fixed times are A=4, B=2, C=6, so C is ready at max(4,2)=4 and exit is 10. All-edge toy times use parallel uplink plus edge compute: A branch .2+.8=1.0, B branch .2+.4=.6, then C=1.2 and return=.2, so 2.4. The source model permits concurrent transfers/execution under its sufficient-channel/core assumptions. Real ETC would also include MD energy and optimize resources via Algorithm 1.
공개 출처
paper | pp. 5, 7-11; constructed example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한 epoch의 hybrid decision loop
발표 대본
전체 loop를 두 층으로 보면 이해하기 쉽습니다. Actor는 channel과 edge CPU state에 맞는 candidate neighborhood를 만들고, GNOP가 binary action set Omega_t를 형성합니다. Optimizer evaluator는 candidate마다 fixed-action resource allocation을 solve하여 ETC를 평가하고 best action을 고릅니다. 그 action이 replay label로 돌아가 actor가 시간이 지날수록 좋은 candidate set을 만들도록 합니다. 이 구조가 exhaustive 2^M action evaluation과 다른 지점입니다.
공개 출처
paper | pp. 12-17, Fig. 3, Algorithm 1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수치 실험: 8-task graph와 wireless setting
발표 대본
Fig. 6의 mesh, tree, general graph는 각각 여덟 actual task와 같은 workload vector를 사용합니다. Source는 bandwidth 2 MHz, Rician fading, 2에서 50 GHz 사이의 time-varying edge CPU, beta_e=beta_t=.5를 둡니다. DNN은 hidden layer 160, 120, 80을 쓰고, 이후 simulation은 learning rate .01, batch 128, replay memory 1024, interval 10을 사용합니다. 이 값들은 MEC hardware system 전체로 이전된다는 주장이 아니라 source의 condition입니다.
공개 출처
paper | pp. 18-19, Table I, Fig. 6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학습 지표를 정확히 읽는 법
발표 대본
Fig. 7은 tuning choice를 비교하고, source는 이후 simulation에 learning rate .01과 batch 128을 선택합니다. Fig. 8은 각 graph condition에서 300 training step 뒤 moving-average loss가 .1 아래라고 보고합니다. Accuracy chi는 DRL ETC와 average exhaustive optimum ETC의 차이로 정의되므로 task label classification accuracy가 아닙니다. General graph의 Table II는 99.9 percent를 보고합니다. 이 모든 수치는 specified simulation setting과 training process에 묶여 있습니다.
공개 출처
paper | pp. 19-23, Figs. 7-9, Table II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ETC comparison: adaptive 후보 선택의 효과
발표 대본
Fig. 10에서 source는 first 20,000 time epoch를 warm-up으로 제외하고, 각 point를 50 independent realization으로 average합니다. 두 DRL variant가 이 setting에서 exhaustive와 Gibbs에 가까운 ETC를 얻고 all-edge와 all-local보다 낮다고 서술합니다. One-climb result는 여기서는 empirical result이며 앞의 appendix qualification과 함께 읽어야 합니다. Task count가 8이므로 arbitrary M에 대한 scale claim은 아닙니다.
공개 출처
paper | pp. 22-23, Fig. 10, Table II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candidate filter가 source 계산시간을 낮춘다
발표 대본
Table III는 B=16으로 고정한 average computation time per realization입니다. One-climb GNOP은 mesh, tree, general graph에서 0.9240, 1.3421, 1.0464 seconds이고, ordinary GNOP은 1.4702, 1.4107, 1.5821 seconds입니다. Source는 GNOP 대비 reduction을 각각 37.15, 4.86, 33.86 percent라고 보고합니다. 이 timing은 paper의 simulation implementation에서 나온 값이며 measured mobile/edge hardware service guarantee가 아닙니다.
공개 출처
paper | pp. 23-24, Table III, Fig. 11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source가 보인 것과 보이지 않은 것
발표 대본
Source scope는 one MD와 one AP, known application DAG, binary whole-task placement, 그리고 concurrent execution/transmission을 위한 충분한 core와 channel이라는 model assumption입니다. 가장 중요한 transferable design idea는 role separation입니다. Learner가 combinatorial search를 좁히고 analytical optimizer가 coupled continuous resource를 평가합니다. Numerical result는 multi-user scheduler, hardware latency guarantee, 또는 모든 overlapping DAG에서 unconditional one-climb optimality를 보인 것이 아닙니다.
공개 출처
paper | pp. 5, 17, 22-24, App. D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핵심 정리
발표 대본
마지막으로 네 가지를 기억하면 됩니다. First, general graph의 difficulty는 dependency data와 critical path입니다. Second, action a와 CPU frequency f를 분리하면 fixed action에 대한 continuous evaluator를 만들 수 있습니다. Third, actor learns to propose candidates, while the source's critic is analytical rather than a learned value network. Finally, Table II and III are encouraging but conditional simulation results; they should not be generalized to hardware deployment or every DAG without checking model fit.
공개 출처
paper | abstract; pp. 7-17, 22-24
Yan, Bi, and Zhang, arXiv:2002.08119v1
https://arxiv.org/abs/2002.08119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일반 Task Graph MEC Offloading</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Offloading and Resource Allocation with General Task Graph in Mobile Edge Computing: A Deep Reinforcement Learning Approach</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Jia Yan, Suzhi Bi, Ying-Jun Angela Zhang (2020)</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DNN이 적은 location 후보를 만들고, 최적화 기반 evaluator가 CPU 자원까지 포함한 ETC를 고른다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page, abstract; arXiv v1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task 하나씩 독립적으로 offload할 수 없을까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child task는 parent의 결과 data를 받아야 하므로, 한 task의 location이 다음 task의 ready time을 바꾼다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DAG 입력</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vertex는 compute task</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edge는 data dependency</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location 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task를 local 또는 edge에 둔다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boundary 발생</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서로 다른 location이면</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uplink 또는 downlink</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critical path</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늦은 dependency path가</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application 종료를 결정</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일반 graph에서는 task별 빠른 선택이 아니라 dependency와 transfer를 함께 비교해야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2-3, Fig. 1, Sec. II-A</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location 경계가 uplink와 downlink를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a_i는 task i 전체를 local 또는 edge에 배치하는 binary 변수다</a:t>
            </a:r>
            <a:endParaRPr lang="en-US" sz="1900" dirty="0"/>
          </a:p>
        </p:txBody>
      </p:sp>
      <p:sp>
        <p:nvSpPr>
          <p:cNvPr id="4" name="mechanism-lane-path"/>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의존 경로</a:t>
            </a:r>
            <a:endParaRPr lang="en-US" sz="1250" dirty="0"/>
          </a:p>
        </p:txBody>
      </p:sp>
      <p:sp>
        <p:nvSpPr>
          <p:cNvPr id="5" name="mechanism-edge-p-loc-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oc-xfer-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xfer-c-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paren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parent 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compute L_k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output O_k,i</a:t>
            </a:r>
            <a:endParaRPr lang="en-US" sz="1150" dirty="0"/>
          </a:p>
        </p:txBody>
      </p:sp>
      <p:sp>
        <p:nvSpPr>
          <p:cNvPr id="9" name="mechanism-node-location"/>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location 비교</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a_k와 a_i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또는 edge</a:t>
            </a:r>
            <a:endParaRPr lang="en-US" sz="1150" dirty="0"/>
          </a:p>
        </p:txBody>
      </p:sp>
      <p:sp>
        <p:nvSpPr>
          <p:cNvPr id="10" name="mechanism-node-transfer"/>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필요한 transfer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edge로: uplink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local로: downlink</a:t>
            </a:r>
            <a:endParaRPr lang="en-US" sz="1150" dirty="0"/>
          </a:p>
        </p:txBody>
      </p:sp>
      <p:sp>
        <p:nvSpPr>
          <p:cNvPr id="11" name="mechanism-node-chil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child 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data가 ready된 뒤</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compute L_i</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a_i=0은 local, a_i=1은 edge이며 partial execution은 이 논문의 action이 아니다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3-5, Eqs. 1-12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device energy와 종료시간을 함께 최소화한다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ETC는 MD가 쓰는 energy와 virtual exit가 local에서 끝나는 time의 가중합이다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3043936"/>
                <a:gridCol w="271780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세나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location의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compute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L_i / local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task일 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frequency가 클수록 짧음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kappa L_i f_i²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task일 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frequency가 클수록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 또는 downlink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location boundary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dependency data에 따라 발생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beta_e E + beta_t finish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decision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beta_e + beta_t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task를 edge로 보내는 선택도, 모두 local에 두는 선택도 항상 ETC 최소가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3-5, Eqs. 1-15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 action의 종료시간은 가장 늦은 path가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task의 location a를 먼저 고정하면, local CPU frequency allocation을 풀 수 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고정된 a</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task의 local 또는 edge</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location을 정함</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path o1</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dependency와 transfer를</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포함한 time T_o1</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path o2</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dependency와 transfer를</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포함한 time T_o2</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path maximum</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loop-free path의</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최대 time을 취함</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terminal finish</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virtual exit의</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completion time</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7-13, Lemma 3.1, P2, Algorithm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critic은 학습 network가 아니라 optimizer다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a마다 Algorithm 1이 local CPU frequency를 최적화하고 ETC를 계산한다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a</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binary location vector를</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하나 고정</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P2 구성</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path maximum과</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frequency constraint를 반영</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dual update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subgradient로</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multiplier를 갱신</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ETC 평가</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optimal frequency와</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eta star를 반환</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DNN이 ETC value를 근사하도록 critic을 학습하는 방식과 구별해야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11-13, Eq. 19, Algorithm 1; p. 16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actor는 state에서 relaxed location vector를 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output은 final binary action이 아니라 M개 task별 0과 1 사이의 score다</a:t>
            </a:r>
            <a:endParaRPr lang="en-US" sz="1900" dirty="0"/>
          </a:p>
        </p:txBody>
      </p:sp>
      <p:sp>
        <p:nvSpPr>
          <p:cNvPr id="4" name="mechanism-lane-epoch"/>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epoch t</a:t>
            </a:r>
            <a:endParaRPr lang="en-US" sz="1250" dirty="0"/>
          </a:p>
        </p:txBody>
      </p:sp>
      <p:sp>
        <p:nvSpPr>
          <p:cNvPr id="5" name="mechanism-edge-state-actor-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act-relax-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elax-cand-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ate"/>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state</a:t>
            </a:r>
            <a:endParaRPr lang="en-US" sz="1150" dirty="0"/>
          </a:p>
        </p:txBody>
      </p:sp>
      <p:sp>
        <p:nvSpPr>
          <p:cNvPr id="9" name="mechanism-node-state-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wireless channel h_t</a:t>
            </a:r>
            <a:endParaRPr lang="en-US" sz="950" dirty="0"/>
          </a:p>
        </p:txBody>
      </p:sp>
      <p:sp>
        <p:nvSpPr>
          <p:cNvPr id="10" name="mechanism-node-state-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edge CPU f_c,t</a:t>
            </a:r>
            <a:endParaRPr lang="en-US" sz="950" dirty="0"/>
          </a:p>
        </p:txBody>
      </p:sp>
      <p:sp>
        <p:nvSpPr>
          <p:cNvPr id="11" name="mechanism-node-actor"/>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actor DNN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fully connected DNN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g_theta(state)</a:t>
            </a:r>
            <a:endParaRPr lang="en-US" sz="1150" dirty="0"/>
          </a:p>
        </p:txBody>
      </p:sp>
      <p:sp>
        <p:nvSpPr>
          <p:cNvPr id="12" name="mechanism-node-relaxed"/>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relaxed output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a-bar in [0,1]^M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task별 score</a:t>
            </a:r>
            <a:endParaRPr lang="en-US" sz="1150" dirty="0"/>
          </a:p>
        </p:txBody>
      </p:sp>
      <p:sp>
        <p:nvSpPr>
          <p:cNvPr id="13" name="mechanism-node-candidates"/>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binary candidates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GNOP가 B개 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vector를 생성</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continuous score를 바로 실행하지 않고, GNOP로 제한된 binary candidate set을 만든다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12-15, Fig. 3, Eqs. 25-29</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GNOP는 순서를 보존해 binary 후보를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정확한 2의 M제곱 search 대신 actor가 제안한 B개만 evaluator가 검사한다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first candidate a1</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score를 0.5에서</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threshold</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ordinary B/2</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0.5와 거리 순으로</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threshold를 이동</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noise B/2</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noise와 sigmoid 뒤</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quantization</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Omega_t</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B개의 binary vector를</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evaluator로 전달</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noise의 역할은 후보 다양화이며, noise가 ETC를 직접 최소화하는 것은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14-15, Eqs. 26-29</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best candidate가 replay label이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 target은 return이 아니라 같은 state에서 evaluator가 고른 binary action이다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evaluation</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a_b의 eta star를</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Algorithm 1로 계산</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selection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최소 ETC candidate</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a_t star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memory</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state와 a_t star를</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limited memory에 저장</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cross-entropy</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batch를 Adam으로 학습</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periodic update</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update는 optimization-selected action을 모방하도록 actor를 학습시키는 절차다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15-16, Eqs. 30-31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one-climb: path별 MD에서 edge로 한 번만 이동</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filter가 evaluator 호출 수를 줄이지만, 일반 graph 전체에서 무조건 optimal이라는 뜻은 아니다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2065528"/>
                <a:gridCol w="173939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path location pattern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MD to edge 이동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filter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source의 qualification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-&gt;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one-climb definition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-&gt; edge -&gt;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return은 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-&gt; edge -&gt; local -&gt;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two-time 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overlapping paths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path마다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mild condition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one-climb은 speed heuristic이다. 전체 DAG optimality는 조건부다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17, Definition 3; pp. 27-31, App. 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parallel parent는 maximum으로 합친다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toy DAG start -&gt; A,B -&gt; C -&gt; exit에서 resource를 고정해 completion-time 계산만 보인다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478784"/>
                <a:gridCol w="3152648"/>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candidate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A/B branch ready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C와 exit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completion 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max(4.0, 2.0) = 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local 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time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max(0.2+0.8, 0.2+0.4) =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edge 1.2 + return 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time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what changes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location boundary adds transfer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evaluator would also optimize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ETC needs energy too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toy는 parallel maximum만 보이며, reported ETC나 energy result가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 7-11;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epoch의 hybrid decision loop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search 공간을 줄이는 learner와 feasibility·ETC를 보장하는 optimizer가 역할을 나눈다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observe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h_t와 f_c,t를</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actor에 입력</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propose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GNOP로 B개의</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binary candidate 생성</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candidate마다 P2와</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Algorithm 1 실행</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execute and learn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best action 실행</a:t>
            </a:r>
            <a:endParaRPr lang="en-US" sz="1650" dirty="0"/>
          </a:p>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replay update</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learner는 후보를, optimizer는 B개 후보의 ETC 평가를 맡는다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12-17, Fig. 3, Algorithm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수치 실험: 8-task graph와 wireless setting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값은 algorithm의 보편 parameter가 아니라 source simulation condition이다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152648"/>
                <a:gridCol w="315264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mesh, tree, general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graph 8 actual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workload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MHz, Rician fading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CPU U(2,50)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MD, single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beta_e=beta_t=.5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f_peak=.01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energy-time weighted ETC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hidden 160/120/80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lr .01, batch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1024, interval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accuracy와 runtime은 source의 8-task simulation condition에 한정된다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18-19, Table I, Fig.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지표를 정확히 읽는 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loss와 accuracy를 deployment quality나 universally optimal policy로 해석하면 안 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2065528"/>
                <a:gridCol w="3152648"/>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관측</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figure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바르게 읽기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learning-rate sensitivity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.01, .001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.01이 이 setting에서 더 안정적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lr .01, batch 128, memory 1024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 step 뒤 moving average &lt;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accuracy chi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9, Table II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 independent realizations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exhaustive ETC와 비교한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general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II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simulation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chi 99.9 percent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chi는 exhaustive ETC 대비 objective accuracy이며 task-label accuracy가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19-23, Figs. 7-9,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ETC comparison: adaptive 후보 선택의 효과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10 compares DRL variants with Gibbs, exhaustive search, all-edge, and all-local after a warm-up</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826512"/>
                <a:gridCol w="2935224"/>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candidate/search idea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Fig. 10 finding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 with GNOP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binary candidates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 exhaustive and Gibbs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first 20,000 epochs excluded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 with one-climb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GNOP plus path filter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ETC hardly affected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heuristic qualification applies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Gibbs / exhaustive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iterative / all 2^M actions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methods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 realization 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edge / all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higher ETC in figure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channel adaptation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source는 simulation에서 near-optimal ETC를 보였다. 모든 general graph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22-23, Fig. 10,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candidate filter가 source 계산시간을 낮춘다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III reports average time per realization with B=16, not an end-to-end production latency SLA</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500376"/>
                <a:gridCol w="250037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mesh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tree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general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one-climb GNOP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0.9240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1.3421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1.0464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1.4702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1.4107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1.5821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Gibbs sampling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8.2039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8.3046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8.6101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exhaustive search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25.6690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26.8181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27.5185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general graph one-climb GNOP은 1.0464 s였다. source는 Gibbs보다 약 8배 짧다고 요약한다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23-24, Table III, Fig.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source가 보인 것과 보이지 않은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hybrid candidate-search pattern은 유용하지만, model assumptions가 결과의 범위를 정한다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established in 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not established by 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action에서 path-aware CPU allocation을 풀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arbitrary workflow or partial-task execution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proposal와 optimizer evaluation을 결합함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learned Q critic 또는 policy-gradient method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8-task simulation에서 near-optimal ETC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multi-user, real deployment, arbitrary graph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one-climb으로 candidate evaluation을 줄임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overlapping DAG에서 unconditional optimality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contribution은 candidate proposal와 model-based evaluation의 결합이다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 17, 22-24, App. 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정리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일반 task graph MEC에서는 route, transfer, critical path, and CPU resource allocation이 한 decision problem이다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task location은 dependency transfer와 child ready time을 바꾼다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fixed location 뒤에는 continuous CPU allocation을 푼다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GNOP가 candidate set을 만들고 optimizer가 ETC로 고른다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replay update는 actor가 selected action을 더 잘 제안하게 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reported result는 8-task source simulation condition에 한정된다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DNN 단독 solver가 아니라 candidate proposal와 model evaluation의 결합이다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abstract; pp. 7-17, 22-24</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일반 Task Graph MEC Offloading</dc:title>
  <dc:subject>Offloading and Resource Allocation with General Task Graph in Mobile Edge Computing: A Deep Reinforcement Learning Approach</dc:subject>
  <dc:creator>Research Seminars</dc:creator>
  <cp:lastModifiedBy>Research Seminars</cp:lastModifiedBy>
  <cp:revision>1</cp:revision>
  <dcterms:created xsi:type="dcterms:W3CDTF">2026-09-12T07:58:37Z</dcterms:created>
  <dcterms:modified xsi:type="dcterms:W3CDTF">2026-09-12T07:58:37Z</dcterms:modified>
</cp:coreProperties>
</file>