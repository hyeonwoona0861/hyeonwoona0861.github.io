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8EA810C5-1DA5-438E-9791-0594B239180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Graph MEC Offloading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일반적인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dependency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가진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mobile 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mobile 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어디에 둘지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논문의 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하나가 모든 결정을 직접 내리는 구조가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offloading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후보를 제안하고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유도한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resource-allocation optimizer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각 후보의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and time cost,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정확히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title page, abstract; arXiv 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BFA6081-5909-4E78-AE50-C0B171566F7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하나씩 독립적으로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없을까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dependency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directed acyclic graph 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모델링합니다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edge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끝나고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data O_k,i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받을 때까지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시작하지 못한다는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바꾸는 것이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여부와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ready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어려운 이유는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parent path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가장 늦은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merge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막기 때문입니다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2-3, Fig. 1, Sec. II-A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F01A0C7-718A-42C8-BF3B-9BE978D580C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location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경계가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virtual entry task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exit task M+1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고정하고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actual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에서만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Parent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parent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있으면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dependency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transfer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추가되지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dependency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규칙을 보인 것이며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parent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ready 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함께 작동합니다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3-5, Eqs. 1-12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ADF7B23-303B-48CB-BB39-FF3094DCF4A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device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종료시간을 함께 최소화한다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computing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CPU 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나눈 값이고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local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frequency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제곱에 비례합니다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Edge compute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boundary transfer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completion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뜻하며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objective 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beta_e 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beta_t FT_l(M+1)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sum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빠른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return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놓칠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3-5, Eqs. 1-15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1561A2C-970A-42CA-B770-22AFF5DB3AB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종료시간은 가장 늦은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source-to-exit loop-free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여러 개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Lemma 3.1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finish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vector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고정되면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CPU 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이어지고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convex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분해가 뒤의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점수화할 수 있는 근거입니다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 maximum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단순 합산한다는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7-13, Lemma 3.1, P2,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7F035D4-9BE5-4AF7-BB51-CE6B488E42A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optimum local CPU 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Path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dual multiplier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derivation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얻은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frequency expression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f_peak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Section IV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conventional learned critic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않는다고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발표에서는 혼동을 피하기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analysis-based evaluator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optimization 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11-13, Eq. 19, Algorithm 1; p. 16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5E040B4-5481-473E-9EBD-0DF8F59412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relaxed location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 epoch t, actor DNN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wireless channel h_t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CPU frequency f_t^c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Actor output g_theta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relaxed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Actual offloading variable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여야 하므로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relaxed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실행하지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GNOP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vectors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DAG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자체를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epoch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 논문에서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application graph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CPU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12-15, Fig. 3, Eqs. 25-29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E492250-61F0-49EF-90C2-85A25816C40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GNOP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순서를 보존해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후보를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Gaussian noise-added order-preserving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하여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Ordinary B/2 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얼마나 가까운지의 순서로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옮겨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Other B/2 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Gaussian noise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sigmoid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단계는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combinatorial space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탐색을 대체하는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proposal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 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actual ETC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계산하므로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quantization 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혹은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부르면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14-15, Eqs. 26-29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6F7BD6D-4E29-46C8-AEB8-68A109F95F5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best 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Omega_t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최소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eta star 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a_t 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고른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state-action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 full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넘으면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delta epoch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cross-entropy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최소화합니다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a_t 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Q-learning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sampled 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optimizer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supervised 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유사한 역할을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설명은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actor-critic terminology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 정확히 읽기 위한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15-16, Eqs. 30-31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0DB235F-3BC3-4474-ABFB-DDFD16C01E8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one-climb: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한 번만 이동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Definition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execution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 most once migrate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갔다가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돌아오는 것은 한 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MD-to-edge migration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definition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violation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Appendix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two-time scheme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continuous edge 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분석하지만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overlapping tasks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있는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늘릴 수 있다고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mild conditions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optimum statement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17, Definition 3; pp. 27-31, App. 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D559AAE-D7D4-4B15-BEDE-0D138082A6B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parallel parent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합친다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슬라이드의 숫자는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constructed teaching 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Start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parallel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시작하고 둘 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All-local fixed times are A=4, B=2, C=6, so C is ready at max(4,2)=4 and exit is 10. All-edge toy times use parallel uplink plus edge compute: A branch .2+.8=1.0, B branch .2+.4=.6, then C=1.2 and return=.2, so 2.4. The source model permits concurrent transfers/execution under its sufficient-channel/core assumptions. Real ETC would also include MD energy and optimize resources via Algorithm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5, 7-11;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279BE65-D736-4977-A173-E1409E30EFF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epoch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hybrid decision loop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 층으로 보면 이해하기 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CPU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neighborhood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GNOP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action set Omega_t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형성합니다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Optimizer evaluator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fixed-action resource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평가하고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best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돌아가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시간이 지날수록 좋은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만들도록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구조가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exhaustive 2^M action evaluation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다른 지점입니다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12-17, Fig. 3,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F3F13C1-9F64-47F2-A7D2-7BD20FD122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 실험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8-task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wireless setting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mesh, tree, general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각각 여덟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actual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bandwidth 2 MHz, Rician fading,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 GHz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time-varying edge CPU, beta_e=beta_t=.5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hidden layer 160, 120, 80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쓰고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rate .01, batch 128, replay memory 1024, interval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값들은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hardware system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전체로 이전된다는 주장이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18-19, Table I, Fig.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115E0CF-40D3-431B-B6ED-FE20C91F5D7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지표를 정확히 읽는 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tuning choice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rate .01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 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300 training step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moving-average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아래라고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Accuracy chi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 ETC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exhaustive optimum ETC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차이로 정의되므로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label classification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General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99.9 percent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모든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specified simulation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process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묶여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19-23, Figs. 7-9, Table 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D662D9D-F209-42F9-BD92-F669DC1AD3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ETC comparison: adaptive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 선택의 효과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 20,000 time epoch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warm-up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제외하고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 independent realization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 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exhaustive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Gibbs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all-edge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all-local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낮다고 서술합니다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One-climb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여기서는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앞의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qualification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함께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arbitrary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 claim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22-23, Fig. 10, Table 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AD27AA9-142E-4996-A33E-6C62A28D28E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candidate filter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계산시간을 낮춘다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B=16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고정한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computation time per realization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One-climb GNOP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mesh, tree, general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0.9240, 1.3421, 1.0464 seconds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ordinary GNOP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1.4702, 1.4107, 1.5821 seconds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37.15, 4.86, 33.86 percent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나온 값이며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measured mobile/edge hardware service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23-24, Table III, Fig. 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1E6C673-FF77-4A98-A44A-A0AD468A91F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보인 것과 보이지 않은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scope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AP, known application DAG, binary whole-task placement,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concurrent execution/transmission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위한 충분한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assumption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가장 중요한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transferable design idea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role separation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combinatorial 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좁히고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analytical optimizer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coupled continuous 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Numerical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multi-user scheduler, hardware latency guarantee,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overlapping DAG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unconditional one-climb optimality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보인 것이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5, 17, 22-24, App. 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2368FB2-1A2E-4AA1-92AC-D0BD6798879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정리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네 가지를 기억하면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First, general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difficulty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dependency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critical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Second, action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frequency 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분리하면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continuous evaluator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Third, actor learns to propose candidates, while the source's critic is analytical rather than a learned value network. Finally, Table II and III are encouraging but conditional simulation results; they should not be generalized to hardware deployment or every DAG without checking model fit.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abstract; pp. 7-17, 22-24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Yan, Bi, and Zhang, arXiv:2002.08119v1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https://arxiv.org/abs/2002.08119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F8F08A0-4387-4E72-8353-ABE19090F74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일반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Graph MEC Offloading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Offloading and Resource Allocation with General Task Graph in Mobile Edge Computing: A Deep Reinforcement Learning Approach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Jia Yan, Suzhi Bi, Ying-Jun Angela Zhang (2020)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DNN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적은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location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후보를 만들고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최적화 기반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evaluator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CPU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자원까지 포함한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ETC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고른다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title page, abstract; arXiv v1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하나씩 독립적으로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할 수 없을까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child 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결과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받아야 하므로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ready 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DAG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vertex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compute task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dependency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location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boundary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발생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서로 다른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uplink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downlink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critical path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가장 늦은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dependency path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application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종료를 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빠른 선택이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dependency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비교해야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2-3, Fig. 1, Sec. II-A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경계가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uplink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downlink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a_i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i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배치하는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binary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변수다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mechanism-lane-path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의존 경로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mechanism-edge-p-loc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mechanism-edge-loc-xfer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mechanism-edge-xfer-c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mechanism-node-parent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parent 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compute L_k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O_k,i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mechanism-node-location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location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a_k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a_i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mechanism-node-transfer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필요한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transfer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uplink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downlink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mechanism-node-child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child 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ready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된 뒤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compute L_i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a_i=0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local, a_i=1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execution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이 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3-5, Eqs. 1-12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device energy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종료시간을 함께 최소화한다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ETC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쓰는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virtual exit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끝나는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가중합이다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282760"/>
                <a:gridCol w="3043800"/>
                <a:gridCol w="271764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세나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location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영향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compute 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L_i / local 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 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frequency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클수록 짧음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energy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kappa L_i f_i²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 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frequency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클수록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transfer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uplink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downlink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location boundary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dependency data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따라 발생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ETC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beta_e E + beta_t finish 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decision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beta_e + beta_t =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보내는 선택도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두는 선택도 항상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ETC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최소가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3-5, Eqs. 1-15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종료시간은 가장 늦은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location 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먼저 고정하면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local CPU frequency allocation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풀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고정된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location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정함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path o1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dependency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transfer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포함한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 T_o1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path o2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dependency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transfer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포함한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 T_o2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path maximum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loop-free path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취함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terminal finish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virtual exit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completion time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7-13, Lemma 3.1, P2,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critic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학습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optimizer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CPU frequency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최적화하고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ETC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계산한다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location vector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 고정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P2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구성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path maximum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frequency constraint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반영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dual 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subgradient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multiplier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ETC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optimal frequency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eta star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반환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ETC value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근사하도록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critic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학습하는 방식과 구별해야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11-13, Eq. 19, Algorithm 1; p. 16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relaxed location vector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final binary 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사이의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mechanism-lane-epoch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epoch 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mechanism-edge-state-actor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mechanism-edge-act-relax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mechanism-edge-relax-cand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mechanism-node-state"/>
          <p:cNvSpPr/>
          <p:nvPr/>
        </p:nvSpPr>
        <p:spPr>
          <a:xfrm>
            <a:off x="1739880" y="34545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mechanism-node-state-queue-1"/>
          <p:cNvSpPr/>
          <p:nvPr/>
        </p:nvSpPr>
        <p:spPr>
          <a:xfrm>
            <a:off x="1739880" y="37083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wireless channel h_t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mechanism-node-state-queue-2"/>
          <p:cNvSpPr/>
          <p:nvPr/>
        </p:nvSpPr>
        <p:spPr>
          <a:xfrm>
            <a:off x="1739880" y="38988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CPU f_c,t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mechanism-node-actor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 DNN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fully connected DNN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g_theta(state)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mechanism-node-relaxed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relaxed output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a-bar in [0,1]^M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mechanism-node-candidates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binary candidates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GNOP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생성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continuous score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바로 실행하지 않고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GNOP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제한된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candidate 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만든다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12-15, Fig. 3, Eqs. 25-29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GNOP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순서를 보존해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후보를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정확한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제곱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search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제안한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evaluator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검사한다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first candidate a1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0.5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threshold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ordinary B/2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0.5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거리 순으로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threshold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이동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noise B/2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noise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sigmoid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quantization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Omega_t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vector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evaluator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전달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noise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역할은 후보 다양화이며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noise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ETC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직접 최소화하는 것은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14-15, Eqs. 26-29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best candidate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 label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아니라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evaluator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고른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binary 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evaluation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a_b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eta star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selection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ETC candidate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a_t star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memory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a_t star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limited memory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저장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cross-entropy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batch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학습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periodic update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optimization-selected 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모방하도록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학습시키는 절차다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15-16, Eqs. 30-31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one-climb: path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한 번만 이동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filter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evaluator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호출 수를 줄이지만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전체에서 무조건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optimal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이라는 뜻은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152520"/>
                <a:gridCol w="2065320"/>
                <a:gridCol w="173916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path location pattern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 to edge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이동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filter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qualification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-&gt; 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허용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one-climb definition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-&gt; edge -&gt; 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허용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허용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-&gt; edge -&gt; local -&gt; 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two-time offloading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overlapping paths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path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mild condition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one-climb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speed heuristic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 optimality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조건부다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17, Definition 3; pp. 27-31, App. 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parallel parent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maximum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합친다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toy DAG start -&gt; A,B -&gt; C -&gt; exit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고정해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completion-time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계산만 보인다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3478680"/>
                <a:gridCol w="3152520"/>
                <a:gridCol w="2174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A/B branch ready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exit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completion time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 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max(4.0, 2.0) = 4.0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 local 6.0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10.0 time unit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 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max(0.2+0.8, 0.2+0.4) = 1.0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 edge 1.2 + return 0.2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2.4 time unit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what changes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location boundary adds transfer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evaluator would also optimize 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ETC needs energy too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parallel maximum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보이며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reported ETC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 result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5, 7-11;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epoch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hybrid decision loop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search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공간을 줄이는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feasibility·ETC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보장하는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optimizer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역할을 나눈다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observe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f_c,t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입력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propose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GNOP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candidate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evaluate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1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execute and learn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best action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 update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후보를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optimizer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후보의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ETC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평가를 맡는다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12-17, Fig. 3,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 실험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8-task graph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wireless setting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보편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 simulation condition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847880"/>
                <a:gridCol w="3152520"/>
                <a:gridCol w="315252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setting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setting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기준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mesh, tree, general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 8 actual tasks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workload vector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wireless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MHz, Rician fading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CPU U(2,50) 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 MD, single 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objective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beta_e=beta_t=.5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f_peak=.01 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energy-time weighted ETC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hidden 160/120/80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lr .01, batch 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 1024, interval 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accuracy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8-task simulation condition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한정된다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18-19, Table I, Fig.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지표를 정확히 읽는 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loss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accuracy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deployment quality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universally optimal policy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해석하면 안 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2065320"/>
                <a:gridCol w="315252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figure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바르게 읽기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learning-rate sensitivity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7a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.1, .01, .001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.01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setting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더 안정적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lr .01, batch 128, memory 1024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300 step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moving average &lt; 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accuracy chi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9, Table II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 independent realizations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exhaustive ETC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비교한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ratio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general graph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II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 condition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chi 99.9 percent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exhaustive ETC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objective accuracy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task-label accuracy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19-23, Figs. 7-9, Table 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ETC comparison: adaptive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선택의 효과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10 compares DRL variants with Gibbs, exhaustive search, all-edge, and all-local after a warm-up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2826360"/>
                <a:gridCol w="293508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candidate/search idea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10 finding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condition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DRL with GNOP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 binary candidates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near exhaustive and Gibbs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first 20,000 epochs excluded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DRL with one-climb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GNOP plus path filter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ETC hardly affected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heuristic qualification applies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Gibbs / exhaustive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iterative / all 2^M actions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reference methods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 realization average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 edge / all 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 location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higher ETC in figure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 channel adaptation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near-optimal ETC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보였다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general graph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22-23, Fig. 10, Table 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 filter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계산시간을 낮춘다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III reports average time per realization with B=16, not an end-to-end production latency SLA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369960"/>
                <a:gridCol w="2500200"/>
                <a:gridCol w="250020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mesh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tree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general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one-climb GNOP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0.9240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1.3421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1.0464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GNOP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1.4702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1.4107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1.5821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Gibbs sampling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8.2039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8.3046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8.6101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exhaustive search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25.6690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26.8181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27.5185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general graph one-climb GNOP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1.0464 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였다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source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Gibbs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약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 짧다고 요약한다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23-24, Table III, Fig. 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보인 것과 보이지 않은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hybrid candidate-search pattern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유용하지만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model assumptions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결과의 범위를 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5435280"/>
                <a:gridCol w="5435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established in source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not established by source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path-aware CPU allocation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풀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arbitrary workflow or partial-task execution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 proposal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optimizer evaluation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결합함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learned Q critic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policy-gradient method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8-task simulation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near-optimal ETC evidence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multi-user, real deployment, arbitrary graph guarantee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one-climb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 evaluation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줄임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overlapping DAG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unconditional optimality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contribution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 proposal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model-based evaluation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결합이다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5, 17, 22-24, App. 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정리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graph MEC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route, transfer, critical path, and CPU resource allocation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decision problem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location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dependency transfer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child ready time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location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뒤에는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continuous CPU allocation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GNOP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 set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만들고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optimizer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ETC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고른다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 update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selected action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더 잘 제안하게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reported result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8-task source simulation condition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한정된다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3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단독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solver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 proposal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evaluation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결합이다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abstract; pp. 7-17, 22-24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2026-09-12T07:58:37Z</dcterms:created>
  <dc:creator>Research Seminars</dc:creator>
  <dc:description/>
  <dc:language>ko-KR</dc:language>
  <cp:lastModifiedBy>Research Seminars</cp:lastModifiedBy>
  <dcterms:modified xsi:type="dcterms:W3CDTF">2026-09-12T07:58:37Z</dcterms:modified>
  <cp:revision>1</cp:revision>
  <dc:subject>Offloading and Resource Allocation with General Task Graph in Mobile Edge Computing: A Deep Reinforcement Learning Approach</dc:subject>
  <dc:title>일반 Task Graph MEC Offloading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18</vt:r8>
  </property>
  <property fmtid="{D5CDD505-2E9C-101B-9397-08002B2CF9AE}" pid="3" name="PresentationFormat">
    <vt:lpwstr>On-screen Show (16:9)</vt:lpwstr>
  </property>
  <property fmtid="{D5CDD505-2E9C-101B-9397-08002B2CF9AE}" pid="4" name="Slides">
    <vt:r8>18</vt:r8>
  </property>
</Properties>
</file>