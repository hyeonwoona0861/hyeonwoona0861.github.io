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부분 관측 MEC의 협력적 MARL 연구 구상
발표 대본
이 자료는 협력 MARL 시스템의 구현 결과가 아니라 Research Idea를 읽는 학습 자료입니다. P1과 P2의 차이, 부분 관측, 다른 agent가 만드는 비정상성, Dec-POMDP라는 모델 방향, 그리고 아직 정의되지 않은 설계를 순서대로 구분합니다.
공개 출처
research-idea | title page
Exact public two-page Research Idea PDF
https://imanrht.github.io/assets/Multi_AgentDRL.pdf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확인된 연구 방향과 확인되지 않은 구현
발표 대본
완성된 2쪽 제안서라는 말은 문서가 중간에 잘리지 않았다는 뜻입니다. 연구가 완성되었다는 뜻은 아닙니다. 이 자료는 원문에 있는 문제와 후보 방법만 설명하고, 재현에 필요한 빈칸을 별도로 표시합니다.
공개 출처
research-idea | pp. 1–2
Exact public two-page Research Idea PDF
https://imanrht.github.io/assets/Multi_AgentDRL.pdf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P1과 P2는 서로 다른 오프로딩 결정이다
발표 대본
원문의 devise-edge는 문맥상 device-edge를 뜻합니다. P1은 장치가 인접 edge로 보내는 결정이고, P2는 작업을 받은 edge가 이웃 edge와 부하를 나누는 결정입니다. 제안서는 두 단계 사이의 통신 규칙이나 실행 순서를 더 구체적으로 정의하지 않습니다.
공개 출처
research-idea | p. 1, Problem Statement
Exact public two-page Research Idea PDF
https://imanrht.github.io/assets/Multi_AgentDRL.pdf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부분 관측: 각 agent는 전체 시스템의 일부만 본다
발표 대본
Dec-POMDP에서 각 agent는 전체 상태 전체가 아니라 자신의 observation을 이용합니다. 표의 queue와 channel은 이해를 위한 예시일 뿐, 제안서가 확정한 observation vector가 아닙니다. 또한 부분 관측이 곧 agent 사이의 관측 공유를 뜻하지도 않습니다.
공개 출처
research-idea | p. 1, Problem Model
Exact public two-page Research Idea PDF
https://imanrht.github.io/assets/Multi_AgentDRL.pdf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다른 agent의 학습이 내 환경을 움직이게 만든다
발표 대본
단일 agent 관점에서는 환경의 규칙이 고정되어 있다고 기대하기 쉽습니다. 하지만 여러 agent가 동시에 정책을 바꾸면 공유 부하가 달라지고, 다른 agent가 경험하는 결과 분포도 바뀝니다. 원문은 이를 non-stationarity의 핵심 동기로 제시합니다.
공개 출처
research-idea | p. 1, Motivation
Exact public two-page Research Idea PDF
https://imanrht.github.io/assets/Multi_AgentDRL.pdf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Dec-POMDP는 문제 틀을 주지만 해법을 완성하지 않는다
발표 대본
제안서는 P1과 P2를 Dec-POMDP로 모델링하겠다고 말합니다. 이것은 부분 관측을 가진 여러 의사결정자를 표현하는 방향입니다. 그러나 중앙 학습 여부, agent 간 메시지, 보상 구조는 별도 설계입니다. 원문에 없는 중앙집중 학습 구조를 그려 넣지 않습니다.
공개 출처
research-idea | p. 1, Problem Model
Exact public two-page Research Idea PDF
https://imanrht.github.io/assets/Multi_AgentDRL.pdf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후보 알고리즘: 일반 RL 배경과 제안서의 선택을 구분
발표 대본
원문이 말하는 사실은 DDPG 또는 D3QN이 후보라는 점입니다. 가운데 열은 별도 원 논문들에 근거한 일반 RL 배경 설명입니다. DDPG는 연속 제어의 deterministic actor–critic이고, D3QN은 Double DQN의 선택·평가 분리와 dueling의 V·A 분해를 함께 쓰는 이산 행동 가치 계열을 뜻합니다. 이 제안서는 action을 정의하지 않았으므로 어느 방법이 최종 선택인지 말할 수 없습니다.
공개 출처
research-idea | p. 1, candidates
Exact public two-page Research Idea PDF
https://imanrht.github.io/assets/Multi_AgentDRL.pdf
ddpg | abstract
Continuous control with deep reinforcement learning
https://arxiv.org/abs/1509.02971
dueling | abstract
Dueling Network Architectures for Deep Reinforcement Learning
https://arxiv.org/abs/1511.06581
double-dqn | abstract
Deep Reinforcement Learning with Double Q-learning
https://arxiv.org/abs/1509.06461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재현 가능한 MARL 연구에 필요한 명세
발표 대본
MARL 연구를 구현하려면 agent 정체부터 관측과 행동, 보상, 전이, coordination, 평가 설정까지 명시해야 합니다. 원문은 coordination과 competition을 과제로 제시하지만 구체 프로토콜은 없습니다.
공개 출처
research-idea | pp. 1–2
Exact public two-page Research Idea PDF
https://imanrht.github.io/assets/Multi_AgentDRL.pdf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연구 구상을 검증하기 위한 평가 설계
발표 대본
원문은 시뮬레이션과 scalability 문제를 언급하지만 평가 지표를 정하지 않습니다. 표는 연구 설계 제안입니다. 같은 workload와 network 조건에서 기준선과 비교하고, 여러 seed와 agent 수를 바꿔 안정성과 비용을 함께 확인해야 합니다.
공개 출처
research-idea | p. 1, Simulation and Challenges
Exact public two-page Research Idea PDF
https://imanrht.github.io/assets/Multi_AgentDRL.pdf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부분 관측 MEC의 협력적 MARL 연구 구상</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Multi-Agent Deep Reinforcement Learning for Cooperative Task Offloading in Partially Observable Mobile Edge Computing Environment</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Iman Rahmati (연도 미상)</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여러 의사결정자가 전체 상태를 보지 못하는 환경에서 작업 오프로딩을 어떻게 조정할지 묻는 2쪽 제안서</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title page</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확인된 연구 방향과 확인되지 않은 구현</a:t>
            </a:r>
            <a:endParaRPr lang="en-US" sz="3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5218176"/>
                <a:gridCol w="56530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제안서가 말함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제안서가 아직 말하지 않음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P1 device–edge와 P2 edge–edge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메시지·타이밍·프로토콜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Dec-POMDP 모델링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agent·관측·행동·보상 정의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DDPG 또는 D3QN 후보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선택된 알고리즘과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시뮬레이션 계획</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기준선·지표·수치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MARL이라는 이름만으로 학습 방식과 협력 규칙이 자동으로 정해지지 않는다.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pp. 1–2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P1과 P2는 서로 다른 오프로딩 결정이다</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모바일 장치</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계산이 큰 작업을 가지고 가까운 edge를 선택한다.</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P1 device–edge</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장치가 작업을 어느 인접 edge에 보낼지 결정한다.</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로컬 edge</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받은 작업과 제한된 계산·저장·통신 자원을 관리한다.</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P2 edge–edge</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필요하면 작업을 여유 있는 이웃 edge로 다시 보낸다.</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P1은 장치의 첫 목적지 선택이고, P2는 edge 사이의 작업 재분배다.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Problem Statement</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부분 관측: 각 agent는 전체 시스템의 일부만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관측 항목은 개념을 설명하기 위한 예시이며 원문의 확정 벡터가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131056"/>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볼 수 있는 정보 예시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보지 못할 수 있는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장치 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자기 queue·무선 채널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edge의 전체 부하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자기 queue·가용 자원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장치와 이웃의 전체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시스템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agent 정보를 합친 개념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개별 agent가 직접 소유한다고 가정하지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local observation은 전체 state와 같지 않으며, 이 차이가 Dec-POMDP 모델의 출발점이다.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Problem Model</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다른 agent의 학습이 내 환경을 움직이게 만든다</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Agent A가 선택 변경</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A가 다른 edge로 작업을 보내기 시작한다.</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공유 부하 변화</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선택된 edge의 queue와 자원 경쟁이 달라진다.</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Agent B의 결과 변화</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행동도 이전과 다른 지연이나 보상을 낼 수 있다.</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 기준 이동</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B에게 환경이 계속 변하는 것처럼 보일 수 있다.</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협력은 여러 정책이 서로의 전이와 보상에 영향을 주는 문제를 다뤄야 한다.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Motivation</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Dec-POMDP는 문제 틀을 주지만 해법을 완성하지 않는다</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5218176"/>
                <a:gridCol w="56530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Dec-POMDP가 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추가로 정해야 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agent가 공동 환경에서 행동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누가 agent인지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agent가 부분 observation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observation에 무엇이 들어가는지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행동들이 시스템 전이에 함께 영향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가능한 offloading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공동 목적을 모델링할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 공유와 coordination 방식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Dec-POMDP라는 이름만으로 중앙 학습, 통신, 보상 공유가 결정되지는 않는다.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Problem Model</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후보 알고리즘: 일반 RL 배경과 제안서의 선택을 구분</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956816"/>
                <a:gridCol w="4892040"/>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후보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일반 RL 배경 설명</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제안서에서의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DDPG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연속 행동을 다루는 actor–critic 계열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 가능성이 언급됨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D3QN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이산 행동 가치를 dueling·double 구조로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 가능성이 언급됨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표현과 coordination 설계에 따라 달라짐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공간 자체가 아직 미정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행동 공간을 정의하기 전에는 두 후보 중 무엇이 맞는지 결정할 수 없다.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candidates; ddpg abstract; dueling abstract; double-dqn abstract</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재현 가능한 MARL 연구에 필요한 명세</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543560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명세해야 할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제안서 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장치·edge 중 누가 학습하는가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관측과 행동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view와 offloading 선택지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보상과 전이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공동 목표·경쟁·동역학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Coordination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정보 교환과 충돌 해결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방향만 언급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환경·기준선·지표·반복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시뮬레이션 계획만 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협력이라는 목표를 agent, 정보, 행동, 보상의 명시적 규칙으로 바꿔야 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pp. 1–2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연구 구상을 검증하기 위한 평가 설계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아래는 원문 결과가 아니라 제안을 시험 가능하게 만드는 교육용 확장이다.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73924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검증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또는 측정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협력의 효과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비협력 또는 단일 agent 기준선과 동일 조건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부분 관측의 영향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범위를 바꾼 조건과 성능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비정상성 대응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동시 학습 중 안정성과 seed별 변동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확장성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 수 증가에 따른 성능·통신·학습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MEC 효율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지연·에너지·자원 사용·실패율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협력 성능뿐 아니라 agent 수가 늘 때 생기는 비용까지 함께 보고해야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research-idea p. 1, Simulation and Challenges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부분 관측 MEC의 협력적 MARL 연구 구상</dc:title>
  <dc:subject>Multi-Agent Deep Reinforcement Learning for Cooperative Task Offloading in Partially Observable Mobile Edge Computing Environment</dc:subject>
  <dc:creator>Research Seminars</dc:creator>
  <cp:lastModifiedBy>Research Seminars</cp:lastModifiedBy>
  <cp:revision>1</cp:revision>
  <dcterms:created xsi:type="dcterms:W3CDTF">2026-09-12T04:15:23Z</dcterms:created>
  <dcterms:modified xsi:type="dcterms:W3CDTF">2026-09-12T04:15:23Z</dcterms:modified>
</cp:coreProperties>
</file>