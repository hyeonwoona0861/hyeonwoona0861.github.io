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CB70127C-8A39-42E7-A198-F76FAC39C7F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협력적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구상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협력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시스템의 구현 결과가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Idea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학습 자료입니다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비정상성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Dec-POMDP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모델 방향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아직 정의되지 않은 설계를 순서대로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title 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A75985-D36B-44BA-8270-415CE4D00E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확인된 연구 방향과 확인되지 않은 구현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제안서라는 말은 문서가 중간에 잘리지 않았다는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연구가 완성되었다는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원문에 있는 문제와 후보 방법만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재현에 필요한 빈칸을 별도로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E63945-0BD8-4BF4-BC1F-D48CAE59B8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오프로딩 결정이다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devise-edge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문맥상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device-edge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장치가 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결정이고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작업을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부하를 나누는 결정입니다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제안서는 두 단계 사이의 통신 규칙이나 실행 순서를 더 구체적으로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Statement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D9F414-4747-4CC1-8E01-8C8628B9CF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시스템의 일부만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Dec-POMDP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상태 전체가 아니라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이해를 위한 예시일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제안서가 확정한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부분 관측이 곧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관측 공유를 뜻하지도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DF579B-B4B9-44E3-B6F5-63C54603B6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학습이 내 환경을 움직이게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관점에서는 환경의 규칙이 고정되어 있다고 기대하기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동시에 정책을 바꾸면 공유 부하가 달라지고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경험하는 결과 분포도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non-stationarity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동기로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66DAD7-BD0F-4FDE-9604-FEA038CDBF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Dec-POMDP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문제 틀을 주지만 해법을 완성하지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Dec-POMDP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모델링하겠다고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부분 관측을 가진 여러 의사결정자를 표현하는 방향입니다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중앙 학습 여부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메시지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 구조는 별도 설계입니다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 없는 중앙집중 학습 구조를 그려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570F8F-D95E-4A53-B83F-7D042B065D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알고리즘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배경과 제안서의 선택을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말하는 사실은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후보라는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열은 별도 원 논문들에 근거한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배경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연속 제어의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actor–critic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분리와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V·A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분해를 함께 쓰는 이산 행동 가치 계열을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제안서는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정의하지 않았으므로 어느 방법이 최종 선택인지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candidates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|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control with deep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https://arxiv.org/abs/1509.02971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|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Network Architectures for Deep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double-dqn |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Reinforcement Learning with Double Q-learning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https://arxiv.org/abs/1509.06461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17CA66-93CE-4262-B2F7-6C57FDA947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연구에 필요한 명세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연구를 구현하려면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정체부터 관측과 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coordination,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설정까지 명시해야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과제로 제시하지만 구체 프로토콜은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85CACE-9EF8-4738-9B6C-1B2C7E6C1D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구상을 검증하기 위한 평가 설계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시뮬레이션과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언급하지만 평가 지표를 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연구 설계 제안입니다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기준선과 비교하고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바꿔 안정성과 비용을 함께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Simulation and Challenges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https://imanrht.github.io/assets/Multi_AgentDRL.pdf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78F4D5-1991-4309-B9E7-B3E3E1A0AB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관측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협력적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MARL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연구 구상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Multi-Agent Deep Reinforcement Learning for Cooperative Task Offloading in Partially Observable Mobile Edge Computing Environment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Iman Rahmati (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연도 미상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의사결정자가 전체 상태를 보지 못하는 환경에서 작업 오프로딩을 어떻게 조정할지 묻는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쪽 제안서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title page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확인된 연구 방향과 확인되지 않은 구현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52178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제안서가 말함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제안서가 아직 말하지 않음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 device–edge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 edge–edge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메시지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타이밍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프로토콜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Dec-POMDP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모델링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DDPG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알고리즘과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계획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이름만으로 학습 방식과 협력 규칙이 자동으로 정해지지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오프로딩 결정이다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모바일 장치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계산이 큰 작업을 가지고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P1 device–edge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장치가 작업을 어느 인접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보낼지 결정한다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받은 작업과 제한된 계산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자원을 관리한다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edge–edge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필요하면 작업을 여유 있는 이웃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다시 보낸다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장치의 첫 목적지 선택이고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작업 재분배다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Statement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부분 관측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전체 시스템의 일부만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관측 항목은 개념을 설명하기 위한 예시이며 원문의 확정 벡터가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볼 수 있는 정보 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보지 못할 수 있는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전체 부하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가용 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장치와 이웃의 전체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시스템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정보를 합친 개념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직접 소유한다고 가정하지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observation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같지 않으며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차이가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Dec-POMDP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모델의 출발점이다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학습이 내 환경을 움직이게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 A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선택 변경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작업을 보내기 시작한다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부하 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자원 경쟁이 달라진다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 B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결과 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행동도 이전과 다른 지연이나 보상을 낼 수 있다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기준 이동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에게 환경이 계속 변하는 것처럼 보일 수 있다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협력은 여러 정책이 서로의 전이와 보상에 영향을 주는 문제를 다뤄야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Dec-POMDP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문제 틀을 주지만 해법을 완성하지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52178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Dec-POMDP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추가로 정해야 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공동 환경에서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무엇이 들어가는지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행동들이 시스템 전이에 함께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공동 목적을 모델링할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공유와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Dec-POMDP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이름만으로 중앙 학습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 공유가 결정되지는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알고리즘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배경과 제안서의 선택을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48920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배경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제안서에서의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DDPG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행동을 다루는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actor–critic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가능성이 언급됨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 행동 가치를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dueling·double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가능성이 언급됨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표현과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설계에 따라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공간 자체가 아직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 공간을 정의하기 전에는 두 후보 중 무엇이 맞는지 결정할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candidates; ddpg abstract; dueling abstract; double-dqn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연구에 필요한 명세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명세해야 할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누가 학습하는가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관측과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view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보상과 전이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공동 목표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동역학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 교환과 충돌 해결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방향만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계획만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협력이라는 목표를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보상의 명시적 규칙으로 바꿔야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 구상을 검증하기 위한 평가 설계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원문 결과가 아니라 제안을 시험 가능하게 만드는 교육용 확장이다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7392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또는 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협력의 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비협력 또는 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기준선과 동일 조건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관측의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범위를 바꾼 조건과 성능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비정상성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학습 중 안정성과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변동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증가에 따른 성능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사용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 성능뿐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늘 때 생기는 비용까지 함께 보고해야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Simulation and Challenges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2026-09-12T04:15:23Z</dcterms:created>
  <dc:creator>Research Seminars</dc:creator>
  <dc:description/>
  <dc:language>ko-KR</dc:language>
  <cp:lastModifiedBy>Research Seminars</cp:lastModifiedBy>
  <dcterms:modified xsi:type="dcterms:W3CDTF">2026-09-12T04:15:23Z</dcterms:modified>
  <cp:revision>1</cp:revision>
  <dc:subject>Multi-Agent Deep Reinforcement Learning for Cooperative Task Offloading in Partially Observable Mobile Edge Computing Environment</dc:subject>
  <dc:title>부분 관측 MEC의 협력적 MARL 연구 구상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