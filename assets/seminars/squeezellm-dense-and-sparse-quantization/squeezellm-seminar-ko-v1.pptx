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SqueezeLLM: Dense-and-Sparse Quantization
발표 대본
SqueezeLLM은 생성형 LLM의 single-batch decoding을 위한 weight-only post-training quantization 방법입니다. 핵심은 모든 값을 같은 방식으로 낮은 bit에 넣지 않는 것입니다. 대부분의 weight는 sensitivity-weighted non-uniform lookup table로 압축하고, 소수의 outlier와 highly sensitive value는 sparse FP16 예외로 보존합니다. 발표에서는 왜 이 구성이 memory wall에 맞는지, 실제 kernel이 두 경로를 어떻게 계산하는지, 결과가 어떤 조건에서 측정됐는지를 분리해 설명합니다.
공개 출처
pmlr | ICML 2024 article record
ICML 2024 PMLR article record
https://proceedings.mlr.press/v235/kim24f.html
pmlr-pdf | p. 1, Abstract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논문의 범위를 먼저 고정한다
발표 대본
Weight-only라는 말은 activation은 FP16으로 유지한다는 뜻입니다. Quantized weight도 packed index로 저장되지만 lookup 뒤 계산은 FP16입니다. 논문의 memory-wall 설명은 batch size 1에서 token 하나의 activation vector와 weight matrix를 곱하는 상황을 전제로 합니다. 여러 request를 큰 batch로 묶어 GEMM을 수행하면 weight reuse가 커져 compute-bound가 될 수 있으므로 같은 속도 논리를 그대로 적용할 수 없습니다.
공개 출처
pmlr-pdf | pp. 1 and 3-4, Abstract and Sec. 3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Token decoding은 weight를 계속 다시 읽는다
발표 대본
Autoregressive decoding은 token을 하나씩 생성합니다. Batch 1에서는 각 layer의 weight matrix가 한 activation vector와 곱해지므로 한 번 읽은 weight를 여러 vector에 재사용하기 어렵습니다. Arithmetic intensity, 즉 memory operation 대비 compute operation 비율이 낮습니다. 이런 상황에서는 weight를 16 bit에서 3 bit 수준으로 줄이면 같은 memory bandwidth로 더 빨리 weight를 공급할 수 있습니다.
공개 출처
pmlr-pdf | p. 3, Sec. 3 Memory Wall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Memory-bound와 compute-bound를 구분해야 한다
발표 대본
Uniform integer quantization은 정수 연산 효율이라는 장점이 있지만, memory-bound decoding에서는 더 중요한 것이 읽는 weight byte입니다. SqueezeLLM은 weight index를 compact하게 읽고 필요할 때 FP16 centroid로 복원합니다. 추가 lookup과 FP16 multiply-add가 있어도 compute unit이 놀고 있다면 end-to-end latency를 줄일 수 있다는 설계입니다. 이는 모든 batch와 device에서 자동으로 성립하는 정리가 아닙니다.
공개 출처
pmlr-pdf | pp. 3-4, Sec. 3 and Fig. 2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3 bit는 representative value 여덟 개를 뜻한다
발표 대본
3 bit index는 0부터 7까지 여덟 상태를 표현합니다. SqueezeLLM은 output channel마다 별도의 FP16 centroid table을 학습합니다. Dense matrix에는 이 centroid의 index가 packed되어 있습니다. 따라서 낮은 bit budget의 핵심 질문은 여덟 representative를 range에 균등 배치할지, 실제 weight density와 sensitivity가 중요한 위치에 비균일하게 배치할지입니다.
공개 출처
pmlr-pdf | pp. 4-6, Secs. 4.1 and 4.3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Uniform bin은 제한된 codebook을 낭비할 수 있다
발표 대본
Uniform quantization은 weight range를 같은 폭의 bin으로 나눕니다. 구현은 단순하지만 weight distribution이 비균일하면 representative를 효율적으로 쓰지 못합니다. 또한 어떤 weight가 최종 loss에 더 민감한지 구분하지 않습니다. SqueezeLLM은 저비트 budget을 단순 거리 평균이 아니라 sensitivity-weighted error를 줄이는 데 배분합니다.
공개 출처
pmlr-pdf | pp. 4-5, Sec. 4.1 and Fig. 3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Non-uniform LUT는 필요한 구간에 centroid를 모은다
발표 대본
단순 non-uniform k-means도 distribution density는 반영하지만 모든 weight를 같은 중요도로 봅니다. SqueezeLLM은 diagonal Fisher weight를 sample weight로 사용해 민감한 값의 quantization error에 더 큰 비용을 부여합니다. 그 결과 centroid가 sensitive value 근처로 끌려갈 수 있습니다. Codebook은 vector codebook이 아니라 output channel별 scalar representatives입니다.
공개 출처
pmlr-pdf | pp. 3-5, Non-uniform Quantization and Sec. 4.1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Weight distance를 final-loss perturbation으로 바꾼다
발표 대본
논문은 단순한 L2 reconstruction에서 시작하지만 최종 loss에 대한 weight perturbation을 더 직접적인 목표로 선택합니다. Taylor expansion의 quadratic term에 Hessian이 등장하고, 이를 sample gradient로 계산한 Fisher matrix로 근사합니다. 다시 diagonal만 남겨 각 weight의 독립 sensitivity score Fᵢᵢ를 얻습니다. 이 근사 덕분에 문제는 weighted one-dimensional k-means가 되지만 cross-weight interaction은 반영하지 않습니다.
공개 출처
pmlr-pdf | pp. 4-5, Equations 1-6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같은 오차 거리도 sensitivity가 크면 더 비싸다
발표 대본
Weighted objective를 말로 읽으면 Fᵢᵢ 곱하기 wᵢ와 Q(wᵢ)의 거리 제곱을 모든 weight에 대해 더하는 것입니다. Fᵢᵢ가 20이면 같은 quantization distance에 대해 F가 1인 weight보다 penalty가 20배입니다. 이 점수는 calibration sample의 gradient에서 계산한 proxy이며 실제 inference마다 다시 계산하지 않습니다.
공개 출처
pmlr-pdf | p. 5, Equations 5-6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교육용 예시: 네 weight와 두 centroid만 사용한다
발표 대본
이 숫자는 LLaMA에서 측정한 Fisher가 아니라 설명을 위한 독립 예시입니다. 네 weight를 centroid 두 개로 표현해야 합니다. 0.10의 diagonal Fisher weight만 20이고 나머지는 1입니다. 다음 슬라이드에서 비슷하게 보이는 두 codebook의 weighted error를 직접 더해 sensitivity-aware 배치가 왜 달라지는지 확인합니다.
공개 출처
pmlr-pdf | pp. 4-5, Equations 5-6; illustrative recomputation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교육용 예시: 민감한 0.10에 centroid를 배정한다
발표 대본
Candidate A에서 -0.20과 -0.10은 -0.15로, 0.10과 0.20은 0.15로 갑니다. Weighted error는 0.0025+0.0025+20×0.0025+0.0025로 0.0575입니다. Candidate B는 0.10을 exact하게 표현하고 0.20도 0.10에 배정해 0.0025+0.0025+0+0.0100, 즉 0.0150입니다. 실제 SqueezeLLM은 더 많은 weight와 centroid로 weighted k-means를 수행합니다.
공개 출처
pmlr-pdf | pp. 4-5, Equations 5-6; illustrative recomputation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각 output channel은 자체 scalar LUT를 갖는다
발표 대본
논문 Quantization Details는 output channel마다 separate lookup table을 할당합니다. 3 bit는 여덟 centroid, 4 bit는 열여섯 centroid입니다. Runtime kernel은 packed index를 읽고 해당 FP16 centroid를 lookup한 뒤 activation vector와 multiply-add합니다. Matrix 전체를 FP16으로 먼저 복원해 별도 buffer에 쓰는 방식이 아니라 piece-by-piece로 dequantize해 memory traffic을 줄입니다.
공개 출처
pmlr-pdf | p. 6, Quantization Details and Sec. 4.3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저장 정밀도와 계산 정밀도를 구분한다
발표 대본
3-bit라는 이름은 dense matrix의 index 폭을 가리킵니다. Lookup table entry는 FP16이고 activation도 FP16입니다. Sparse exception은 coordinate metadata와 FP16 value를 저장합니다. 따라서 nominal bit width보다 실제 average bit width가 커질 수 있습니다. 논문 kernel의 성능은 compact memory read와 FP16 dequantized arithmetic의 조합에서 나옵니다.
공개 출처
pmlr-pdf | p. 6, Sec. 4.3 and Quantization Details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교육용 예시: outlier 하나가 dense range를 늘린다
발표 대본
이 예시는 outlier 분리의 계산 구조만 보여 줍니다. 모든 값을 같은 dense codebook에 넣으면 -2.0 때문에 range가 넓어집니다. -2.0 자리의 D를 0으로 만들고 같은 coordinate의 S에 -2.0을 저장하면 dense 부분은 좁은 range에 centroid를 집중할 수 있습니다. Runtime 결과는 D와 S를 더해 원래 W를 표현합니다. 실제 threshold는 percentile로 정하고 sparse metadata 비용도 존재합니다.
공개 출처
pmlr-pdf | pp. 5-6, Fig. 4 and Sec. 4.2; illustrative values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W=D+S로 분리한 뒤, D만 양자화한다
발표 대본
Decomposition은 low-rank factorization이나 pruning이 아닙니다. 선택한 value는 D에서 0으로 두고 같은 coordinate와 원래 FP16 값을 S에 저장하므로 양자화 전 W=D+S는 정확한 표현입니다. 그다음 D를 low-bit LUT로 양자화한 Q(D)를 사용합니다. 실제 inference는 Q(D)X+SX로서 원래 WX의 근사값입니다. Sparse로 이동한 값은 원래 FP16 값을 보존하지만 dense quantization error는 남습니다. 논문은 dense와 sparse kernel을 함께 launch하고 두 contribution을 합산합니다.
공개 출처
pmlr-pdf | pp. 5-6, Fig. 4 and Sec. 4.2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Sparse S에는 두 종류의 individual value가 들어간다
발표 대본
Outlier는 weight magnitude distribution의 percentile threshold로 고릅니다. Sensitive value는 calibration gradient에서 얻은 diagonal Fisher score로 찾습니다. Highly sensitive value를 sparse FP16으로 보존하면 그 값의 error가 없어지고 dense k-means centroid가 소수 민감값에 지나치게 끌리는 것도 줄어듭니다. SqueezeLLM은 OWQ처럼 selected column 전체를 FP16으로 두지 않고 개별 matrix entry만 보존합니다.
공개 출처
pmlr-pdf | pp. 5-6, Sec. 4.2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대표 0.45% 설정은 0.05%와 0.4%의 합이다
발표 대본
논문의 main 0.45% configuration은 0.05% sensitive values와 0.4% outlier values입니다. Appendix D에서는 sensitive 비율이 0.05%를 넘으면 LLaMA-7B 3-bit C4 설정에서 개선이 둔화됐다고 보고합니다. 이는 empirical choice이지 architecture-independent constant가 아닙니다. Sparse values와 CSR index 때문에 nominal 3-bit보다 average bit width와 memory가 늘어납니다.
공개 출처
pmlr-pdf | pp. 6 and 15, setup and Sec. D.2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Offline 단계는 두 저장 형식을 만든다
발표 대본
Calibration set으로 gradient를 계산해 diagonal Fisher sensitivity를 만듭니다. Percentile outlier와 high-sensitivity entry를 sparse matrix로 추출한 뒤, 남은 dense values에 output-channel별 weighted k-means를 수행합니다. 결과물은 packed low-bit indices, FP16 LUT, sparse CSR values와 metadata입니다. 이 과정은 post-training offline step이며 뒤에서 별도의 quantization time과 peak memory로 평가됩니다.
공개 출처
pmlr-pdf | pp. 4-6 and 18, Sec. 4 and Tables E.5-E.6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Runtime은 dense와 sparse path를 함께 실행한다
발표 대본
Dense kernel은 packed 3/4-bit index를 읽어 FP16 LUT value로 piecewise dequantize하고 activation vector와 곱합니다. Sparse kernel은 CSR coordinate와 FP16 exception을 읽어 별도의 matrix-vector product를 계산합니다. 두 kernel은 함께 launch되어 overlap할 수 있고 마지막에 DX와 SX를 더합니다. Sparse path는 정확한 selected values를 복원하지만 전체 W가 exact라는 뜻은 아닙니다. D의 나머지 값은 quantized approximation입니다.
공개 출처
pmlr-pdf | p. 6, Secs. 4.2-4.3; pp. 14-15, Appendix C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Dense kernel은 lookup 뒤 바로 누적한다
발표 대본
Kernel은 quantized matrix 전체를 먼저 FP16 matrix로 풀어 memory에 기록하지 않습니다. Packed indices를 읽고 LUT를 통해 piece-by-piece로 dequantize한 값을 바로 activation과 곱해 accumulator에 더합니다. 이렇게 해야 dequantized weight matrix를 위한 추가 memory traffic이 생기지 않습니다. 논문은 3-bit와 4-bit CUDA LUT kernel을 구현했습니다.
공개 출처
pmlr-pdf | p. 6, Sec. 4.3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Sparse matrix는 작아도 row별 nonzero가 불균형하다
발표 대본
Appendix C는 output channel마다 nonzero 수가 heavily skewed함을 보여 줍니다. Standard CSR에서 thread 하나가 row 하나를 처리하면 일부 긴 row가 load imbalance를 만듭니다. 이 표의 2,3,30,1은 구조를 설명하기 위한 숫자이며 논문 histogram의 실측 row count를 복사한 것이 아닙니다. 논문 구현은 nonzero 단위로 일을 나눕니다.
공개 출처
pmlr-pdf | pp. 14-15, Fig. C.1 and Appendix C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Balanced kernel은 thread마다 nonzero 열 개를 맡긴다
발표 대본
SqueezeLLM의 balanced hybrid kernel은 thread 수를 정해 각 thread가 열 개 nonzero를 처리하게 합니다. 긴 row가 여러 thread에 나뉘어 load balance가 좋아지지만 같은 row contribution을 합치는 synchronization이 필요합니다. Dense non-uniform kernel과 balanced sparse kernel은 한 call로 launch해 두 output을 더하는 overhead를 줄입니다. 열 개는 저자 구현 선택이지 모든 GPU의 최적값이 아닙니다.
공개 출처
pmlr-pdf | p. 6, Sec. 4.3; pp. 14-15, Appendix C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Sparse FP16 예외에는 실제 latency와 memory 비용이 있다
발표 대본
Table C.1의 LLaMA-7B column에서 dense-only는 1.5초, standard CSR을 더한 0.45% model은 3.9초, balanced sparse kernel은 1.7초입니다. Dense-only 대비 standard CSR은 두 배를 훨씬 넘고, balanced는 약 13% 증가입니다. 논문은 model sizes 전체에서 balanced overhead를 10-20%라고 요약합니다. 이 수치는 A6000, 128 generated tokens, 저자 kernel 조건입니다.
공개 출처
pmlr-pdf | pp. 14-15, Table C.1 and Appendix C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Ablation은 두 아이디어가 각각 기여함을 보여 준다
발표 대본
이 표는 Figure 1과 Table D.2의 LLaMA-7B, 3-bit, C4 조건입니다. Non-uniform만 적용하면 RTN 28.26에서 18.08로 낮아지고, sensitivity-based dense-only는 7.75로 크게 낮아집니다. Sensitive value 0.05%를 sparse로 보존하면 7.67, outlier까지 합쳐 total 0.45%면 7.56입니다. 이 ladder는 method component를 분리하는 가장 직접적인 evidence이지만 다른 model과 metric의 동일 개선을 보장하지 않습니다.
공개 출처
pmlr-pdf | p. 2, Fig. 1; p. 15, Table D.2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Nominal 3 bit와 average bit width는 다르다
발표 대본
Table 1은 methods를 model size 기준으로 묶습니다. Dense SqueezeLLM은 LUT overhead 때문에 average 3.02 bits입니다. Sparse 0.45%를 추가하면 FP16 values와 metadata 때문에 3.24 bits가 되고 memory도 3.1GB로 늘어납니다. Grouped GPTQ 128도 scale metadata 때문에 3.24 bits입니다. 그러므로 3-bit라는 이름만 보고 3.00과 3.24를 같은 storage budget으로 비교하면 불공정합니다.
공개 출처
pmlr-pdf | p. 7, Table 1, LLaMA-7B 3-bit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비슷한 size 안에서 quality를 비교한다
발표 대본
Non-grouped GPTQ와 dense SqueezeLLM은 약 2.9GB group에서 비교할 수 있습니다. Sparse 0.45% SqueezeLLM은 average 3.24 bits라 grouped GPTQ 128과 더 비슷한 size입니다. 표의 perplexity는 낮을수록 좋습니다. 이 결과는 LLaMA-7B와 두 language-modeling dataset에 대한 것이며 instruction-following이나 다른 architecture의 모든 성능을 대표하지 않습니다.
공개 출처
pmlr-pdf | p. 7, Table 1, LLaMA-7B 3-bit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Latency 결과에는 GPU와 token 수를 붙여야 한다
발표 대본
Table 3은 A6000 GPU에서 single-batch로 128 tokens를 생성할 때 Torch CUDA profiler로 측정한 latency와 peak memory입니다. Dense SqueezeLLM은 1.5초, sparse 0.45%는 1.7초로 sparse correction 비용이 보입니다. FP16은 3.2초입니다. Non-grouped GPTQ는 1.4초로 약간 빠르지만 perplexity가 더 나쁩니다. 속도와 quality를 함께 비교해야 합니다.
공개 출처
pmlr-pdf | pp. 6 and 9, Latency Profiling and Table 3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Grouped GPTQ latency는 구현 조건에 민감하다
발표 대본
논문은 grouped GPTQ with activation ordering이 저자 구현에서 13.7초로 느린 이유를 memory access pattern으로 설명합니다. 그러나 official grouped GPTQ kernel이 제공되지 않아 저자들이 active open-source implementation을 기반으로 만들었습니다. 다른 kernel fusion, layout, GPU에서는 결과가 달라질 수 있습니다. 이 비교는 동일 실험 환경에서 format과 access pattern의 영향을 보여 주는 evidence로 읽어야 합니다.
공개 출처
pmlr-pdf | pp. 6-7 and 9, setup, Table 1 footnote and Table 3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Sensitivity는 calibration sample에서 계산한다
발표 대본
Main experiments는 Vicuna에는 Vicuna training set, 나머지에는 C4 training set에서 random 100 samples를 씁니다. Table E.7의 LLaMA2-7B 4-bit 실험에서는 10 examples와 100 examples가 C4 perplexity 7.72로 같고 WikiText2는 6.17과 6.18입니다. 이는 그 model, bit width, metric에서 적은 sample이 충분했다는 evidence이지 모든 setting의 universal sample complexity가 아닙니다.
공개 출처
pmlr-pdf | p. 6, setup; pp. 18-19, Table E.7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Quantization 자체에도 memory와 시간이 든다
발표 대본
Table E.5는 quantization peak memory를, Table E.6은 Fisher computation과 sensitivity-based k-means 시간을 보고합니다. 65B는 peak 292GB, Fisher 2.5분, k-means 80분입니다. Hardware가 서로 다르므로 두 시간을 단일 device latency처럼 해석하면 안 됩니다. 이 비용은 model을 변환할 때 한 번 발생하며 token decoding latency와 다른 단계입니다.
공개 출처
pmlr-pdf | p. 18, Tables E.5-E.6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보존 단위를 보면 인접 방법과 구분된다
발표 대본
SqueezeLLM의 dense codebook entry는 scalar이며 output channel마다 학습됩니다. Sparse 예외는 matrix의 individual values입니다. OWQ의 selected whole columns와 다르고, VPTQ 같은 vector quantization의 vector codebook과도 다릅니다. Outlier exception만 사용하는 방법과 달리 dense quantizer 자체도 diagonal-Fisher weighted non-uniform k-means입니다. 두 부분의 결합이 논문의 method identity입니다.
공개 출처
pmlr-pdf | pp. 2-6, Secs. 2-4
Public ICML 2024 paper PDF
https://proceedings.mlr.press/v235/kim24f/kim24f.pdf
owq-paper | Sec. 3, weak columns
OWQ, AAAI 2024 primary paper
https://ojs.aaai.org/index.php/AAAI/article/download/29237/30335
vptq-paper | Sec. 3, vector quantization
VPTQ, EMNLP 2024 primary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논문 결과에서 말할 수 있는 범위를 지킨다
발표 대본
논문은 여러 model과 dataset을 평가하지만 모든 architecture와 hardware에 대한 theorem을 제시하지 않습니다. Dense+sparse는 selected exceptions만 exact하고 나머지 D는 quantized입니다. Diagonal Fisher는 cross-weight interaction을 버립니다. Latency는 저자 kernel과 A6000 또는 appendix A100 조건입니다. 이런 경계를 명시하면 결과를 약화하는 것이 아니라 무엇이 실제로 검증됐는지 더 정확히 전달할 수 있습니다.
공개 출처
pmlr-pdf | pp. 5-9 and 22, method, results and limitations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 남는 한계와 비용
발표 대본
논문의 own limitation은 generation tasks 중심의 평가와 encoder-only 또는 encoder-decoder architecture에 대한 부족한 검토를 포함합니다. Memory-wall roofline model도 simplified hardware pipeline assumptions를 사용합니다. Method 차원에서는 diagonal Fisher approximation, sparse format overhead, empirical sparsity ratio가 있습니다. 따라서 target deployment가 large-batch serving이라면 동일 model size라도 speedup을 다시 benchmark해야 합니다.
공개 출처
pmlr-pdf | pp. 3, 5, 14-15 and 22, footnote and limitations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SqueezeLLM을 기억하는 다섯 문장
발표 대본
SqueezeLLM의 논리를 한 문장으로 줄이면 제한된 memory bandwidth budget을 weight 중요도에 따라 다르게 배분하는 방법입니다. Dense path는 sensitivity-weighted non-uniform scalar LUT를 쓰고, sparse path는 dense range와 centroid를 망가뜨리는 예외를 exact하게 보존합니다. Runtime에서는 두 contribution을 모두 계산합니다. 결과를 인용할 때는 average bit width, model과 dataset, GPU, batch와 generated-token 조건을 함께 붙여야 합니다.
공개 출처
pmlr-pdf | pp. 1-9, Abstract through evaluation
Public ICML 2024 paper PDF
https://proceedings.mlr.press/v235/kim24f/kim24f.pdf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공개 출처
발표 대본
기술적 주장과 실험 수치는 ICML 2024 PMLR PDF의 23-page proceedings-plus-appendix version을 기준으로 확인했습니다. PMLR article record는 출판 identity를, arXiv는 공개 preprint record를 제공합니다. Official GitHub repository는 저자들이 연결한 implementation source입니다. 모든 slide citation은 공개 원문의 구체적 page, table, figure 또는 section을 가리킵니다.
공개 출처
pmlr | ICML 2024 article record
ICML 2024 PMLR article record
https://proceedings.mlr.press/v235/kim24f.html
pmlr-pdf | pp. 1-23
Public ICML 2024 paper PDF
https://proceedings.mlr.press/v235/kim24f/kim24f.pdf
code | repository landing page
Authors' official implementation
https://github.com/SqueezeAILab/SqueezeLLM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SqueezeLLM: Dense-and-Sparse Quantization</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SqueezeLLM: Dense-and-Sparse Quantization</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Sehoon Kim, Coleman Hooper, Amir Gholami, Zhen Dong, Xiuyu Li, Sheng Shen, Michael W. Mahoney, Kurt Keutzer (2024)</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메모리 대역폭을 줄이면서 민감한 weight와 outlier를 보존하는 weight-only PTQ</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 ICML 2024 article record; pmlr-pdf p. 1,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논문의 범위를 먼저 고정한다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속도 논리는 single-batch generative decoding의 matrix-vector 연산에 맞춰져 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4565904"/>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범위 밖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LLM weight matrix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 quantization이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방식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Post-training quantization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retraining이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Single-batch token decoding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Large-batch GEMM 일반론이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정밀도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3/4-bit index와 FP16 arithmetic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Integer-only inference가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Memory traffic와 model size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연산량 감소만의 문제가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SqueezeLLM은 저비트 계산보다 저비트 저장과 전송을 우선한다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1 and 3-4, Abstract and Sec.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Token decoding은 weight를 계속 다시 읽는다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Batch 1에서는 큰 matrix W가 token activation vector x 하나에만 사용된다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Activation x</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token의 FP16 vector</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Load W</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Layer의 큰 weight matrix를 memory에서 읽음</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Matrix-vector</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한 vector에 각 weight를 한 번 사용</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Output y</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다음 연산으로 보낼 FP16 vector</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Next token</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다음 decoding step에서 weight를 다시 읽음</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Arithmetic unit이 빠르더라도 weight 도착을 기다리면 latency는 bandwidth에 묶인다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 3, Sec. 3 Memory Wall</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Memory-bound와 compute-bound를 구분해야 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Quantization speedup은 hardware와 batch가 만드는 arithmetic intensity에 달려 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717800"/>
                <a:gridCol w="3370072"/>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병목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Quantization의 직접 효과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대표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Memory-bound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transfer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읽을 byte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Single-batch GEMV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Compute-bound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Arithmetic throughput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저장 감소만으로 부족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Large-batch GEMM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SqueezeLLM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번째 조건을 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FP16 lookup을 허용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 kernel과 GPU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비균일 LUT의 추가 연산이 작다는 판단도 memory-bound 조건에서 나온다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3-4, Sec. 3 and Fig.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3 bit는 representative value 여덟 개를 뜻한다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weight는 실제 FP16 값을 직접 저장하지 않고 codebook index를 저장한다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391664"/>
                <a:gridCol w="3043936"/>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저장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Bit pattern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Lookup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Centroid c₀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representative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Centroid c₁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둘째 representative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 2-6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010-110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Centroid c₂-c₆</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중간 representatives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 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Centroid c₇</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여덟째 representative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성능은 여덟 centroid를 어디에 배치하느냐에 크게 좌우된다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4-6, Secs. 4.1 and 4.3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Uniform bin은 제한된 codebook을 낭비할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Equal-width partition은 weight density와 loss sensitivity를 보지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3804920"/>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상황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Uniform 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문제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Weight가 0 근처에 밀집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range에 같은 간격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빈 구간에도 centroid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Rare extreme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최솟값부터 최댓값까지 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보통 값의 resolution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민감도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거리 오차를 동일 취급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중요 weight를 덜 정확히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Integer arithmetic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scale로 계산 용이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Memory-bound latency의 핵심이 아닐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3 bit라도 representative 배치가 다르면 loss perturbation이 달라진다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4-5, Sec. 4.1 and Fig.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Non-uniform LUT는 필요한 구간에 centroid를 모은다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간격은 고정되지 않으며 channel별 weight와 sensitivity가 학습 위치를 정한다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3043936"/>
                <a:gridCol w="3152648"/>
                <a:gridCol w="21742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Centroid 배치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최적화 기준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Runtime 표현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Range에 같은 간격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Raw squared error 또는 scale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정수 code와 scale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Unweighted k-means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Weight가 많은 곳에 밀집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reconstruction 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Index와 scalar LUT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SqueezeLLM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민감한 값 쪽으로 더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Fisher-weighted squared 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Index와 FP16 LUT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비균일이라는 말만으로는 부족하며 sensitivity weighting이 핵심 차이다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3-5, Non-uniform Quantization and Sec. 4.1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Weight distance를 final-loss perturbation으로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Taylor expansion에서 출발해 계산 가능한 diagonal Fisher weighted k-means로 단순화한다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Quantize W</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Original W를 codebook value WQ로 교체</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Loss change</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Final model loss의 변화량을 Taylor 근사</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Zero gradient</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Converged model 가정으로 linear term 제거</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Fisher proxy</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Sample gradient outer product로 Hessian 근사</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Diagonal</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Cross-weight interaction을 버리고 weighted error 계산</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Full Hessian을 저장하거나 exact global loss를 직접 최소화하는 방법은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4-5, Equations 1-6</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같은 오차 거리도 sensitivity가 크면 더 비싸다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목표는 각 weight의 squared error에 diagonal Fisher Fᵢᵢ를 곱해 합하는 것이다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4674616"/>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큰 값일 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wᵢ</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Original scalar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저장할 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Q(wᵢ)</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배정된 LUT centroid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wᵢ와 가까워야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거리 제곱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Quantization magnitude 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Raw reconstruction 손실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Fᵢᵢ</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Final loss sensitivity proxy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거리 오차에 더 큰 penalty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Weighted sum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scalar penalty 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k-means가 줄이는 objective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Sensitivity는 bit를 직접 늘리는 값이 아니라 centroid 배치를 움직이는 weight다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 5, Equations 5-6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예시: 네 weight와 두 centroid만 사용한다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실험값이 아니라 sensitivity weighting의 효과를 다시 계산하기 위한 작은 문제다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2065528"/>
                <a:gridCol w="2065528"/>
                <a:gridCol w="2065528"/>
                <a:gridCol w="20655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Weight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-0.20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-0.10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0.10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0.20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Fisher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민감도 해석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매우 높음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0.10의 quantization error만 다른 값보다 20배 크게 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4-5, Equations 5-6; illustrative recomputation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예시: 민감한 0.10에 centroid를 배정한다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Candidate B는 0.10을 exact하게 표현해 weighted error를 0.0575에서 0.0150으로 낮춘다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3043936"/>
                <a:gridCol w="3261360"/>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Codebook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Centroids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0.10의 error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전체 weighted error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{-0.15, 0.15}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20×0.05²=0.0500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0.0575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{-0.15, 0.10}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20×0²=0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0.0150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둘째 centroid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민감한 값 exact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74%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B는 raw 최대 오차를 고르게 하지 않고 loss proxy가 큰 값을 우선한다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4-5, Equations 5-6; illustrative recomputation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각 output channel은 자체 scalar LUT를 갖는다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channel의 dense weight는 3/4-bit index로 저장되고 필요할 때 FP16 centroid로 복원된다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Channel weights</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한 output row의 dense scalar values</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Weighted k-means</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Channel별 8개 또는 16개 centroid 학습</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Packed indices</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scalar를 3/4-bit code로 저장</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FP16 LUT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Code가 가리키는 scalar centroid 보관</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Piecewise decode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Kernel이 tile별로 읽고 즉시 multiply-add</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SqueezeLLM은 vector quantization이 아니라 per-channel scalar codebook 방식이다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 6, Quantization Details and Sec. 4.3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저장 정밀도와 계산 정밀도를 구분한다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낮은 bit는 dense weight index에 적용되고 centroid·activation·arithmetic은 FP16이다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3913632"/>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정밀도·형식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Runtime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Dense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Packed 3/4-bit index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Memory에서 compact하게 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Dense codebook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 scalar centroids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Index를 actual value로 decode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Decoded dense와 sparse value에 곱함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Sparse exceptions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 values와 CSR metadata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Exact sparse contribution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Arithmetic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DX와 SX를 계산해 합산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3-bit SqueezeLLM을 integer-only inference라고 부르면 구현을 잘못 설명한다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 6, Sec. 4.3 and Quantization Details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예시: outlier 하나가 dense range를 늘린다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-2.0을 sparse FP16으로 빼면 dense codebook은 -0.20부터 0.20에 집중할 수 있다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478784"/>
                <a:gridCol w="2500376"/>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Dense range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Original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{-2.0,-0.20,0.10,0.20}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Outlier가 range 지배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Dense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{0,-0.20,0.10,0.20}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[-0.20,0.20]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보통 값 resolution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Sparse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위치와 -2.0을 FP16 보존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Reconstruct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W=D+S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 값 복원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Inference에서 두 product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숫자는 threshold나 실제 layer 분포를 재현한 논문 측정값이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5-6, Fig. 4 and Sec. 4.2; illustrative values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W=D+S로 분리한 뒤, D만 양자화한다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분리 자체는 정확하지만, 실제 계산 Q(D)X+SX에는 dense 양자화 오차가 남는다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Weight W</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Outlier와 sensitive value를 선택</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Quantized Q(D)</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D의 값 → low-bit LUT index</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Sparse S</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선택 coordinate와 FP16 value</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Q(D)X + SX</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두 contribution 합산</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Approx. WX</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Dense 양자화 오차는 남음</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5-6, Fig. 4 and Sec. 4.2</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Sparse S에는 두 종류의 individual value가 들어간다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범위를 넓히는 outlier와 loss proxy가 큰 sensitive weight를 서로 다른 이유로 보존한다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3696208"/>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종류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 기준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Sparse로 옮기는 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Outlier value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percentile threshold 밖</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Dense range를 좁힘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Sensitive value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Diagonal Fisher score가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 값의 quantization error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Centroid 효과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종류 모두 dense에서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나머지 centroid가 ordinary value에 집중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보존 단위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Matrix의 individual cell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Whole input-feature column이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S를 outlier-only residual로 설명하면 sensitivity exception을 빠뜨린다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5-6, Sec. 4.2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대표 0.45% 설정은 0.05%와 0.4%의 합이다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Sensitive value와 outlier value 비율을 분리해 읽어야 average bit overhead를 이해할 수 있다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696208"/>
                <a:gridCol w="2717800"/>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전체 weight 비율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저장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Sensitive exceptions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 value와 coordinate metadata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Outlier exceptions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 value와 CSR metadata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Sparse S 합계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Dense index 외 추가 storage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Dense-only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Sparse path 없이 LUT-indexed D만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0.45%는 실험 설정이며 모든 model의 보편 최적 비율이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6 and 15, setup and Sec. D.2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Offline 단계는 두 저장 형식을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Calibration과 k-means는 배포 전 한 번 수행하며 decoding kernel 안에서 반복하지 않는다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Calibration</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Sample에서 final loss gradient 계산</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Diagonal Fisher</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Weight별 sensitivity score 생성</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Extract S</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Outlier와 top sensitive values 선택</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Fit D LUT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남은 value에 channelwise weighted k-means</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Pack model</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3/4-bit indices, FP16 LUT, CSR exceptions 저장</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Offline Fisher·k-means 비용과 online token latency를 같은 시간으로 비교하면 안 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4-6 and 18, Sec. 4 and Tables E.5-E.6</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Runtime은 dense와 sparse path를 함께 실행한다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kernel이 같은 FP16 activation을 사용하고 DX와 SX를 더해 output vector를 만든다</a:t>
            </a:r>
            <a:endParaRPr lang="en-US" sz="1900" dirty="0"/>
          </a:p>
        </p:txBody>
      </p:sp>
      <p:sp>
        <p:nvSpPr>
          <p:cNvPr id="4" name="mechanism-lane-dense"/>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Dense path</a:t>
            </a:r>
            <a:endParaRPr lang="en-US" sz="1250" dirty="0"/>
          </a:p>
        </p:txBody>
      </p:sp>
      <p:sp>
        <p:nvSpPr>
          <p:cNvPr id="5" name="mechanism-lane-sparse"/>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Sparse path</a:t>
            </a:r>
            <a:endParaRPr lang="en-US" sz="1250" dirty="0"/>
          </a:p>
        </p:txBody>
      </p:sp>
      <p:sp>
        <p:nvSpPr>
          <p:cNvPr id="6" name="mechanism-edge-d-decode-segment-1"/>
          <p:cNvSpPr/>
          <p:nvPr/>
        </p:nvSpPr>
        <p:spPr>
          <a:xfrm>
            <a:off x="329946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d-matvec-segment-1"/>
          <p:cNvSpPr/>
          <p:nvPr/>
        </p:nvSpPr>
        <p:spPr>
          <a:xfrm>
            <a:off x="534162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d-result-segment-1"/>
          <p:cNvSpPr/>
          <p:nvPr/>
        </p:nvSpPr>
        <p:spPr>
          <a:xfrm>
            <a:off x="738378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d-sum-segment-1"/>
          <p:cNvSpPr/>
          <p:nvPr/>
        </p:nvSpPr>
        <p:spPr>
          <a:xfrm>
            <a:off x="9425940" y="2990850"/>
            <a:ext cx="321733" cy="0"/>
          </a:xfrm>
          <a:prstGeom prst="line">
            <a:avLst/>
          </a:prstGeom>
          <a:noFill/>
          <a:ln w="12700">
            <a:solidFill>
              <a:srgbClr val="0D685C"/>
            </a:solidFill>
            <a:prstDash val="solid"/>
            <a:headEnd type="none"/>
            <a:tailEnd type="none"/>
          </a:ln>
        </p:spPr>
        <p:txBody>
          <a:bodyPr/>
          <a:lstStyle/>
          <a:p>
            <a:endParaRPr lang="ko-KR"/>
          </a:p>
        </p:txBody>
      </p:sp>
      <p:sp>
        <p:nvSpPr>
          <p:cNvPr id="10" name="mechanism-edge-d-sum-segment-2"/>
          <p:cNvSpPr/>
          <p:nvPr/>
        </p:nvSpPr>
        <p:spPr>
          <a:xfrm flipV="1">
            <a:off x="9747673" y="2787650"/>
            <a:ext cx="0" cy="203200"/>
          </a:xfrm>
          <a:prstGeom prst="line">
            <a:avLst/>
          </a:prstGeom>
          <a:noFill/>
          <a:ln w="12700">
            <a:solidFill>
              <a:srgbClr val="0D685C"/>
            </a:solidFill>
            <a:prstDash val="solid"/>
            <a:headEnd type="none"/>
            <a:tailEnd type="none"/>
          </a:ln>
        </p:spPr>
        <p:txBody>
          <a:bodyPr/>
          <a:lstStyle/>
          <a:p>
            <a:endParaRPr lang="ko-KR"/>
          </a:p>
        </p:txBody>
      </p:sp>
      <p:sp>
        <p:nvSpPr>
          <p:cNvPr id="11" name="mechanism-edge-d-sum-segment-3"/>
          <p:cNvSpPr/>
          <p:nvPr/>
        </p:nvSpPr>
        <p:spPr>
          <a:xfrm>
            <a:off x="9747673" y="2787650"/>
            <a:ext cx="160867" cy="0"/>
          </a:xfrm>
          <a:prstGeom prst="line">
            <a:avLst/>
          </a:prstGeom>
          <a:noFill/>
          <a:ln w="12700">
            <a:solidFill>
              <a:srgbClr val="0D685C"/>
            </a:solidFill>
            <a:prstDash val="solid"/>
            <a:headEnd type="none"/>
            <a:tailEnd type="triangle"/>
          </a:ln>
        </p:spPr>
        <p:txBody>
          <a:bodyPr/>
          <a:lstStyle/>
          <a:p>
            <a:endParaRPr lang="ko-KR"/>
          </a:p>
        </p:txBody>
      </p:sp>
      <p:sp>
        <p:nvSpPr>
          <p:cNvPr id="12" name="mechanism-edge-s-balance-segment-1"/>
          <p:cNvSpPr/>
          <p:nvPr/>
        </p:nvSpPr>
        <p:spPr>
          <a:xfrm>
            <a:off x="329946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3" name="mechanism-edge-s-matvec-segment-1"/>
          <p:cNvSpPr/>
          <p:nvPr/>
        </p:nvSpPr>
        <p:spPr>
          <a:xfrm>
            <a:off x="534162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4" name="mechanism-edge-s-result-segment-1"/>
          <p:cNvSpPr/>
          <p:nvPr/>
        </p:nvSpPr>
        <p:spPr>
          <a:xfrm>
            <a:off x="738378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5" name="mechanism-edge-s-sum-segment-1"/>
          <p:cNvSpPr/>
          <p:nvPr/>
        </p:nvSpPr>
        <p:spPr>
          <a:xfrm>
            <a:off x="9425940" y="4552950"/>
            <a:ext cx="160867" cy="0"/>
          </a:xfrm>
          <a:prstGeom prst="line">
            <a:avLst/>
          </a:prstGeom>
          <a:noFill/>
          <a:ln w="12700">
            <a:solidFill>
              <a:srgbClr val="0D685C"/>
            </a:solidFill>
            <a:prstDash val="solid"/>
            <a:headEnd type="none"/>
            <a:tailEnd type="none"/>
          </a:ln>
        </p:spPr>
        <p:txBody>
          <a:bodyPr/>
          <a:lstStyle/>
          <a:p>
            <a:endParaRPr lang="ko-KR"/>
          </a:p>
        </p:txBody>
      </p:sp>
      <p:sp>
        <p:nvSpPr>
          <p:cNvPr id="16" name="mechanism-edge-s-sum-segment-2"/>
          <p:cNvSpPr/>
          <p:nvPr/>
        </p:nvSpPr>
        <p:spPr>
          <a:xfrm flipV="1">
            <a:off x="9586807" y="3194050"/>
            <a:ext cx="0" cy="1358900"/>
          </a:xfrm>
          <a:prstGeom prst="line">
            <a:avLst/>
          </a:prstGeom>
          <a:noFill/>
          <a:ln w="12700">
            <a:solidFill>
              <a:srgbClr val="0D685C"/>
            </a:solidFill>
            <a:prstDash val="solid"/>
            <a:headEnd type="none"/>
            <a:tailEnd type="none"/>
          </a:ln>
        </p:spPr>
        <p:txBody>
          <a:bodyPr/>
          <a:lstStyle/>
          <a:p>
            <a:endParaRPr lang="ko-KR"/>
          </a:p>
        </p:txBody>
      </p:sp>
      <p:sp>
        <p:nvSpPr>
          <p:cNvPr id="17" name="mechanism-edge-s-sum-segment-3"/>
          <p:cNvSpPr/>
          <p:nvPr/>
        </p:nvSpPr>
        <p:spPr>
          <a:xfrm>
            <a:off x="9586807" y="3194050"/>
            <a:ext cx="321733" cy="0"/>
          </a:xfrm>
          <a:prstGeom prst="line">
            <a:avLst/>
          </a:prstGeom>
          <a:noFill/>
          <a:ln w="12700">
            <a:solidFill>
              <a:srgbClr val="0D685C"/>
            </a:solidFill>
            <a:prstDash val="solid"/>
            <a:headEnd type="none"/>
            <a:tailEnd type="triangle"/>
          </a:ln>
        </p:spPr>
        <p:txBody>
          <a:bodyPr/>
          <a:lstStyle/>
          <a:p>
            <a:endParaRPr lang="ko-KR"/>
          </a:p>
        </p:txBody>
      </p:sp>
      <p:sp>
        <p:nvSpPr>
          <p:cNvPr id="18" name="mechanism-node-packed"/>
          <p:cNvSpPr/>
          <p:nvPr/>
        </p:nvSpPr>
        <p:spPr>
          <a:xfrm>
            <a:off x="173990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Packed 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3/4-bit indices</a:t>
            </a:r>
            <a:endParaRPr lang="en-US" sz="1150" dirty="0"/>
          </a:p>
        </p:txBody>
      </p:sp>
      <p:sp>
        <p:nvSpPr>
          <p:cNvPr id="19" name="mechanism-node-lut"/>
          <p:cNvSpPr/>
          <p:nvPr/>
        </p:nvSpPr>
        <p:spPr>
          <a:xfrm>
            <a:off x="378206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LUT decode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FP16 centroid</a:t>
            </a:r>
            <a:endParaRPr lang="en-US" sz="1150" dirty="0"/>
          </a:p>
        </p:txBody>
      </p:sp>
      <p:sp>
        <p:nvSpPr>
          <p:cNvPr id="20" name="mechanism-node-dgemv"/>
          <p:cNvSpPr/>
          <p:nvPr/>
        </p:nvSpPr>
        <p:spPr>
          <a:xfrm>
            <a:off x="582422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Dense GEMV</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FP16 multiply-add</a:t>
            </a:r>
            <a:endParaRPr lang="en-US" sz="1150" dirty="0"/>
          </a:p>
        </p:txBody>
      </p:sp>
      <p:sp>
        <p:nvSpPr>
          <p:cNvPr id="21" name="mechanism-node-dx"/>
          <p:cNvSpPr/>
          <p:nvPr/>
        </p:nvSpPr>
        <p:spPr>
          <a:xfrm>
            <a:off x="786638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DX</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Dense contribution</a:t>
            </a:r>
            <a:endParaRPr lang="en-US" sz="1150" dirty="0"/>
          </a:p>
        </p:txBody>
      </p:sp>
      <p:sp>
        <p:nvSpPr>
          <p:cNvPr id="22" name="mechanism-node-sum"/>
          <p:cNvSpPr/>
          <p:nvPr/>
        </p:nvSpPr>
        <p:spPr>
          <a:xfrm>
            <a:off x="9908540" y="26606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Output 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DX + SX</a:t>
            </a:r>
            <a:endParaRPr lang="en-US" sz="1150" dirty="0"/>
          </a:p>
        </p:txBody>
      </p:sp>
      <p:sp>
        <p:nvSpPr>
          <p:cNvPr id="23" name="mechanism-node-csr"/>
          <p:cNvSpPr/>
          <p:nvPr/>
        </p:nvSpPr>
        <p:spPr>
          <a:xfrm>
            <a:off x="173990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CSR 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FP16 exceptions</a:t>
            </a:r>
            <a:endParaRPr lang="en-US" sz="1150" dirty="0"/>
          </a:p>
        </p:txBody>
      </p:sp>
      <p:sp>
        <p:nvSpPr>
          <p:cNvPr id="24" name="mechanism-node-balance"/>
          <p:cNvSpPr/>
          <p:nvPr/>
        </p:nvSpPr>
        <p:spPr>
          <a:xfrm>
            <a:off x="378206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Balance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10 nonzeros/thread</a:t>
            </a:r>
            <a:endParaRPr lang="en-US" sz="1150" dirty="0"/>
          </a:p>
        </p:txBody>
      </p:sp>
      <p:sp>
        <p:nvSpPr>
          <p:cNvPr id="25" name="mechanism-node-sgemv"/>
          <p:cNvSpPr/>
          <p:nvPr/>
        </p:nvSpPr>
        <p:spPr>
          <a:xfrm>
            <a:off x="582422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Sparse GEMV</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Coordinate lookup</a:t>
            </a:r>
            <a:endParaRPr lang="en-US" sz="1150" dirty="0"/>
          </a:p>
        </p:txBody>
      </p:sp>
      <p:sp>
        <p:nvSpPr>
          <p:cNvPr id="26" name="mechanism-node-sx"/>
          <p:cNvSpPr/>
          <p:nvPr/>
        </p:nvSpPr>
        <p:spPr>
          <a:xfrm>
            <a:off x="7866380" y="4222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SX</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Exact exceptions</a:t>
            </a:r>
            <a:endParaRPr lang="en-US" sz="1150" dirty="0"/>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Dense approximation만 계산하면 sparse로 보존한 weight contribution을 잃는다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 6, Secs. 4.2-4.3; pp. 14-15, Appendix C</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Dense kernel은 lookup 뒤 바로 누적한다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Packed index를 작은 조각으로 읽고 LUT lookup 뒤 FP16 multiply-add를 수행한다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Read bits</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Compressed matrix에서 3/4-bit code load</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Index LUT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해당 output channel의 FP16 centroid 선택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Dequantize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필요한 weight tile만 FP16 value로 변환</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Multiply</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FP16 activation element와 곱함</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Accumulate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Output channel의 DX에 즉시 누적</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저비트 index는 memory traffic을 줄이고 FP16 arithmetic은 기존 compute를 사용한다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 6, Sec. 4.3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Sparse matrix는 작아도 row별 nonzero가 불균형하다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thread가 한 row를 맡으면 긴 row를 처리하는 thread가 전체 kernel을 지연시킨다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413256"/>
                <a:gridCol w="2500376"/>
                <a:gridCol w="3587496"/>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Row</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Nonzeros 예시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One-row-per-thread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Fixed-work 방식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빨리 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row와 묶어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빨리 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row와 묶어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thread에 긴 tail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thread로 분할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대부분 대기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정해진 nonzero 수만 담당</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Sparsity percentage만 작다고 sparse kernel overhead가 자동으로 작은 것은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14-15, Fig. C.1 and Appendix C</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Balanced kernel은 thread마다 nonzero 열 개를 맡긴다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Row boundary를 넘겨 work를 균등화하는 대신 synchronization이 추가된다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CSR entries</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Row별 길이가 다른 nonzero sequence</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Flatten work</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Nonzero 기준으로 처리 구간을 나눔</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10 per thread</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논문 구현의 fixed assignment</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Sync rows</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한 row를 여러 thread가 처리해 synchronization</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Add SX</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Balanced partial sums를 output에 누적</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균형 개선은 공짜가 아니며 synchronization과 metadata access를 교환한다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 6, Sec. 4.3; pp. 14-15, Appendix C</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Sparse FP16 예외에는 실제 latency와 memory 비용이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LLaMA-7B 3-bit·0.45%·A6000·128-token 조건에서 kernel 선택이 overhead를 좌우했다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261360"/>
                <a:gridCol w="2174240"/>
                <a:gridCol w="2500376"/>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Kernel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Sparsity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Latency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Peak memory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Dense 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Standard CSR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3.9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Balanced sparse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Standard CSR의 100% 초과 overhead를 balanced kernel이 약 13%로 낮춘 조건이다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14-15, Table C.1 and Appendix C</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Ablation은 두 아이디어가 각각 기여함을 보여 준다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LLaMA-7B·3-bit·C4 perplexity에서 uniform부터 dense+sparse까지 단계별로 비교한다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239768"/>
                <a:gridCol w="2174240"/>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C4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추가된 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RTN uniform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28.26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Equal-width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Non-uniform, no sensitivity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Unweighted scalar k-means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Sensitivity dense-only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Diagonal-Fisher weighted k-means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+0.05% sensitive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7.67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Sensitive exact exceptions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0.45% total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0.05% sensitive + 0.4% outlier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가장 큰 개선은 sensitivity weighting이며 sparse 예외가 추가 개선을 만든다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 2, Fig. 1; p. 15, Table D.2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Nominal 3 bit와 average bit width는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LUT·sparse FP16 values·CSR metadata가 dense index 외 storage를 추가한다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131056"/>
                <a:gridCol w="1956816"/>
                <a:gridCol w="2174240"/>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LLaMA-7B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Nominal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Average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Memory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 no grouping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3.00 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SqueezeLLM dense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3.02 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 group 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3.24 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SqueezeLLM 0.45%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 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3.24 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정확도 비교는 같은 nominal label보다 비슷한 model size·average bits로 묶어야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 7, Table 1, LLaMA-7B 3-bit</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비슷한 size 안에서 quality를 비교한다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LLaMA-7B의 C4·WikiText-2 perplexity는 average width와 함께 읽는다</a:t>
            </a:r>
            <a:endParaRPr lang="en-US" sz="1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478784"/>
                <a:gridCol w="1739392"/>
                <a:gridCol w="1848104"/>
                <a:gridCol w="1848104"/>
                <a:gridCol w="19568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Avg bits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C4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Wiki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Memory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SqueezeLLM dense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 g128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7.89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SqueezeLLM 0.45%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Dense와 sparse variant는 서로 다른 storage point이므로 별도 comparison group이다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 7, Table 1, LLaMA-7B 3-bit</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Latency 결과에는 GPU와 token 수를 붙여야 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A6000에서 LLaMA-7B가 128 tokens를 생성할 때의 저자 kernel 측정값이다</a:t>
            </a:r>
            <a:endParaRPr lang="en-US" sz="1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804920"/>
                <a:gridCol w="1956816"/>
                <a:gridCol w="2174240"/>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Bit width</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Latency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Memory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12.7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SqueezeLLM dense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GPTQ g128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13.7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SqueezeLLM 0.45%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1.7초를 다른 batch·GPU·kernel의 예상 latency로 직접 옮길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6 and 9, Latency Profiling and Table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Grouped GPTQ latency는 구현 조건에 민감하다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activation ordering의 permutation과 distributed access가 coalescing을 해친다고 설명한다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저자들은 공개 GPTQ-For-LLaMA codebase를 바탕으로 비교 kernel을 구현했다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Grouped GPTQ의 official kernel이 없어 저자 구현 조건에 의존한다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Activation ordering은 같은 channel element에 다른 scale을 연결할 수 있다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Permutation과 흩어진 access는 GPU coalesced memory access를 방해한다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따라서 13.7초는 GPTQ family 전체의 보편 latency가 아니다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Hardware-specific kernel 결과를 algorithm 자체의 절대 속도 순위로 일반화하지 않는다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6-7 and 9, setup, Table 1 footnote and Table 3</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Sensitivity는 calibration sample에서 계산한다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Main setup은 model family에 맞는 training set에서 random sample 100개를 사용한다</a:t>
            </a:r>
            <a:endParaRPr lang="en-US" sz="1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587496"/>
                <a:gridCol w="3913632"/>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Calibration source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Sample 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Vicuna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Vicuna training 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 random samples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 외 models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C4 training 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 random samples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LLaMA2-7B 4-bit 추가 실험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C4 calibration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10과 100에서 C4 PPL 7.72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configuration의 data efficiency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10개가 항상 충분하다는 보장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Calibration data는 inference input이 아니라 offline Fisher estimator의 표본이다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 6, setup; pp. 18-19, Table E.7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Quantization 자체에도 memory와 시간이 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Fisher는 A100, k-means는 48-core Xeon에서 측정한 offline one-time cost다</a:t>
            </a:r>
            <a:endParaRPr lang="en-US" sz="1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2717800"/>
                <a:gridCol w="2500376"/>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Model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Peak memory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Fisher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K-means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LLaMA-7B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LLaMA-13B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17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LLaMA-30B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149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1.3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45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LLaMA-65B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292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 min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배포 model은 작아지지만 quantization workstation 요구량은 별도다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 18, Tables E.5-E.6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보존 단위를 보면 인접 방법과 구분된다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SqueezeLLM은 scalar LUT와 individual sparse value를 결합한다</a:t>
            </a:r>
            <a:endParaRPr lang="en-US" sz="19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13105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 family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압축 단위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고정밀로 남기는 단위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SqueezeLLM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Per-channel scalar LUT index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Individual sensitive·outlier cells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OWQ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Quantized matrix와 예외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Selected whole input-feature columns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VPTQ류 VQ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Vector-codebook index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Vector representation 중심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Uniform RTN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Equal-width scalar bins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 sparse exception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Sparse-only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Dense quantizer와 exceptions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Weighted LUT가 없을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D+S만 보거나 non-uniform LUT만 보면 SqueezeLLM proposal의 절반만 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2-6, Secs. 2-4; owq-paper Sec. 3, weak columns; vptq-paper Sec. 3, vector quantization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 결과에서 말할 수 있는 범위를 지킨다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Accuracy·storage·latency 수치는 각각 비교 budget과 measurement condition이 있다</a:t>
            </a:r>
            <a:endParaRPr lang="en-US" sz="1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5435600"/>
                <a:gridCol w="54356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말할 수 있음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말하면 안 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LLaMA-7B 3-bit C4에서 weighted LUT가 ablation 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model에서 같은 PPL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0.45% 설정이 quality를 더 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Sparse FP16이 cost 없이 exact model을 만듦</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A6000·batch 1·128-token에서 speedup 측정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GPU·batch에서 동일 latency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Diagonal Fisher가 practical loss proxy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Full Hessian exact optimization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SqueezeLLM의 강점은 조건을 붙여도 남는 storage-quality-latency trade-off다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5-9 and 22, method, results and limitations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남는 한계와 비용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저비트 weight storage를 잘 쓰는 방법이지 모든 inference regime의 해법은 아니다</a:t>
            </a:r>
            <a:endParaRPr lang="en-US" sz="1900" dirty="0"/>
          </a:p>
        </p:txBody>
      </p:sp>
      <p:sp>
        <p:nvSpPr>
          <p:cNvPr id="4" name="Text 2"/>
          <p:cNvSpPr txBox="1"/>
          <p:nvPr/>
        </p:nvSpPr>
        <p:spPr>
          <a:xfrm>
            <a:off x="838200" y="21717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Batch-1 GEMV가 중심이며 large-batch는 compute-bound일 수 있다</a:t>
            </a:r>
            <a:endParaRPr lang="en-US" sz="2000" dirty="0"/>
          </a:p>
        </p:txBody>
      </p:sp>
      <p:sp>
        <p:nvSpPr>
          <p:cNvPr id="5" name="Shape 3"/>
          <p:cNvSpPr/>
          <p:nvPr/>
        </p:nvSpPr>
        <p:spPr>
          <a:xfrm>
            <a:off x="838200" y="2654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6924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Diagonal Fisher는 cross-weight interaction을 무시하는 근사다</a:t>
            </a:r>
            <a:endParaRPr lang="en-US" sz="2000" dirty="0"/>
          </a:p>
        </p:txBody>
      </p:sp>
      <p:sp>
        <p:nvSpPr>
          <p:cNvPr id="7" name="Shape 5"/>
          <p:cNvSpPr/>
          <p:nvPr/>
        </p:nvSpPr>
        <p:spPr>
          <a:xfrm>
            <a:off x="838200" y="3175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2131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Sparse FP16 values와 CSR metadata가 average bit와 memory를 늘린다</a:t>
            </a:r>
            <a:endParaRPr lang="en-US" sz="2000" dirty="0"/>
          </a:p>
        </p:txBody>
      </p:sp>
      <p:sp>
        <p:nvSpPr>
          <p:cNvPr id="9" name="Shape 7"/>
          <p:cNvSpPr/>
          <p:nvPr/>
        </p:nvSpPr>
        <p:spPr>
          <a:xfrm>
            <a:off x="838200" y="3695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37338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Skew-aware kernel이 없으면 sparse path runtime이 크게 증가할 수 있다</a:t>
            </a:r>
            <a:endParaRPr lang="en-US" sz="2000" dirty="0"/>
          </a:p>
        </p:txBody>
      </p:sp>
      <p:sp>
        <p:nvSpPr>
          <p:cNvPr id="11" name="Shape 9"/>
          <p:cNvSpPr/>
          <p:nvPr/>
        </p:nvSpPr>
        <p:spPr>
          <a:xfrm>
            <a:off x="838200" y="42164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2545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Generation 중심이며 encoder·encoder-decoder 평가는 제한적이다</a:t>
            </a:r>
            <a:endParaRPr lang="en-US" sz="2000" dirty="0"/>
          </a:p>
        </p:txBody>
      </p:sp>
      <p:sp>
        <p:nvSpPr>
          <p:cNvPr id="13" name="Shape 11"/>
          <p:cNvSpPr/>
          <p:nvPr/>
        </p:nvSpPr>
        <p:spPr>
          <a:xfrm>
            <a:off x="838200" y="4737100"/>
            <a:ext cx="106934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838200" y="47752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Roofline hardware model은 inference pipeline을 단순화한 가정을 사용한다</a:t>
            </a:r>
            <a:endParaRPr lang="en-US" sz="200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실제 채택 판단에는 target batch·GPU·kernel·quality metric의 재측정이 필요하다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3, 5, 14-15 and 22, footnote and limitations</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SqueezeLLM을 기억하는 다섯 문장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중요한 weight에는 더 좋은 representative를 주고 예외는 sparse FP16으로 보존한다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Memory wall</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Batch-1 decoding은 weight traffic이 latency를 지배</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Weighted LUT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Diagonal Fisher로 민감한 scalar error를 더 크게 계산</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Dense D</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나머지 value를 channelwise non-uniform index로 저장</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Sparse S</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Outlier와 sensitive individual value를 FP16 보존</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Two kernels</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Packed LUT GEMV와 balanced CSR GEMV를 합산</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핵심은 3 bit라는 숫자가 아니라 제한된 memory budget의 배분 방식이다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pmlr-pdf pp. 1-9, Abstract through evaluation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공개 출처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출판 record·원문 PDF·preprint·공식 구현을 공개 URL에서 확인할 수 있다</a:t>
            </a:r>
            <a:endParaRPr lang="en-US" sz="1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80492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자료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용도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공개 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PMLR record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ICML 2024 서지 identity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proceedings.mlr.press/v235/kim24f.html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PMLR PDF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본문·표·appendix의 직접 근거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proceedings.mlr.press/v235/kim24f/kim24f.pdf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공개 preprint record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arxiv.org/abs/2306.07629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Official 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저자 공개 implementation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github.com/SqueezeAILab/SqueezeLLM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슬라이드 locator는 23-page PMLR PDF의 page 번호를 따른다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pmlr ICML 2024 article record; pmlr-pdf pp. 1-23; code repository landing page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SqueezeLLM: Dense-and-Sparse Quantization</dc:title>
  <dc:subject>SqueezeLLM: Dense-and-Sparse Quantization</dc:subject>
  <dc:creator>Research Seminars</dc:creator>
  <cp:lastModifiedBy>Research Seminars</cp:lastModifiedBy>
  <cp:revision>1</cp:revision>
  <dcterms:created xsi:type="dcterms:W3CDTF">2026-09-12T04:46:45Z</dcterms:created>
  <dcterms:modified xsi:type="dcterms:W3CDTF">2026-09-12T04:46:45Z</dcterms:modified>
</cp:coreProperties>
</file>