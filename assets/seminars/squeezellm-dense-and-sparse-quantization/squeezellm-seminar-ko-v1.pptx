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35.xml" ContentType="application/vnd.openxmlformats-officedocument.presentationml.slide+xml"/>
  <Override PartName="/ppt/slides/slide27.xml" ContentType="application/vnd.openxmlformats-officedocument.presentationml.slide+xml"/>
  <Override PartName="/ppt/slides/slide22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24.xml" ContentType="application/vnd.openxmlformats-officedocument.presentationml.slide+xml"/>
  <Override PartName="/ppt/slides/slide32.xml" ContentType="application/vnd.openxmlformats-officedocument.presentationml.slide+xml"/>
  <Override PartName="/ppt/slides/slide25.xml" ContentType="application/vnd.openxmlformats-officedocument.presentationml.slide+xml"/>
  <Override PartName="/ppt/slides/slide33.xml" ContentType="application/vnd.openxmlformats-officedocument.presentationml.slide+xml"/>
  <Override PartName="/ppt/slides/slide28.xml" ContentType="application/vnd.openxmlformats-officedocument.presentationml.slide+xml"/>
  <Override PartName="/ppt/slides/slide30.xml" ContentType="application/vnd.openxmlformats-officedocument.presentationml.slide+xml"/>
  <Override PartName="/ppt/slides/slide8.xml" ContentType="application/vnd.openxmlformats-officedocument.presentationml.slide+xml"/>
  <Override PartName="/ppt/slides/slide31.xml" ContentType="application/vnd.openxmlformats-officedocument.presentationml.slide+xml"/>
  <Override PartName="/ppt/slides/slide3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B37DDE1F-D120-467C-8FF0-B72FCD9FB73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SqueezeLLM: Dense-and-Sparse Quantization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생성형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single-batch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 post-training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핵심은 모든 값을 같은 방식으로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넣지 않는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대부분의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sensitivity-weighted non-uniform lookup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압축하고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소수의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highly sensitive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예외로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왜 이 구성이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wall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맞는지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두 경로를 어떻게 계산하는지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결과가 어떤 조건에서 측정됐는지를 분리해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 | ICML 2024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2024 PMLR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1,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E3264DA-FCB7-4E44-8AA8-47859C3D4F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범위를 먼저 고정한다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말은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유지한다는 뜻입니다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Quantized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packed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저장되지만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계산은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memory-wall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설명은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 size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곱하는 상황을 전제로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request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묶어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GEMM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reuse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compute-bound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될 수 있으므로 같은 속도 논리를 그대로 적용할 수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1 and 3-4, Abstract and Sec.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832E811-2DDC-430D-B011-9E270C6F15A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Token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계속 다시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Autoregressive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하나씩 생성합니다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Batch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layer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곱해지므로 한 번 읽은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재사용하기 어렵습니다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Arithmetic intensity,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operation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operation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비율이 낮습니다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상황에서는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수준으로 줄이면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bandwidth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더 빨리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공급할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3, Sec. 3 Memory Wall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E801E1-7BF6-45F4-ACC1-BC13B38D8AE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Memory-bound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compute-bound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구분해야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 integer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정수 연산 효율이라는 장점이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memory-bound decoding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더 중요한 것이 읽는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byte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읽고 필요할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복원합니다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multiply-add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compute 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놀고 있다면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end-to-end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줄일 수 있다는 설계입니다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자동으로 성립하는 정리가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3-4, Sec. 3 and Fig.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D181B7D-917E-4B62-94B2-D3EC8C3DD6E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3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representative value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여덟 개를 뜻한다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bit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여덟 상태를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centroid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학습합니다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Dense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낮은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bit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핵심 질문은 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균등 배치할지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density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중요한 위치에 비균일하게 배치할지입니다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4-6, Secs. 4.1 and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084F37-342E-4057-B2E9-78D446D8D03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Uniform bin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제한된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낭비할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Uniform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폭의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구현은 단순하지만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비균일하면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representative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효율적으로 쓰지 못합니다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또한 어떤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 민감한지 구분하지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저비트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단순 거리 평균이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sensitivity-weighted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줄이는 데 배분합니다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4-5, Sec. 4.1 and Fig.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273D472-A169-43F2-817E-D7F9A8D88F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Non-uniform LUT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필요한 구간에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모은다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non-uniform 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distribution density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반영하지만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중요도로 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Fisher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사용해 민감한 값의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 큰 비용을 부여합니다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 결과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sensitive value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근처로 끌려갈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representatives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3-5, Non-uniform Quantization and Sec. 4.1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D13DC7-FB92-4156-9D79-8944776486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Weight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final-loss perturbation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바꾼다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단순한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L2 reconstruction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시작하지만 최종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loss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perturbation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 직접적인 목표로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Taylor expansion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quadratic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Hessian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등장하고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계산한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Fisher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근사합니다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남겨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독립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 score Fᵢᵢ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근사 덕분에 문제는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one-dimensional 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cross-weight 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반영하지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4-5, Equations 1-6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B7ED43-1406-4277-8296-AFBAF89CE42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오차 거리도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크면 더 비싸다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objective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말로 읽으면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Fᵢᵢ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곱하기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Q(wᵢ)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거리 제곱을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더하는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Fᵢᵢ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이면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distance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penalty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점수는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proxy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다시 계산하지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5, Equations 5-6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62DBC86D-AF27-4CF4-9A76-BE447947593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사용한다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숫자는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측정한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Fisher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설명을 위한 독립 예시입니다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개로 표현해야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Fisher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나머지는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다음 슬라이드에서 비슷하게 보이는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직접 더해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sensitivity-aware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배치가 왜 달라지는지 확인합니다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4-5, Equations 5-6; illustrative recomputation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95651B-E06A-4746-A7A1-CAF7FC17D5B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민감한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배정한다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-0.15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Weighted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0.0025+0.0025+20×0.0025+0.0025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Candidate 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표현하고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배정해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0.0025+0.0025+0+0.0100,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즉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0.0150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더 많은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4-5, Equations 5-6; illustrative recomputation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784C800-6E72-4B74-A005-2DEF3729648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자체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 LUT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갖는다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Details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separate lookup 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할당합니다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3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여덟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centroid, 4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열여섯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packed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읽고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multiply-add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Matrix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먼저 복원해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buffer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쓰는 방식이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piece-by-piece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traffic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6, Quantization Details and Sec.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5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3D08A2F1-AB5D-40C6-B0E3-E9EFCACCF97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저장 정밀도와 계산 정밀도를 구분한다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폭을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Lookup table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 exception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metadata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저장합니다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nominal bit 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bit 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커질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성능은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compact memory 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dequantized arithmetic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조합에서 나옵니다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6, Sec. 4.3 and Quantization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8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BA03AA3-F114-4E63-ABFD-166B463F5D8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교육용 예시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outlier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늘린다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분리의 계산 구조만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값을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넣으면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-2.0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넓어집니다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-2.0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자리의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만들고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-2.0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저장하면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부분은 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집중할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더해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표현합니다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percentile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metadata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비용도 존재합니다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5-6, Fig. 4 and Sec. 4.2; illustrative values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C559016-129F-4048-BA8A-2D0B9EA5F7C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W=D+S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분리한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양자화한다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Decomposition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low-rank factorization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pruning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두고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저장하므로 양자화 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W=D+S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정확한 표현입니다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그다음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low-bit LUT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양자화한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Q(D)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inference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Q(D)X+SX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로서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근사값입니다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이동한 값은 원래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값을 보존하지만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quantization 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남습니다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launch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5-6, Fig. 4 and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0A7B7BA-4773-4350-86F6-1DE8B066E5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Sparse 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두 종류의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들어간다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magnitude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percentile threshold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Sensitive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얻은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Fisher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찾습니다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Highly sensitive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보존하면 그 값의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error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없어지고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k-means 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소수 민감값에 지나치게 끌리는 것도 줄어듭니다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column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두지 않고 개별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5-6, Sec. 4.2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7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1A0BCDB-9A3E-4BB4-82FB-DFE8235CCF41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5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0.45%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합이다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0.45% configuration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0.05% sensitive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0.4% outlier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비율이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0.05%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넘으면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LLaMA-7B 3-bit C4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설정에서 개선이 둔화됐다고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empirical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architecture-independent constant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CSR index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nominal 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bit 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늘어납니다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6 and 15, setup and Sec. D.2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8B8A898-49ED-48B0-8B88-3A320E4E1A4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Offline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단계는 두 저장 형식을 만든다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gradient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Fisher 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Percentile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high-sensitivity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추출한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output-channel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수행합니다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결과물은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packed low-bit indices, FP16 LUT, sparse CSR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과정은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post-training offline step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뒤에서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peak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평가됩니다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4-6 and 18, Sec. 4 and Tables E.5-E.6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3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E06926E-6C9C-43B6-A41E-98649E0E78A5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실행한다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packed 3/4-bit index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LUT value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piecewise dequantize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 vector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곱합니다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CSR coordinate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exception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읽어 별도의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matrix-vector product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함께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launch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overlap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할 수 있고 마지막에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정확한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복원하지만 전체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뜻은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나머지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approximation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6, Secs. 4.2-4.3; pp. 14-15, Appendix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E157478-FDC3-40E0-90C8-2798A94D0A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6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Dense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lookup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바로 누적한다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 matrix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풀어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기록하지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Packed indices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읽고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통해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piece-by-piece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값을 바로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곱해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accumulator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이렇게 해야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dequantized weight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위한 추가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traffic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생기지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4-bit CUDA LUT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구현했습니다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6, Sec. 4.3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A63F39DC-5285-466F-AA85-B6782104E209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Sparse 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작아도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불균형하다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nonzero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heavily skewed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함을 보여 줍니다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Standard CSR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하나를 처리하면 일부 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imbalance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2,3,30,1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구조를 설명하기 위한 숫자이며 논문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histogram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실측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count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복사한 것이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구현은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nonzero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단위로 일을 나눕니다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14-15, Fig. C.1 and Appendix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4CD85D0-0B0E-43BE-A03B-B8EA597AF94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Balanced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nonzero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 개를 맡긴다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balanced hybrid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정해 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열 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nonzero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처리하게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thread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load balance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좋아지지만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row 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합치는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synchronization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필요합니다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Dense non-uniform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balanced sparse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launch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열 개는 저자 구현 선택이지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최적값이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6, Sec. 4.3; pp. 14-15, Appendix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A56F170-993D-4332-97D8-4B01306737DB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7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Sparse FP16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예외에는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C.1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LLaMA-7B column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standard CSR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더한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0.45%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balanced sparse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Dense-only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대비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standard CSR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배를 훨씬 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balanced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13%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증가입니다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sizes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balanced overhead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10-20%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A6000, 128 generated tokens,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14-15, Table C.1 and Appendix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5279E89-FE76-466E-8B5C-6E7BF15D4E9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24. Ablation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두 아이디어가 각각 기여함을 보여 준다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Figure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D.2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LLaMA-7B, 3-bit, C4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Non-uniform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적용하면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RTN 28.26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18.08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낮아지고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sensitivity-based dense-only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7.75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크게 낮아집니다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Sensitive value 0.05%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보존하면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7.67, outlier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 합쳐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total 0.45%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7.56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ladder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 component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분리하는 가장 직접적인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이지만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동일 개선을 보장하지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2, Fig. 1; p. 15, Table D.2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PlaceHolder 3"/>
          <p:cNvSpPr>
            <a:spLocks noGrp="1"/>
          </p:cNvSpPr>
          <p:nvPr>
            <p:ph type="sldNum" idx="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3B102B4-385B-4A7D-8370-16A6DF2F02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25. Nominal 3 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bit width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size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기준으로 묶습니다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Dense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LUT overhead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3.02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 0.45%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FP16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metadata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3.24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3.1GB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늘어납니다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Grouped GPTQ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scale metadata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때문에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3.24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3-bit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이름만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3.00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storage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비교하면 불공정합니다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7, Table 1, LLaMA-7B 3-bit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4" name="PlaceHolder 3"/>
          <p:cNvSpPr>
            <a:spLocks noGrp="1"/>
          </p:cNvSpPr>
          <p:nvPr>
            <p:ph type="sldNum" idx="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6B3653B-BBDE-4D34-9AA4-D6B1817D2A1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비슷한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Non-grouped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2.9GB group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비교할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 0.45%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3.24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grouped GPTQ 128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더 비슷한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낮을수록 좋습니다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LLaMA-7B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language-modeling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것이며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instruction-following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모든 성능을 대표하지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7, Table 1, LLaMA-7B 3-bit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 type="sldNum" idx="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2D5074-0E59-4155-A7FC-DC46D849320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8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27. Latency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수를 붙여야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A6000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single-batch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128 tokens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생성할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Torch CUDA profiler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측정한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peak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Dense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sparse 0.45%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sparse correction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비용이 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FP16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Non-grouped GPTQ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초로 약간 빠르지만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 나쁩니다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속도와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비교해야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6 and 9, Latency Profiling and Table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PlaceHolder 3"/>
          <p:cNvSpPr>
            <a:spLocks noGrp="1"/>
          </p:cNvSpPr>
          <p:nvPr>
            <p:ph type="sldNum" idx="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0B609629-B218-4904-8A70-C1257F7F964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28. Grouped GPTQ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구현 조건에 민감하다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grouped GPTQ with activation ordering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저자 구현에서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초로 느린 이유를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access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그러나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official grouped GPTQ 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제공되지 않아 저자들이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active open-source implementation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기반으로 만들었습니다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 fusion, layout, GPU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결과가 달라질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비교는 동일 실험 환경에서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access pattern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영향을 보여 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6-7 and 9, setup, Table 1 footnote and Table 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PlaceHolder 3"/>
          <p:cNvSpPr>
            <a:spLocks noGrp="1"/>
          </p:cNvSpPr>
          <p:nvPr>
            <p:ph type="sldNum" idx="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BC54B2B-16B0-41C0-A9A4-9646C5BCEA8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29. Sensitivity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calibration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계산한다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Main experiments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Vicuna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Vicuna training set,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나머지에는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training 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100 samples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씁니다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E.7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LLaMA2-7B 4-bit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 examples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100 examples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C4 perplexity 7.72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같고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WikiText2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6.18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model, bit width, metric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충분했다는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setting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sample complexity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6, setup; pp. 18-19, Table E.7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PlaceHolder 3"/>
          <p:cNvSpPr>
            <a:spLocks noGrp="1"/>
          </p:cNvSpPr>
          <p:nvPr>
            <p:ph type="sldNum" idx="3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30FBE1D-7276-40E7-9896-7D11EFACBEF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9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30. Quantization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자체에도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시간이 든다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E.5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quantization peak 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Table E.6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Fisher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sensitivity-based k-means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시간을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65B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peak 292GB, Fisher 2.5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k-means 80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서로 다르므로 두 시간을 단일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비용은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변환할 때 한 번 발생하며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token decoding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다른 단계입니다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p. 18, Tables E.5-E.6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 type="sldNum" idx="3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372F26C-635A-4356-BD87-6B93EC26294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31.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보존 단위를 보면 인접 방법과 구분된다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codebook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scalar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 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학습됩니다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Sparse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예외는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matrix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OWQ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whole columns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다르고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VPTQ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같은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codebook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과도 다릅니다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Outlier exception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사용하는 방법과 달리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quantizer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자체도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diagonal-Fisher weighted non-uniform k-means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두 부분의 결합이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method 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2-6, Secs. 2-4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owq-paper | Sec. 3, weak columns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OWQ, AAAI 2024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https://ojs.aaai.org/index.php/AAAI/article/download/29237/30335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vptq-paper | Sec. 3, vector quantization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VPTQ, EMNLP 2024 primary paper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https://aclanthology.org/2024.emnlp-main.467.pdf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 type="sldNum" idx="3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24E90D5-7C25-46C1-BDB5-092E258A24F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 결과에서 말할 수 있는 범위를 지킨다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여러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평가하지만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hardware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제시하지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Dense+sparse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selected exceptions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나머지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quantized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Diagonal Fisher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cross-weight interaction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버립니다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저자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kernel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A6000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appendix A100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이런 경계를 명시하면 결과를 약화하는 것이 아니라 무엇이 실제로 검증됐는지 더 정확히 전달할 수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5-9 and 22, method, results and limitations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5" name="PlaceHolder 3"/>
          <p:cNvSpPr>
            <a:spLocks noGrp="1"/>
          </p:cNvSpPr>
          <p:nvPr>
            <p:ph type="sldNum" idx="3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42EFFED5-46C7-46DE-985A-D08A90AA14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남는 한계와 비용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own limitation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generation tasks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중심의 평가와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encoder-only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encoder-decoder architecture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부족한 검토를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Memory-wall roofline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simplified hardware pipeline assumptions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사용합니다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Method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차원에서는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diagonal Fisher approximation, sparse format overhead, empirical sparsity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target deployment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large-batch serving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이라면 동일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 size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speedup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다시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해야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3, 5, 14-15 and 22, footnote and limitations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PlaceHolder 3"/>
          <p:cNvSpPr>
            <a:spLocks noGrp="1"/>
          </p:cNvSpPr>
          <p:nvPr>
            <p:ph type="sldNum" idx="3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35BC36A-9AEB-414E-A07A-36C0A32133E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34. 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기억하는 다섯 문장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SqueezeLLM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논리를 한 문장으로 줄이면 제한된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 bandwidth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중요도에 따라 다르게 배분하는 방법입니다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Dense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sensitivity-weighted non-uniform scalar LUT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sparse path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dense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centroid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망가뜨리는 예외를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하게 보존합니다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Runtime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모두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결과를 인용할 때는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bit width,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dataset, GPU, 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generated-token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조건을 함께 붙여야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1-9, Abstract through evaluation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PlaceHolder 3"/>
          <p:cNvSpPr>
            <a:spLocks noGrp="1"/>
          </p:cNvSpPr>
          <p:nvPr>
            <p:ph type="sldNum" idx="3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8692B331-0638-4D23-992E-25C784C4F1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1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기술적 주장과 실험 수치는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2024 PMLR PDF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23-page proceedings-plus-appendix version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기준으로 확인했습니다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PMLR article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출판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identity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arXiv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공개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preprint record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Official GitHub repository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저자들이 연결한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implementation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 citation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공개 원문의 구체적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page, table, figure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가리킵니다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 | ICML 2024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ICML 2024 PMLR article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https://proceedings.mlr.press/v235/kim24f.html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pmlr-pdf | pp. 1-23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ICML 2024 paper 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https://proceedings.mlr.press/v235/kim24f/kim24f.pdf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| repository landing page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Authors' official implementation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https://github.com/SqueezeAILab/SqueezeLLM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sldNum" idx="3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1372F42-4CBD-4C39-B77D-265003447EA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SqueezeLLM: Dense-and-Sparse Quantization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SqueezeLLM: Dense-and-Sparse Quantization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Sehoon Kim, Coleman Hooper, Amir Gholami, Zhen Dong, Xiuyu Li, Sheng Shen, Michael W. Mahoney, Kurt Keutzer (2024)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메모리 대역폭을 줄이면서 민감한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outlier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보존하는 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weight-only PTQ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 ICML 2024 article record; pmlr-pdf p. 1,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논문의 범위를 먼저 고정한다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속도 논리는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single-batch generative decoding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matrix-vector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연산에 맞춰져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565880"/>
                <a:gridCol w="42397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범위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범위 밖 해석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LLM weight matrix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 quantization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Post-training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retraining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Single-batch token decoding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Large-batch GEMM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일반론이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정밀도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3/4-bit 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arithmetic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Integer-only inference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traffic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 size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연산량 감소만의 문제가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SqueezeLLM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저비트 계산보다 저비트 저장과 전송을 우선한다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1 and 3-4, Abstract and Sec.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decoding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계속 다시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에서는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matrix 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token activation vector x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하나에만 사용된다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vector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Load 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큰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matrix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읽음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Matrix-vector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한 번 사용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연산으로 보낼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vector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token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decoding step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다시 읽음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3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4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Arithmetic unit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빠르더라도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도착을 기다리면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bandwidth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묶인다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6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3, Sec. 3 Memory Wall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Memory-bound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compute-bound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구분해야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Quantization speedup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hardware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batch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만드는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arithmetic intensity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달려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717640"/>
                <a:gridCol w="336996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병목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직접 효과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대표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Memory-bound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transfer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읽을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byte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Single-batch GEMV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Compute-bound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Arithmetic throughput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 감소만으로 부족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Large-batch GEMM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번째 조건을 목표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lookup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허용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논문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비균일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추가 연산이 작다는 판단도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memory-bound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조건에서 나온다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3-4, Sec. 3 and Fig.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 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representative value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여덟 개를 뜻한다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실제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값을 직접 저장하지 않고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codebook 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저장한다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2391480"/>
                <a:gridCol w="3043800"/>
                <a:gridCol w="32612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pattern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Lookup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결과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c₀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첫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001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c₁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2-6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010-110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c₂-c₆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representatives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 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c₇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여덟째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representative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성능은 여덟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어디에 배치하느냐에 크게 좌우된다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4-6, Secs. 4.1 and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Uniform bin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제한된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낭비할 수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Equal-width partition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density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 sensitivity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보지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380484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상황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문제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근처에 밀집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같은 간격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빈 구간에도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Rare extreme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존재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최솟값부터 최댓값까지 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보통 값의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resolution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민감도 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거리 오차를 동일 취급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덜 정확히 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Integer arithmetic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계산 용이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Memory-bound latency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핵심이 아닐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 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representative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배치가 다르면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 perturbation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달라진다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4-5, Sec. 4.1 and Fig.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Non-uniform LUT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필요한 구간에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모은다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간격은 고정되지 않으며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sensitivity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학습 위치를 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3043800"/>
                <a:gridCol w="3152520"/>
                <a:gridCol w="2174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최적화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같은 간격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squared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또는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Unweighted k-means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많은 곳에 밀집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reconstruction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LUT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민감한 값 쪽으로 더 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Fisher-weighted squared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LUT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비균일이라는 말만으로는 부족하며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sensitivity weighting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핵심 차이다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3-5, Non-uniform Quantization and Sec. 4.1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distance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final-loss perturbation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바꾼다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Taylor expansion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출발해 계산 가능한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diagonal Fisher weighted k-means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단순화한다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 W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Original 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codebook value WQ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교체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6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7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 change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model loss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변화량을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Taylor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1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Zero gradient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Converged model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가정으로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linear term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6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Fisher proxy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 gradient outer product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Hessian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근사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1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Diagonal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Cross-weight interaction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버리고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error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6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Full Hessian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저장하거나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global loss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최소화하는 방법은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9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4-5, Equations 1-6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같은 오차 거리도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크면 더 비싸다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목표는 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squared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diagonal Fisher Fᵢᵢ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곱해 합하는 것이다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065320"/>
                <a:gridCol w="4674600"/>
                <a:gridCol w="41310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값일 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wᵢ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scalar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저장할 대상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Q(wᵢ)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배정된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LUT centroid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wᵢ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가까워야 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거리 제곱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 magnitude error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Raw reconstruction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손실 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Fᵢᵢ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Final loss sensitivity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같은 거리 오차에 더 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sum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scalar penalty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k-means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줄이는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Sensitivity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직접 늘리는 값이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배치를 움직이는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5, Equations 5-6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사용한다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 실험값이 아니라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sensitivity weighting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효과를 다시 계산하기 위한 작은 문제다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608920"/>
                <a:gridCol w="2065320"/>
                <a:gridCol w="2065320"/>
                <a:gridCol w="2065320"/>
                <a:gridCol w="20653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-0.20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-0.10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0.20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Fisher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민감도 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매우 높음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낮음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0.10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error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다른 값보다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20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 크게 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4-5, Equations 5-6; illustrative recomputation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민감한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0.10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배정한다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0.10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exact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하게 표현해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error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0.0575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0.0150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낮춘다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739160"/>
                <a:gridCol w="3043800"/>
                <a:gridCol w="3261240"/>
                <a:gridCol w="28263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Codebook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0.10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error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error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{-0.15, 0.15}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20×0.05²=0.0500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{-0.15, 0.10}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20×0²=0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0.0150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차이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둘째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이동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민감한 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약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74%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raw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최대 오차를 고르게 하지 않고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loss proxy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큰 값을 우선한다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4-5, Equations 5-6; illustrative recomputation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channel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자체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LUT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갖는다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3/4-bit 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저장되고 필요할 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centroid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복원된다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 weights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row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scalar values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k-means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16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centroid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학습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Packed indices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3/4-bit 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LUT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Code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가리키는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centroid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Piecewise decode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tile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별로 읽고 즉시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multiply-add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SqueezeLLM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vector quantization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per-channel scalar codebook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방식이다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6, Quantization Details and Sec.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 정밀도와 계산 정밀도를 구분한다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낮은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weight 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적용되고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centroid·activation·arithmetic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935080"/>
                <a:gridCol w="391356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정밀도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형식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Runtime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역할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weight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Packed 3/4-bit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compact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하게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load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codebook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scalar centroids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Index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actual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Activation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Decoded dense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곱함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exceptions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values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CSR metadata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sparse contribution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계산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Arithmetic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계산해 합산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3-bit SqueezeLLM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integer-only inference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라고 부르면 구현을 잘못 설명한다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6, Sec. 4.3 and Quantization Details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교육용 예시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outlier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하나가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range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늘린다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-2.0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sparse FP16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빼면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codebook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-0.20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0.20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집중할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6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174040"/>
                <a:gridCol w="3478680"/>
                <a:gridCol w="2500200"/>
                <a:gridCol w="27176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range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Original W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{-2.0,-0.20,0.10,0.20}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[-2.0,0.20]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range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지배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{0,-0.20,0.10,0.20}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[-0.20,0.20]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보통 값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resolution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증가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{-2.0,0,0,0}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해당 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위치와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-2.0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Reconstruct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W=D+S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원래 값 복원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Inference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product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필요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7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8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숫자는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threshold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 실제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layer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분포를 재현한 논문 측정값이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0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5-6, Fig. 4 and Sec. 4.2; illustrative values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W=D+S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분리한 뒤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양자화한다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분리 자체는 정확하지만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실제 계산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Q(D)X+SX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양자화 오차가 남는다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5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6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7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9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2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3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W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sensitive value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Quantized Q(D)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값 →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low-bit LUT index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Sparse 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value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Q(D)X + SX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contribution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합산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Approx. WX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양자화 오차는 남음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5-6, Fig. 4 and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S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에는 두 종류의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individual value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들어간다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범위를 넓히는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outlier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loss proxy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sensitive 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서로 다른 이유로 보존한다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826360"/>
                <a:gridCol w="369612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종류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선택 기준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옮기는 이유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percentile threshold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밖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range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좁힘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Sensitive value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Diagonal Fisher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값의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 error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효과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두 종류 모두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제거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나머지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centroid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ordinary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집중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보존 단위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Matrix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individual cell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Whole input-feature column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outlier-only residual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설명하면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sensitivity exception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빠뜨린다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5-6, Sec. 4.2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대표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0.45%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0.05%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0.4%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합이다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Sensitive 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outlier value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비율을 분리해 읽어야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bit overhead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이해할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696120"/>
                <a:gridCol w="271764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구성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전체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저장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Sensitive exceptions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 metadata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Outlier exceptions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value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CSR metadata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S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합계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index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외 추가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storage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path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LUT-indexed 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0.45%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실험 설정이며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보편 최적 비율이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6 and 15, setup and Sec. D.2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단계는 두 저장 형식을 만든다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k-means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배포 전 한 번 수행하며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decoding kernel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안에서 반복하지 않는다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Calibration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Sample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final loss gradient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Diagonal Fisher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sensitivity score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Extract 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 sensitive values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Fit D LUT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channelwise weighted k-means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Pack model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3/4-bit indices, FP16 LUT, CSR exceptions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Fisher·k-means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token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같은 시간으로 비교하면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4-6 and 18, Sec. 4 and Tables E.5-E.6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Runtime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path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실행한다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activation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사용하고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더해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mechanism-lane-dense"/>
          <p:cNvSpPr/>
          <p:nvPr/>
        </p:nvSpPr>
        <p:spPr>
          <a:xfrm>
            <a:off x="660240" y="22096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mechanism-lane-sparse"/>
          <p:cNvSpPr/>
          <p:nvPr/>
        </p:nvSpPr>
        <p:spPr>
          <a:xfrm>
            <a:off x="660240" y="3772080"/>
            <a:ext cx="863280" cy="156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Sparse path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mechanism-edge-d-decode-segment-1"/>
          <p:cNvSpPr/>
          <p:nvPr/>
        </p:nvSpPr>
        <p:spPr>
          <a:xfrm>
            <a:off x="3299400" y="29905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0" name="mechanism-edge-d-matvec-segment-1"/>
          <p:cNvSpPr/>
          <p:nvPr/>
        </p:nvSpPr>
        <p:spPr>
          <a:xfrm>
            <a:off x="534132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mechanism-edge-d-result-segment-1"/>
          <p:cNvSpPr/>
          <p:nvPr/>
        </p:nvSpPr>
        <p:spPr>
          <a:xfrm>
            <a:off x="7383600" y="29905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2" name="mechanism-edge-d-sum-segment-1"/>
          <p:cNvSpPr/>
          <p:nvPr/>
        </p:nvSpPr>
        <p:spPr>
          <a:xfrm>
            <a:off x="9425880" y="29905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3" name="mechanism-edge-d-sum-segment-2"/>
          <p:cNvSpPr/>
          <p:nvPr/>
        </p:nvSpPr>
        <p:spPr>
          <a:xfrm flipV="1">
            <a:off x="9747360" y="2787480"/>
            <a:ext cx="360" cy="2030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4" name="mechanism-edge-d-sum-segment-3"/>
          <p:cNvSpPr/>
          <p:nvPr/>
        </p:nvSpPr>
        <p:spPr>
          <a:xfrm>
            <a:off x="9747360" y="278748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5" name="mechanism-edge-s-balance-segment-1"/>
          <p:cNvSpPr/>
          <p:nvPr/>
        </p:nvSpPr>
        <p:spPr>
          <a:xfrm>
            <a:off x="3299400" y="45529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6" name="mechanism-edge-s-matvec-segment-1"/>
          <p:cNvSpPr/>
          <p:nvPr/>
        </p:nvSpPr>
        <p:spPr>
          <a:xfrm>
            <a:off x="534132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mechanism-edge-s-result-segment-1"/>
          <p:cNvSpPr/>
          <p:nvPr/>
        </p:nvSpPr>
        <p:spPr>
          <a:xfrm>
            <a:off x="7383600" y="45529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8" name="mechanism-edge-s-sum-segment-1"/>
          <p:cNvSpPr/>
          <p:nvPr/>
        </p:nvSpPr>
        <p:spPr>
          <a:xfrm>
            <a:off x="9425880" y="4552920"/>
            <a:ext cx="160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mechanism-edge-s-sum-segment-2"/>
          <p:cNvSpPr/>
          <p:nvPr/>
        </p:nvSpPr>
        <p:spPr>
          <a:xfrm flipV="1">
            <a:off x="9586800" y="3193920"/>
            <a:ext cx="360" cy="135900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0" name="mechanism-edge-s-sum-segment-3"/>
          <p:cNvSpPr/>
          <p:nvPr/>
        </p:nvSpPr>
        <p:spPr>
          <a:xfrm>
            <a:off x="9586800" y="3193920"/>
            <a:ext cx="32148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1" name="mechanism-node-packed"/>
          <p:cNvSpPr/>
          <p:nvPr/>
        </p:nvSpPr>
        <p:spPr>
          <a:xfrm>
            <a:off x="17398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Packed 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3/4-bit indices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mechanism-node-lut"/>
          <p:cNvSpPr/>
          <p:nvPr/>
        </p:nvSpPr>
        <p:spPr>
          <a:xfrm>
            <a:off x="37821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LUT decode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centroid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mechanism-node-dgemv"/>
          <p:cNvSpPr/>
          <p:nvPr/>
        </p:nvSpPr>
        <p:spPr>
          <a:xfrm>
            <a:off x="582408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GEMV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multiply-add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mechanism-node-dx"/>
          <p:cNvSpPr/>
          <p:nvPr/>
        </p:nvSpPr>
        <p:spPr>
          <a:xfrm>
            <a:off x="786636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contribution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mechanism-node-sum"/>
          <p:cNvSpPr/>
          <p:nvPr/>
        </p:nvSpPr>
        <p:spPr>
          <a:xfrm>
            <a:off x="9908640" y="266076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Output 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DX + SX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mechanism-node-csr"/>
          <p:cNvSpPr/>
          <p:nvPr/>
        </p:nvSpPr>
        <p:spPr>
          <a:xfrm>
            <a:off x="173988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CSR 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exceptions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mechanism-node-balance"/>
          <p:cNvSpPr/>
          <p:nvPr/>
        </p:nvSpPr>
        <p:spPr>
          <a:xfrm>
            <a:off x="37821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Balance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 nonzeros/thread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mechanism-node-sgemv"/>
          <p:cNvSpPr/>
          <p:nvPr/>
        </p:nvSpPr>
        <p:spPr>
          <a:xfrm>
            <a:off x="582408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Sparse GEMV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Coordinate lookup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mechanism-node-sx"/>
          <p:cNvSpPr/>
          <p:nvPr/>
        </p:nvSpPr>
        <p:spPr>
          <a:xfrm>
            <a:off x="7866360" y="42228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SX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Exact exceptions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Shape 25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1" name="Text 26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approximation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계산하면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보존한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contribution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잃는다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27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28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6, Secs. 4.2-4.3; pp. 14-15, Appendix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29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 kernel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lookup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바로 누적한다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Packed index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작은 조각으로 읽고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LUT lookup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FP16 multiply-add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수행한다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Read bits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Compressed matrix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3/4-bit code load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2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Index LUT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해당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centroid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6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Dequantize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필요한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tile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value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변환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1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2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Multiply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activation element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곱함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6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Accumulate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channel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즉시 누적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1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2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저비트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index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traffic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줄이고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arithmetic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기존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4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6, Sec. 4.3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matrix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작아도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nonzero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불균형하다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맡으면 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처리하는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thread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전체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지연시킨다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8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413000"/>
                <a:gridCol w="2500200"/>
                <a:gridCol w="358740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Nonzeros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예시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One-row-per-thread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Fixed-work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방식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빨리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묶어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빨리 종료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다른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row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묶어 처리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tail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여러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thread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분할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대부분 대기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정해진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nonzero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수만 담당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9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0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Sparsity percentage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작다고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kernel 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자동으로 작은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2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14-15, Fig. C.1 and Appendix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Balanced kernel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thread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nonzero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열 개를 맡긴다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Row boundary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넘겨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work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균등화하는 대신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synchronization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추가된다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CSR entries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길이가 다른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nonzero sequence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Flatten work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Nonzero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기준으로 처리 구간을 나눔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10 per thread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구현의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assignment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Sync rows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row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여러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thread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처리해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synchronization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Add SX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Balanced partial sums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누적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균형 개선은 공짜가 아니며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synchronization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metadata access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교환한다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6, Sec. 4.3; pp. 14-15, Appendix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FP16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예외에는 실제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비용이 있다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LLaMA-7B 3-bit·0.45%·A6000·128-token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조건에서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kernel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선택이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overhead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좌우했다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261240"/>
                <a:gridCol w="2174040"/>
                <a:gridCol w="25002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Kernel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Sparsity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 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Standard CSR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3.9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396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Balanced sparse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1.7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Standard CSR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100%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overhead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balanced kernel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약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13%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낮춘 조건이다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14-15, Table C.1 and Appendix C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Ablation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두 아이디어가 각각 기여함을 보여 준다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LLaMA-7B·3-bit·C4 perplexity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uniform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부터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dense+sparse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까지 단계별로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239720"/>
                <a:gridCol w="2174040"/>
                <a:gridCol w="44571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추가된 요소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RTN uniform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28.26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Equal-width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Non-uniform, no sensitivity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18.08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Unweighted scalar k-means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Sensitivity dense-only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Diagonal-Fisher weighted k-means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+0.05% sensitive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7.67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Sensitive exact exceptions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0.45% total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0.05% sensitive + 0.4% outlier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가장 큰 개선은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sensitivity weighting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예외가 추가 개선을 만든다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2, Fig. 1; p. 15, Table D.2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Nominal 3 bit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 bit width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LUT·sparse FP16 values·CSR metadata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index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추가한다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131000"/>
                <a:gridCol w="1956600"/>
                <a:gridCol w="2174040"/>
                <a:gridCol w="26089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Nominal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no grouping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3.00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 dense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3.02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group 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3.24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 0.45%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3.24 bit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정확도 비교는 같은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nominal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보다 비슷한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 size·average bits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묶어야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7, Table 1, LLaMA-7B 3-bit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비슷한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size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안에서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quality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LLaMA-7B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C4·WikiText-2 perplexity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average width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함께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478680"/>
                <a:gridCol w="1739160"/>
                <a:gridCol w="1847880"/>
                <a:gridCol w="1847880"/>
                <a:gridCol w="19566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Avg bits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Wiki PPL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9.55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 dense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7.75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6.32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g128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7.89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6.27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 0.45%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7.56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6.13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Dense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variant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 point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이므로 별도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comparison group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7, Table 1, LLaMA-7B 3-bit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결과에는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GPU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token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수를 붙여야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A6000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LLaMA-7B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128 tokens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생성할 때의 저자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kernel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측정값이다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9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804840"/>
                <a:gridCol w="1956600"/>
                <a:gridCol w="217404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Bit width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FP16 baseline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12.7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1.4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 dense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1.5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GPTQ g128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3.25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13.7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3.0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 0.45%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3.24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1.7 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3.1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1.7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초를 다른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batch·GPU·kernel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예상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직접 옮길 수 없다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6 and 9, Latency Profiling and Table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Grouped GPTQ latency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구현 조건에 민감하다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activation ordering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permutation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distributed access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coalescing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해친다고 설명한다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7" name="Text 2"/>
          <p:cNvSpPr/>
          <p:nvPr/>
        </p:nvSpPr>
        <p:spPr>
          <a:xfrm>
            <a:off x="838080" y="21718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저자들은 공개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GPTQ-For-LLaMA codebase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바탕으로 비교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kernel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구현했다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8" name="Shape 3"/>
          <p:cNvSpPr/>
          <p:nvPr/>
        </p:nvSpPr>
        <p:spPr>
          <a:xfrm>
            <a:off x="838080" y="2755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9" name="Text 4"/>
          <p:cNvSpPr/>
          <p:nvPr/>
        </p:nvSpPr>
        <p:spPr>
          <a:xfrm>
            <a:off x="838080" y="279396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Grouped GPTQ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official kernel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없어 저자 구현 조건에 의존한다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5"/>
          <p:cNvSpPr/>
          <p:nvPr/>
        </p:nvSpPr>
        <p:spPr>
          <a:xfrm>
            <a:off x="838080" y="3377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1" name="Text 6"/>
          <p:cNvSpPr/>
          <p:nvPr/>
        </p:nvSpPr>
        <p:spPr>
          <a:xfrm>
            <a:off x="838080" y="341640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Activation ordering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같은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element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다른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연결할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Shape 7"/>
          <p:cNvSpPr/>
          <p:nvPr/>
        </p:nvSpPr>
        <p:spPr>
          <a:xfrm>
            <a:off x="838080" y="4000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3" name="Text 8"/>
          <p:cNvSpPr/>
          <p:nvPr/>
        </p:nvSpPr>
        <p:spPr>
          <a:xfrm>
            <a:off x="838080" y="403848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Permutation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흩어진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access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GPU coalesced memory access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방해한다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9"/>
          <p:cNvSpPr/>
          <p:nvPr/>
        </p:nvSpPr>
        <p:spPr>
          <a:xfrm>
            <a:off x="838080" y="462276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5" name="Text 10"/>
          <p:cNvSpPr/>
          <p:nvPr/>
        </p:nvSpPr>
        <p:spPr>
          <a:xfrm>
            <a:off x="838080" y="4660920"/>
            <a:ext cx="106930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따라서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13.7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초는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GPTQ family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전체의 보편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7" name="Text 1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Hardware-specific kernel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algorithm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자체의 절대 속도 순위로 일반화하지 않는다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Shape 1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9" name="Text 1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6-7 and 9, setup, Table 1 footnote and Table 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1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sample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계산한다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Main setup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model family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맞는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training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random sample 100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개를 사용한다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587400"/>
                <a:gridCol w="391356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대상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Calibration source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Vicuna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Vicuna training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random samples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그 외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training set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 random samples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LLaMA2-7B 4-bit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추가 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calibration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C4 PPL 7.72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configuration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efficiency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개가 항상 충분하다는 보장 아님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Calibration 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 input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offline Fisher estimator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표본이다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2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6, setup; pp. 18-19, Table E.7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자체에도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시간이 든다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Fisher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A100, k-means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48-core Xeon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측정한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offline one-time cost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2717640"/>
                <a:gridCol w="2500200"/>
                <a:gridCol w="29350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Peak memory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Fisher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K-means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33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0.3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11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LLaMA-13B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61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0.6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17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LLaMA-30B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149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1.3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45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LLaMA-65B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292 GB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2.5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80 min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작아지지만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quantization workstation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요구량은 별도다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p. 18, Tables E.5-E.6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 단위를 보면 인접 방법과 구분된다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SqueezeLLM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scalar LUT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individual sparse value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결합한다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3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4131000"/>
                <a:gridCol w="4022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Method family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압축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고정밀로 남기는 단위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SqueezeLLM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Per-channel scalar LUT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Individual sensitive·outlier cells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OWQ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Quantized matrix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예외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Selected whole input-feature columns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VPTQ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Vector-codebook index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Vector representation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중심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Uniform RTN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Equal-width scalar bins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별도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exception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76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Sparse-only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Dense quantizer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exceptions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LUT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없을 수 있음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D+S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보거나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non-uniform LUT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 보면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SqueezeLLM proposal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절반만 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2-6, Secs. 2-4; owq-paper Sec. 3, weak columns; vptq-paper Sec. 3, vector quantization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논문 결과에서 말할 수 있는 범위를 지킨다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Accuracy·storage·latency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수치는 각각 비교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budget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measurement condition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이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47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5435280"/>
                <a:gridCol w="543528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말할 수 있음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말하면 안 됨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LLaMA-7B 3-bit C4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LUT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ablation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같은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PPL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감소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0.45%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설정이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더 개선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Sparse FP16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cost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없이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exact model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만듦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A6000·batch 1·128-token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speedup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측정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GPU·batch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동일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latency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Diagonal Fisher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practical loss proxy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Full Hessian exact optimization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48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49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SqueezeLLM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강점은 조건을 붙여도 남는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storage-quality-latency trade-off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1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5-9 and 22, method, results and limitations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남는 한계와 비용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저비트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 storage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잘 쓰는 방법이지 모든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inference regime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해법은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2"/>
          <p:cNvSpPr/>
          <p:nvPr/>
        </p:nvSpPr>
        <p:spPr>
          <a:xfrm>
            <a:off x="838080" y="21718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Batch-1 GEMV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중심이며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large-batch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compute-bound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일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"/>
          <p:cNvSpPr/>
          <p:nvPr/>
        </p:nvSpPr>
        <p:spPr>
          <a:xfrm>
            <a:off x="838080" y="26542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7" name="Text 4"/>
          <p:cNvSpPr/>
          <p:nvPr/>
        </p:nvSpPr>
        <p:spPr>
          <a:xfrm>
            <a:off x="838080" y="26924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Fisher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cross-weight interaction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무시하는 근사다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5"/>
          <p:cNvSpPr/>
          <p:nvPr/>
        </p:nvSpPr>
        <p:spPr>
          <a:xfrm>
            <a:off x="838080" y="317484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59" name="Text 6"/>
          <p:cNvSpPr/>
          <p:nvPr/>
        </p:nvSpPr>
        <p:spPr>
          <a:xfrm>
            <a:off x="838080" y="321300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FP16 values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CSR metadata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average bit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늘린다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Shape 7"/>
          <p:cNvSpPr/>
          <p:nvPr/>
        </p:nvSpPr>
        <p:spPr>
          <a:xfrm>
            <a:off x="838080" y="36954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1" name="Text 8"/>
          <p:cNvSpPr/>
          <p:nvPr/>
        </p:nvSpPr>
        <p:spPr>
          <a:xfrm>
            <a:off x="838080" y="373392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Skew-aware kernel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없으면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sparse path runtime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크게 증가할 수 있다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2" name="Shape 9"/>
          <p:cNvSpPr/>
          <p:nvPr/>
        </p:nvSpPr>
        <p:spPr>
          <a:xfrm>
            <a:off x="838080" y="42163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3" name="Text 10"/>
          <p:cNvSpPr/>
          <p:nvPr/>
        </p:nvSpPr>
        <p:spPr>
          <a:xfrm>
            <a:off x="838080" y="425448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Generation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중심이며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encoder·encoder-decoder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평가는 제한적이다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Shape 11"/>
          <p:cNvSpPr/>
          <p:nvPr/>
        </p:nvSpPr>
        <p:spPr>
          <a:xfrm>
            <a:off x="838080" y="47368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5" name="Text 12"/>
          <p:cNvSpPr/>
          <p:nvPr/>
        </p:nvSpPr>
        <p:spPr>
          <a:xfrm>
            <a:off x="838080" y="4775040"/>
            <a:ext cx="10693080" cy="43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Roofline hardware model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inference pipeline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단순화한 가정을 사용한다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6" name="Shape 13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7" name="Text 14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채택 판단에는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target batch·GPU·kernel·quality metric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재측정이 필요하다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Shape 15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69" name="Text 16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3, 5, 14-15 and 22, footnote and limitations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17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SqueezeLLM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기억하는 다섯 문장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중요한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에는 더 좋은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representative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주고 예외는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sparse FP16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으로 보존한다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3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Memory wall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Batch-1 decoding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 traffic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latency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지배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7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78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LUT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Diagonal Fisher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민감한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scalar error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 크게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2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3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Dense D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나머지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value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channelwise non-uniform index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저장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7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88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Sparse 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Outlier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sensitive individual value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FP16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보존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2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3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Two kernels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Packed LUT GEMV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balanced CSR GEMV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합산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7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8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핵심은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3 bit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라는 숫자가 아니라 제한된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memory budget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배분 방식이다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0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pmlr-pdf pp. 1-9, Abstract through evaluation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공개 출처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출판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record·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PDF·preprint·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공식 구현을 공개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URL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확인할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504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804840"/>
                <a:gridCol w="43484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용도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위치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PMLR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ICML 2024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서지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identity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proceedings.mlr.press/v235/kim24f.html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PMLR PDF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본문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표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·appendix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직접 근거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proceedings.mlr.press/v235/kim24f/kim24f.pdf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preprint record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arxiv.org/abs/2306.07629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Official code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저자 공개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github.com/SqueezeAILab/SqueezeLLM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5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6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슬라이드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locator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23-page PMLR PDF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page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번호를 따른다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8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pmlr ICML 2024 article record; pmlr-pdf pp. 1-23; code repository landing page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35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2026-09-12T04:46:45Z</dcterms:created>
  <dc:creator>Research Seminars</dc:creator>
  <dc:description/>
  <dc:language>ko-KR</dc:language>
  <cp:lastModifiedBy>Research Seminars</cp:lastModifiedBy>
  <dcterms:modified xsi:type="dcterms:W3CDTF">2026-09-12T04:46:45Z</dcterms:modified>
  <cp:revision>1</cp:revision>
  <dc:subject>SqueezeLLM: Dense-and-Sparse Quantization</dc:subject>
  <dc:title>SqueezeLLM: Dense-and-Sparse Quantization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35</vt:r8>
  </property>
  <property fmtid="{D5CDD505-2E9C-101B-9397-08002B2CF9AE}" pid="3" name="PresentationFormat">
    <vt:lpwstr>On-screen Show (16:9)</vt:lpwstr>
  </property>
  <property fmtid="{D5CDD505-2E9C-101B-9397-08002B2CF9AE}" pid="4" name="Slides">
    <vt:r8>35</vt:r8>
  </property>
</Properties>
</file>