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B45551C5-0E8C-484D-9C11-14BE2E79C82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DROO: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무선 전력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온라인 오프로딩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무선 전력으로 동작하는 여러 장치가 매 프레임 로컬 계산과 엣지 오프로딩 중 하나를 선택하는 문제를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신경망이 모든 자원값을 직접 정하지 않는다는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이진 후보를 적게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후보의 시간 자원과 성능은 별도의 볼록 최적화 문제로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1,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4-6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C41AF50-D189-4DCC-B6DC-8714DF24E3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무선 전력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시스템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시스템은 고정된 무선 장치와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구성됩니다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동일한 채널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에너지 수확량과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전송률에 모두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표기를 단순화하려고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채널의 상호성을 가정하며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채널은 한 프레임 동안 일정하고 다음 프레임에서는 달라질 수 있다고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2-3, §3.1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A362778-0B2B-45F8-8B4B-AE225912BD5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프레임의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오프로딩 시간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프레임에서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αT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동안 에너지를 전송합니다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오프로딩을 선택한 장치들은 남은 시간을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τ_iT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씩 나눠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α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τ_i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넘을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로컬 모드 장치는 에너지를 수확하면서 프레임 동안 계산할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도식은 한 프레임 내부의 무선 전송 순서를 나타내며 상자 너비는 시간 길이에 비례하지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t, t+1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프레임이나 동시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duplex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전송을 뜻하지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3 (2583), Eq. (2) and §3.3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8091C69-6FF8-46EF-A109-52A648F5261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가지 실행 모드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화면의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동시에 수행되는 경로가 아니라 서로 배타적인 선택지입니다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장치가 로컬로 계산하고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오프로딩합니다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offloading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허용하지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목적 함수는 선택된 모드에서 처리한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장치별 가중치를 적용해 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3-4, Eqs. 1-4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6B33CAB-4EE1-40BB-A9C3-FA90D07F911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모델이 단순화한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계산 시간과 결과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download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시간은 모델에서 제외됩니다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계산 및 전송 능력이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훨씬 크고 반환 결과가 짧다고 가정하기 때문입니다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주 표기에서는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 channel 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같게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가정들은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자동으로 해결하는 문제가 아니라 실험과 결론의 적용 범위를 정하는 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3, §§3.1-3.3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E4637F5-C9A3-4999-89D8-4A6B62A4A91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지수적 탐색 공간의 원인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연속 시간 변수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α, τ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결정하는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mixed integer nonconvex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가능한 이진 선택 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2^N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exhaustive action 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부적합하다고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목표는 이 거대한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space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작은 후보 집합으로 줄이는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3-4, §3.4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3 (2583), §2 continued: DQN action search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CD51BE2-FA54-4682-B058-42A653A0732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고정된 이진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분해가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중심입니다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주어지면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α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τ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최적화하는 볼록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시간 제약의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dual variable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bisection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O(N)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풀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이진 후보를 제안하고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후보의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자원 배분과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computation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선택 변수는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α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τ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장치의 수확 에너지를 모두 사용하는 최적 로컬 계산률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r_L*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오프로딩률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r_O*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이미 대입했으므로 별도의 임의 에너지 사용 변수를 선택하지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후보마다 얻은 최적값이지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전역 최적 보장은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4, P1-P2 and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258CEC5-68FA-4F57-AF7F-31EC82D1929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무엇을 최대화하는가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공식 목적함수는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maximize_{α,τ} Σ_i w_i[(1−x_i)r_L,i*(α)+x_i r_O,i*(α,τ_i)]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E_i=μPh_iαT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로컬에서는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t_i*=T, f_i*=(E_i/(κ_iT))^(1/3)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r_L,i*=(μP)^(1/3)/φ × (h_i/κ_i)^(1/3)α^(1/3)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오프로딩은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P_i*=E_i/(τ_iT), r_O,i*=Bτ_i/v_u log2(1+μPαh_i²/(τ_iN0))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전력이나 에너지 사용량은 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변수가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시간 제약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일차원 이분 탐색으로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O(N)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해결하는 방법을 예로 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복잡도 표현은 원문과 그 인용 방법의 설명이며 임의 수치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solver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전체에 대한 보편적 보장은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3–4 (2583–2584), Eqs. (1)–(4), P2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3F808A3-827C-4E43-B901-910DAA067A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구분해야 할 네 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vector h_t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받아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relaxed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출력합니다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OPQ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α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τ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가장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자원 배분을 함께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5-6, Eqs. 5-10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C5DA654-79F3-41FF-A4E3-010D37C4385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OPQ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네 후보 생성 예시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후보는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score&gt;0.5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score=0.5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남은 후보는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|score−0.5|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비감소 순서로 정렬해 경계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score&gt;b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 score&lt;b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score=b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b≤0.5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 b&gt;0.5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제시된 네 벡터가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범위는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1≤K≤2^N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이지만 이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1≤K≤N+1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후보에서 같은 값으로 처리되며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순서도 비엄격 부등식으로 보존됩니다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5-6, Eqs. 7-9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178F75C-DDE5-4E59-8DF7-2A2A1D9F5BC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OPQ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경계와 같은 값은 어떻게 처리하는가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|score−0.5|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작은 순서에서 선택한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(9)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경계와 정확히 같은 원소도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후보에서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score_i≥score_j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x_i^k≥x_j^k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거리의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정렬 순서는 선택될 수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이진 처리는 동일합니다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OPQ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N+1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후보를 만들 수 있다는 설명을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공통 상한으로 일반화하지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5–6 (2585–2586), Eqs. (7)–(9)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1123373-9E70-4A12-8368-4165BBCAFCA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order-preserving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정확한 뜻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order-preserving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score_i≥score_j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x_i^k≥x_j^k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비엄격 순서 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값으로 처리됩니다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만든 순위를 따르지만 모든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열거하지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빠르게 수렴했다고 보고하며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보편적인 우월성 정리를 제시하지는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5-6, Eqs. 7-9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10, Fig. 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B7826E2-D81A-4641-9AF5-9202182D1E7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프레임의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DNN inference, OPQ,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argmax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 순서입니다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각 후보의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평가를 병렬로 처리할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최종 출력은 선택된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그 후보에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 α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τ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5-6,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875D7C1-F957-4B94-B671-CA33A49F58D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후보별 자원 최적화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평가를 맡는다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analytical 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표현은 구조를 설명하기 위한 교육용 이름입니다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 allocation problem 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물리 제약을 만족하는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α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τ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최적화하고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actor-critic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알고리즘의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다르며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선택된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받아 분류 정책을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수확 에너지 전량 사용 조건은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r_L*, r_O*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 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α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τ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4-6, P2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A8D5DC5-F001-4D74-BFEC-FAB1353AC47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경험에서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 h_t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x*_t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차면 가장 오래된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프레임마다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uniform 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뽑아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cross-entropy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매 프레임의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 inference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후보 평가는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replay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주기적으로 실행되는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6, §4.3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C74079A-2FFE-4A8C-8A77-3BE2823E872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adaptive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갱신 규칙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K_1=N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 mod D=0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K_t=min(max{k*_(t−1),…,k*_(t−D)}+1,N),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외에는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K_t=K_(t−1)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시작하는 실제 선택 후보 순위이며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선택이나 단순 제안 후보 순위가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D=3, N≥4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직전 선택 순위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2,3,1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사용한 교육용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max+1=4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상한을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다시 커질 여지를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논문 실험에서 택한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D=32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일반 규칙을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6-7, §4.4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9FBB138-7608-4775-8F34-ECE8E301E98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수확 에너지를 모두 쓰는 고정 후보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수치는 설명용 가정이며 원문 실험값이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μPh1=.20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μPh2=.12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α=.5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E1=.10 J, E2=.06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WD1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τ1=.25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 동안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.10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모두 사용하므로 송신 전력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.40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WD2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양의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κ2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f2=(.06/(κ2T))^(1/3)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전체에서 계산하며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κ2 f2³T=.06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무선 시간이 있으므로 이 지점을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최적해로 부르지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 일치와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보여주는 예시이며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시간값을 최적화합니다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3-4, Eqs. 1-4 and P2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4FE41D9-9D70-4AD6-96BF-648C7500707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 실험의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Rayleigh fading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WPT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장치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hidden layer 120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fully connected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memory 1024, batch 128, training interval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시간은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Intel Core i5-4570 3.2 GHz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 GB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측정했습니다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7, §5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14E554D-78C8-4829-A4C9-FBD4CF4C2EF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OPQ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KNN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결과의 조건부 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K=N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 최적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수렴합니다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빠르게 수렴했지만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관측입니다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후보 선택이 없어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개선되지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곡선은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200-frame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이동평균이며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K=1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등의 관측을 보편적 수렴 정리로 일반화하지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10, Fig. 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5663401-08E0-4F84-B73D-67751EE5E4E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computation rate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비교의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24,000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realization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학습한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6,000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평가됩니다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N=10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2^N 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열거로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계산할 수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N=20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계산량 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결과로 정규화합니다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near-optimal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표현은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 근거합니다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median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가깝고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confidence intervals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대부분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.99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이상이라고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.99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이상이라는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11, Figs. 14-15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74F0E06-0D47-4E36-A048-FA22116AFE1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N=30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보고된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latency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K 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0.31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adaptive K 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0.059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0.81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static IoT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coherence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근거로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예로 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0.059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초를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hardware, network, solver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같은 수치를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30,000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realization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 generation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모두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Replay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d=10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프레임마다 실행되므로 훈련 비용이 평균에 포함된 것이지 매 프레임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한다는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0.059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 inference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단독 시간이라고 부르면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11-12,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4319C4D-EF2B-40FD-BCEA-7F26FB723A3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적용 범위와 남은 한계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conclusion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WD mobility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학습 수렴을 어렵게 만들 수 있다고 밝힙니다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task model, AP compute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download delay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channel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범위가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mixed integer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문제를 직접 반복해서 푸는 일을 피하지만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계속 계산해야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3-6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p. 12, §6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C08D8E2-DF1F-4764-81A1-B6B9E5D4CD4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이름과 후보 생성 구조가 비슷하지만 해결하는 문제가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입력은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프레임별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computation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최대화합니다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LyDROO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stochastic task arrival,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queue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가상 평균 전력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배터리가 아니며 전력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e=E/T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평균 전력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차이에서 갱신됩니다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noise-free OPQ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절반과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Gaussian noise·sigmoid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절반을 합칩니다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LyDROO Theorem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i.i.d. event process, feasible P1, Slater slack,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매 프레임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최적값에 대한 고정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gap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조건에서 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data-queue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안정성과 평균 전력 제약을 보장하며 이를 임의의 신경망이나 모든 배포 환경에 소급하지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3-6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lydroo | pp. 5–11 (7523–7529), Eqs. (5), (7), (20), (25)–(28), Theorem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후속 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https://doi.org/10.1109/TWC.2021.3085319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18BAE5B-5FC6-430A-8199-2E29B4D2A2B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 계산 구조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이진 결정을 제안하는 학습 부분과 연속 자원을 최적화하는 해석적 부분을 결합합니다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순위를 제안하고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OPQ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candidate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물리 제약을 만족하는 자원 배분과 점수를 계산한 뒤 최고 후보를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 결과는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4-7, Fig. 3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19E6A2E-EC3F-4E88-B820-BCC87F5525B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구분하면 알고리즘의 역할 분담이 명확해집니다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x_hat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연속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score, x^k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candidate, x*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선택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α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τ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발표자 참고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τ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출력하지 않는가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연속 자원을 최적화해 시간 제약을 직접 만족시킨다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OPQ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보는가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개만 평가하며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2^N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열거하지 않는다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channel 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왜 두 번 작용하는가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수확 에너지와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함께 들어간다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0.059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초가 항상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real-time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N=30, i5-4570,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조건에서만 나온 수치다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pp. 4-6,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7113C3F-22A0-4799-A920-EB915C1C240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공식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원고 기록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 구현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repository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LyDROO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구분해야 할 후속 논문이므로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표시했습니다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arXiv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이전 공개 원고 기록이며 저널판과 페이지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내용이 동일하다고 가정하지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 코드는 구현 참고이지 이론과 실험 주장의 대체 증거가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title and DOI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Mobile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https://doi.org/10.1109/TMC.2019.2928811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| abstract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이전 공개 원고 기록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https://arxiv.org/abs/1808.01977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| repository root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 공개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https://github.com/revenol/DROO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lydroo | title and DOI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후속 논문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https://doi.org/10.1109/TWC.2021.3085319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6098A8A-9328-42E8-8E8C-9AF4B7F8A0D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DROO: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무선 전력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온라인 오프로딩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Deep Reinforcement Learning for Online Computation Offloading in Wireless Powered Mobile-Edge Computing Networks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Liang Huang, Suzhi Bi, Ying-Jun Angela Zhang (2020)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신경망이 이진 후보를 제안하고 해석적 최적화가 물리 제약을 만족시키는 구조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1, abstract; ieee pp. 4-6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무선 전력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시스템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에너지를 보내고 여러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오프로딩 데이터를 받는다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56588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 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논문에서 맡는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프레임에서 관측되는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RF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 전송과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안정적인 전원과 높은 계산 능력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 수확 뒤 로컬 계산 또는 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와의 현재 채널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무선 채널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수확 에너지와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uplink 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함께 영향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프레임 안에서는 고정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프레임마다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채널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gain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에너지 수확과 데이터 전송 성능을 동시에 바꾼다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2-3, §3.1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프레임의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WPT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오프로딩 시간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먼저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α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비율 동안 에너지를 보내고 선택된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남은 시간을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TDMA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나눈다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mechanism-lane-fram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프레임 시간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mechanism-edge-time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mechanism-edge-time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" name="mechanism-edge-time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mechanism-node-wpt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WPT 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RF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 전송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mechanism-node-wd1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WD 1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τ1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mechanism-node-wd2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WD 2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τ2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mechanism-node-end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프레임 종료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α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모든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τ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합은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TDD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모델에서는 에너지 전송이 먼저이고 오프로딩 전송은 그 뒤에 이어진다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3 (2583), Eq. (2) and §3.3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두 가지 실행 모드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분할 없이 로컬 계산과 완전 오프로딩 중 하나만 선택한다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WD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한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프레임 안에 처리할 분할 불가 작업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x_i=0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로컬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수확 에너지로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WD CPU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계산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x_i=1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오프로딩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수확 에너지로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전체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binary gate x_i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경로 중 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선택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WD i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처리량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 rate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적용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3-4, Eqs. 1-4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모델이 단순화한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9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2717640"/>
                <a:gridCol w="5435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계산에서의 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해석할 때의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시간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훨씬 빠르다는 전제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download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반환 데이터가 짧다는 전제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reciprocity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gain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uplink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downlink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같다는 단순화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허용하지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로컬 또는 전체 오프로딩만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0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성능 주장은 이 시스템 모델과 시간 가정 안에서 읽어야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3, §§3.1-3.3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지수적 탐색 공간의 원인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이진 선택은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2^N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local·offload pattern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개면 가능한 이진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개면 가능한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1,048,576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개면 가능한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1,073,741,824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연속 변수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α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τ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먼저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 x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찾는 단계가 조합 폭발을 만든다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채널이 달라질 때마다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coherence time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 같은 문제를 다시 풀어야 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2^N pattern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전체를 평가하지 않고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주변의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후보만 평가한다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3-4, §3.4; ieee p. 3 (2583), §2 continued: DQN action search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고정된 이진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고정하면 남은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α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τ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최적화는 볼록 문제로 바뀐다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2"/>
          <p:cNvSpPr/>
          <p:nvPr/>
        </p:nvSpPr>
        <p:spPr>
          <a:xfrm>
            <a:off x="330192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Shape 3"/>
          <p:cNvSpPr/>
          <p:nvPr/>
        </p:nvSpPr>
        <p:spPr>
          <a:xfrm>
            <a:off x="888984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Shape 4"/>
          <p:cNvSpPr/>
          <p:nvPr/>
        </p:nvSpPr>
        <p:spPr>
          <a:xfrm>
            <a:off x="3301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Shape 5"/>
          <p:cNvSpPr/>
          <p:nvPr/>
        </p:nvSpPr>
        <p:spPr>
          <a:xfrm>
            <a:off x="6730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Shape 6"/>
          <p:cNvSpPr/>
          <p:nvPr/>
        </p:nvSpPr>
        <p:spPr>
          <a:xfrm>
            <a:off x="546084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Shape 7"/>
          <p:cNvSpPr/>
          <p:nvPr/>
        </p:nvSpPr>
        <p:spPr>
          <a:xfrm>
            <a:off x="673092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Shape 8"/>
          <p:cNvSpPr/>
          <p:nvPr/>
        </p:nvSpPr>
        <p:spPr>
          <a:xfrm>
            <a:off x="6095880" y="473688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Text 9"/>
          <p:cNvSpPr/>
          <p:nvPr/>
        </p:nvSpPr>
        <p:spPr>
          <a:xfrm>
            <a:off x="127008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 h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0"/>
          <p:cNvSpPr/>
          <p:nvPr/>
        </p:nvSpPr>
        <p:spPr>
          <a:xfrm>
            <a:off x="127008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수확 에너지와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uplink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품질을 결정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1"/>
          <p:cNvSpPr/>
          <p:nvPr/>
        </p:nvSpPr>
        <p:spPr>
          <a:xfrm>
            <a:off x="685800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고정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pattern x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2"/>
          <p:cNvSpPr/>
          <p:nvPr/>
        </p:nvSpPr>
        <p:spPr>
          <a:xfrm>
            <a:off x="685800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WD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지정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3"/>
          <p:cNvSpPr/>
          <p:nvPr/>
        </p:nvSpPr>
        <p:spPr>
          <a:xfrm>
            <a:off x="4191120" y="41403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볼록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4"/>
          <p:cNvSpPr/>
          <p:nvPr/>
        </p:nvSpPr>
        <p:spPr>
          <a:xfrm>
            <a:off x="4191120" y="44197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제약 안에서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α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τ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최적화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15"/>
          <p:cNvSpPr/>
          <p:nvPr/>
        </p:nvSpPr>
        <p:spPr>
          <a:xfrm>
            <a:off x="4191120" y="54738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 평가값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6"/>
          <p:cNvSpPr/>
          <p:nvPr/>
        </p:nvSpPr>
        <p:spPr>
          <a:xfrm>
            <a:off x="4191120" y="5753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Q*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feasible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자원 배분을 반환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4, P1-P2 and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무엇을 최대화하는가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고정된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Q=Σ w_i[(1−x_i)r_L,i* + x_i r_O,i*]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최대화한다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13100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수학적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변수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α, τ_i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WPT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장치별 전송 시간 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제약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α+Στ_i≤1; α,τ_i≥0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프레임 시간을 함께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모드의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r_L*, r_O*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수확 에너지 전량 사용에서 유도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볼록 최적화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오목 목적함수 최대화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선형 시간 제약 아래 후보별 해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이진 후보는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DNN·OPQ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만들고 연속 시간 배분은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최적화한다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3–4 (2583–2584), Eqs. (1)–(4), P2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구분해야 할 네 값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065320"/>
                <a:gridCol w="2717640"/>
                <a:gridCol w="293508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형식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아직 아닌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h_t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연속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vector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relaxed x_hat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순위 제안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가능한 최종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binary x^k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vector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넣을 후보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자원 배분이 끝난 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α*, τ*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연속 시간 배분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직접 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 score, binary action,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자원 배분을 한 단계로 합쳐 이해하면 안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5-6, Eqs. 5-10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네 후보 생성 예시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relaxed output [0.2, 0.4, 0.7, 0.9]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K=4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후보를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521720"/>
                <a:gridCol w="2391480"/>
                <a:gridCol w="304380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적용한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binary action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변경되는 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x^1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score&gt;0.5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[0,0,1,1]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같으면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x^2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threshold=0.4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[0,1,1,1]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경계값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x^3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threshold=0.7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[0,0,0,1]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경계값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x^4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threshold=0.2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[1,1,1,1]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경계값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가까운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순서를 따라 서로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후보를 만든다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5-6, Eqs. 7-9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경계와 같은 값은 어떻게 처리하는가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기본 후보와 나머지 후보의 동률 처리 규칙을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913560"/>
                <a:gridCol w="347868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이진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후보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score&gt;0.5 →1;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 외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score=0.5 →0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나머지 후보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score&gt;b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b=0.4, score=0.7 →1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나머지 후보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score&lt;b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b=0.7, score=0.4 →0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score=b, b≤0.5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b=score=0.4 →1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score=b, b&gt;0.5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b=score=0.7 →0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K≤2^N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K≤N+1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서로 다른 범위다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5–6 (2585–2586), Eqs. (7)–(9)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order-preserving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정확한 뜻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"/>
          <p:cNvSpPr/>
          <p:nvPr/>
        </p:nvSpPr>
        <p:spPr>
          <a:xfrm>
            <a:off x="838080" y="1739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score_i≥score_j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이면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후보에서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x_i^k≥x_j^k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2"/>
          <p:cNvSpPr/>
          <p:nvPr/>
        </p:nvSpPr>
        <p:spPr>
          <a:xfrm>
            <a:off x="838080" y="24764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Text 3"/>
          <p:cNvSpPr/>
          <p:nvPr/>
        </p:nvSpPr>
        <p:spPr>
          <a:xfrm>
            <a:off x="838080" y="251460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순위를 유지하면서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threshold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개의 후보를 만든다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4"/>
          <p:cNvSpPr/>
          <p:nvPr/>
        </p:nvSpPr>
        <p:spPr>
          <a:xfrm>
            <a:off x="838080" y="32511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Text 5"/>
          <p:cNvSpPr/>
          <p:nvPr/>
        </p:nvSpPr>
        <p:spPr>
          <a:xfrm>
            <a:off x="838080" y="328932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KNN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후보보다 서로 떨어진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pattern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만들어 탐색 다양성을 높이려는 설계다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6"/>
          <p:cNvSpPr/>
          <p:nvPr/>
        </p:nvSpPr>
        <p:spPr>
          <a:xfrm>
            <a:off x="838080" y="4025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7"/>
          <p:cNvSpPr/>
          <p:nvPr/>
        </p:nvSpPr>
        <p:spPr>
          <a:xfrm>
            <a:off x="838080" y="40640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2^N action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확인하지 않으므로 전역 최적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포함을 보장하지 않는다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Text 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상대 순위를 보존하는 후보 생성 규칙이지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exhaustive search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1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Text 1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5-6, Eqs. 7-9; ieee p. 10, Fig. 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프레임의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경로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프레임 시작에 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읽는다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0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relaxed score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x_hat_t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출력한다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후보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x_t^k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0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P2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평가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후보의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Q*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α*, τ*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선택과 실행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가장 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Q*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x*_t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자원을 실행한다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번의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뒤에 결정된다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5-6,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후보별 자원 최적화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평가를 맡는다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‘analytical critic’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이 역할을 설명하는 교육용 이름이며 원문의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가리킨다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2500200"/>
                <a:gridCol w="271764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보장하거나 학습하는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h_t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relaxed x_hat_t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binary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후보의 순위를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relaxed 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binary pattern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순서를 보존한 후보 생성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h_t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x_t^k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Q*, α*, τ*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제약을 만족하는 최적 배분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argmax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Q*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x*_t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 집합 안에서 최고값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learned value network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후보마다 호출되는 볼록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optimizer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4-6, P2 and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경험에서 다음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 결과를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label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저장하고 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프레임마다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batch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DNN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갱신한다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mechanism-lane-train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mechanism-edge-learn1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mechanism-edge-learn2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mechanism-edge-learn3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mechanism-edge-learn4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mechanism-node-pair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선택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x*_t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mechanism-node-memory"/>
          <p:cNvSpPr/>
          <p:nvPr/>
        </p:nvSpPr>
        <p:spPr>
          <a:xfrm>
            <a:off x="3782160" y="335916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memory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mechanism-node-memory-queue-1"/>
          <p:cNvSpPr/>
          <p:nvPr/>
        </p:nvSpPr>
        <p:spPr>
          <a:xfrm>
            <a:off x="3782160" y="361332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최근 </a:t>
            </a: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mechanism-node-memory-queue-2"/>
          <p:cNvSpPr/>
          <p:nvPr/>
        </p:nvSpPr>
        <p:spPr>
          <a:xfrm>
            <a:off x="3782160" y="38037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이전 </a:t>
            </a: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mechanism-node-memory-queue-3"/>
          <p:cNvSpPr/>
          <p:nvPr/>
        </p:nvSpPr>
        <p:spPr>
          <a:xfrm>
            <a:off x="3782160" y="399420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오래된 </a:t>
            </a: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mechanism-node-batch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uniform batch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무작위 추출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mechanism-node-adam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Adam update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cross-entropy loss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감소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mechanism-node-policy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프레임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사용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1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Text 1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매 프레임 수행되지만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 training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프레임 간격으로 수행된다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6, §4.3 and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adaptive 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갱신 규칙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 mod D=0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 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프레임 이전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개의 선택 순위로 갱신한다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mechanism-lane-k-updat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갱신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mechanism-edge-k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mechanism-edge-k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mechanism-edge-k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mechanism-node-initial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K1=N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넓은 후보 집합으로 시작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mechanism-node-ranks"/>
          <p:cNvSpPr/>
          <p:nvPr/>
        </p:nvSpPr>
        <p:spPr>
          <a:xfrm>
            <a:off x="4292640" y="33591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최근 선택 순위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mechanism-node-ranks-queue-1"/>
          <p:cNvSpPr/>
          <p:nvPr/>
        </p:nvSpPr>
        <p:spPr>
          <a:xfrm>
            <a:off x="4292640" y="361332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mechanism-node-ranks-queue-2"/>
          <p:cNvSpPr/>
          <p:nvPr/>
        </p:nvSpPr>
        <p:spPr>
          <a:xfrm>
            <a:off x="4292640" y="38037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</a:t>
            </a: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mechanism-node-ranks-queue-3"/>
          <p:cNvSpPr/>
          <p:nvPr/>
        </p:nvSpPr>
        <p:spPr>
          <a:xfrm>
            <a:off x="4292640" y="39942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mechanism-node-rule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최대 순위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+1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예시는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3+1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계산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mechanism-node-nextk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K=4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 적용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adaptive 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호출 수를 줄이는 경험적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cost·quality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조절이며 최적성 보장이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6-7, §4.4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계산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수확 에너지를 모두 쓰는 고정 후보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T=1 s, x=[1,0], α=0.50, τ1=0.25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인 모형 일치 지점을 계산한다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78332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 또는 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α+τ1=0.75≤1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feasible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 뿐 최적해 주장은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수확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μPh1=0.20 W, μPh2=0.12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E1=0.10 J, E2=0.06 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WD1: offload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P1*=E1/(τ1T)=0.40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0.25 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0.10 J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전량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WD2: 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f2*=(0.06/(κ2T))^(1/3)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0.06 J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전량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임의의 에너지 사용량을 고르지 않고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α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τ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weighted rate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최대화한다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3-4, Eqs. 1-4 and P2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 실험의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065320"/>
                <a:gridCol w="456588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해석에 필요한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무선 환경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Rayleigh fading, 915 MHz, 2 MHz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프레임별 독립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3 W,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수확 효율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Powercast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hidden 120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TensorFlow 1.0, Adam 0.01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 1024, batch 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 interval d=10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장비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i5-4570 3.2 GHz, RAM 12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 latency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비교의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 수치와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simulation, model, hardware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조건에 묶여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7, §5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KNN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결과의 조건부 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N=10 fading simulation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200-frame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이동평균으로 수렴을 비교했다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23972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관측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말할 수 있는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N=10, K=N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방법 모두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normalized rate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수렴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충분한 후보를 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N=10, K=2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방법 모두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수렴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suboptimal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KNN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빠르게 수렴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fading simulation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안의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방법 모두 수렴하지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action selection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없어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개선이 막힘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장점은 논문 실험의 수렴 속도이며 보편적 우월성 증명은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10, Fig. 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computation rate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비교의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5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391356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24,000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독립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수렴 뒤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평균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6,000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 방법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CD, LR, all-local, all-edge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유사한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정규화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N=10: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열거 최적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N=20,30: CD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median≈1;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신뢰구간은 대부분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.99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6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N=10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열거 최적값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CD benchmark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와의 조건부 비교다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p. 11, Figs. 14-15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N=30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보고된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latency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30,000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독립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평균이며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 generation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DNN training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포함한다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2174040"/>
                <a:gridCol w="217404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latency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DROO fixed K=N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15.5%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번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DROO adaptive 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0.059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D=32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Coordinate Descent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3.8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 Relaxation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0.81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40.5%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iterative solver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0.059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초는 보편적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real-time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보장이 아니라 논문 장비와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가정의 결과다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11-12,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적용 범위와 남은 한계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"/>
          <p:cNvSpPr/>
          <p:nvPr/>
        </p:nvSpPr>
        <p:spPr>
          <a:xfrm>
            <a:off x="838080" y="1739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policy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offloading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허용하지 않는다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2"/>
          <p:cNvSpPr/>
          <p:nvPr/>
        </p:nvSpPr>
        <p:spPr>
          <a:xfrm>
            <a:off x="838080" y="2323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2" name="Text 3"/>
          <p:cNvSpPr/>
          <p:nvPr/>
        </p:nvSpPr>
        <p:spPr>
          <a:xfrm>
            <a:off x="838080" y="23623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시간과 결과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download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시간은 모델에서 제외한다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4"/>
          <p:cNvSpPr/>
          <p:nvPr/>
        </p:nvSpPr>
        <p:spPr>
          <a:xfrm>
            <a:off x="838080" y="29462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4" name="Text 5"/>
          <p:cNvSpPr/>
          <p:nvPr/>
        </p:nvSpPr>
        <p:spPr>
          <a:xfrm>
            <a:off x="838080" y="2984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gain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queue·battery backlog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포함하지 않는다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6"/>
          <p:cNvSpPr/>
          <p:nvPr/>
        </p:nvSpPr>
        <p:spPr>
          <a:xfrm>
            <a:off x="838080" y="35686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Text 7"/>
          <p:cNvSpPr/>
          <p:nvPr/>
        </p:nvSpPr>
        <p:spPr>
          <a:xfrm>
            <a:off x="838080" y="360684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후보마다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풀어야 하므로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analytical optimization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비용은 남는다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8"/>
          <p:cNvSpPr/>
          <p:nvPr/>
        </p:nvSpPr>
        <p:spPr>
          <a:xfrm>
            <a:off x="838080" y="4190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Text 9"/>
          <p:cNvSpPr/>
          <p:nvPr/>
        </p:nvSpPr>
        <p:spPr>
          <a:xfrm>
            <a:off x="838080" y="42292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WD mobility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분포를 바꿔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policy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수렴을 어렵게 할 수 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후보 탐색을 줄이지만 모델 가정과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호출 비용까지 제거하지는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2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3-6; ieee p. 12, §6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LyDROO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5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413100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LyDROO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문제 환경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무선 전력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stochastic task arrival MEC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gain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큐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가상 전력 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프레임별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weighted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장기 처리량과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안정성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OPQ + noisy OPQ (NOP)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이론 경계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안정성 보장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 아래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안정성 분석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6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backlog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Lyapunov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안정성은 후속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LyDROO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문제이며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소급되지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3-6; lydroo pp. 5–11 (7523–7529), Eqs. (5), (7), (20), (25)–(28), Theorem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DROO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 계산 구조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수확과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uplink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조건을 정한다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7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DNN proposal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relaxed score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순위를 제안한다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1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2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OPQ candidates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순위를 보존한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만든다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6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후보별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후보의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feasible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자원과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Q*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1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2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선택과 학습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최고 후보를 실행하고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replay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저장한다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6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7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학습이 이진 후보를 줄이고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각 후보 안의 연속 배분을 최적화한다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9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4-7, Fig. 3 and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notation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2" name="Table 0"/>
          <p:cNvGraphicFramePr/>
          <p:nvPr/>
        </p:nvGraphicFramePr>
        <p:xfrm>
          <a:off x="660240" y="1676520"/>
          <a:ext cx="10870920" cy="4343040"/>
        </p:xfrm>
        <a:graphic>
          <a:graphicData uri="http://schemas.openxmlformats.org/drawingml/2006/table">
            <a:tbl>
              <a:tblPr/>
              <a:tblGrid>
                <a:gridCol w="1956600"/>
                <a:gridCol w="521784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 주체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9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h_t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프레임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gain vector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 관측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9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x_hat_t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relaxed offload 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9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x_t^k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번째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binary candidate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9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x*_t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binary 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Q*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argmax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93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α*, τ*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WPT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3" name="Shape 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4" name="Text 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pp. 4-6,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공개 출처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7" name="Table 0"/>
          <p:cNvGraphicFramePr/>
          <p:nvPr/>
        </p:nvGraphicFramePr>
        <p:xfrm>
          <a:off x="660240" y="1676520"/>
          <a:ext cx="10870920" cy="4343040"/>
        </p:xfrm>
        <a:graphic>
          <a:graphicData uri="http://schemas.openxmlformats.org/drawingml/2006/table">
            <a:tbl>
              <a:tblPr/>
              <a:tblGrid>
                <a:gridCol w="2717640"/>
                <a:gridCol w="43484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 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자료에서의 용도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619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DROO journal paper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IEEE DOI 10.1109/TMC.2019.2928811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시스템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알고리즘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 근거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619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DROO manuscript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arXiv 1808.01977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저널판 이전 공개 원고 기록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619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DROO 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github.com/revenol/DROO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저자 공개 구현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619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LyDROO paper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IEEE DOI 10.1109/TWC.2021.3085319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후속 연구 경계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8" name="Shape 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Text 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 title and DOI record; arxiv abstract record; code repository root; lydroo title and DOI record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2026-09-12T05:08:44Z</dcterms:created>
  <dc:creator>Research Seminars</dc:creator>
  <dc:description/>
  <dc:language>ko-KR</dc:language>
  <cp:lastModifiedBy>Research Seminars</cp:lastModifiedBy>
  <dcterms:modified xsi:type="dcterms:W3CDTF">2026-09-12T05:08:44Z</dcterms:modified>
  <cp:revision>1</cp:revision>
  <dc:subject>Deep Reinforcement Learning for Online Computation Offloading in Wireless Powered Mobile-Edge Computing Networks</dc:subject>
  <dc:title>DROO: 무선 전력 MEC의 온라인 오프로딩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26</vt:r8>
  </property>
  <property fmtid="{D5CDD505-2E9C-101B-9397-08002B2CF9AE}" pid="3" name="PresentationFormat">
    <vt:lpwstr>On-screen Show (16:9)</vt:lpwstr>
  </property>
  <property fmtid="{D5CDD505-2E9C-101B-9397-08002B2CF9AE}" pid="4" name="Slides">
    <vt:r8>26</vt:r8>
  </property>
</Properties>
</file>