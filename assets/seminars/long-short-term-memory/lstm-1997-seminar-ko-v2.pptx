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442A13BD-1DA4-40FE-A448-FDC50F4D31A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Long Short-Term Memory (1997):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지연을 건너는 기억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Hochreiter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Schmidhuber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발표한 원 논문을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오늘날 흔히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수식을 원 논문에 소급하지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먼 과거의 단서까지 오차 신호를 어떻게 전달하면서 필요한 정보만 쓰고 읽는가입니다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mit-record | title and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Neural Computation 9(8)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https://doi.org/10.1162/neco.1997.9.8.1735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D28366-7DC9-471B-9090-5AB9DBDA90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지연 문제의 구조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과거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short-term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사용할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학습은 끝에서 생긴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teacher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먼 과거의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도달해야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최소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천 단계를 넘는 인공 문제까지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방해 입력은 단순히 기다리는 시간이 아니라 기존 기억을 계속 흔들 수 있는 입력입니다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E16ACB-8B2E-47A5-9585-1A5434C403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Recurrent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반복 곱으로 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논문 실험 결과가 아니라 반복 곱의 성질을 보여 주는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논문의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시간마다 곱해집니다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절댓값이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지수적으로 사라지고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폭발할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Logistic sigmoid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상한도 이 소실 문제를 악화시킵니다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3-5, Eqs.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DB198B-B87B-456E-9425-AE86A58DA5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상태와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error carousel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state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delayed self-connection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시간축으로 펼치면 상태가 매 단계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truncated backprop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5-6; p. 29, Eq. 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D25749-B50D-4453-B8A6-B5314EA3B5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Bare 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쓰기와 읽기 충돌이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생각한 뒤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conflict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신호를 저장하면서 뒤의 무관한 입력에는 반응하지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필요할 때 기억을 사용하면서 다른 시점에는 이미 잘 작동하는 출력을 방해하지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충돌을 분리하기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도입합니다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5-7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A129AC-8776-4181-8028-E378D8CE83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원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cell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계산을 시간축으로 펼쳐 재구성한 도식입니다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 g_t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 i_t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통과할 때만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factor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 gate o_t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of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외부에 보일지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원형에는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Canonical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보이지만 일부 실험 구성은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없이도 동작했습니다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7, Fig.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2216382-94CC-4E39-AE01-697BF66A9E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 표기는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y_in_j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y_out_j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더 길지만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i_t, output gate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식에서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닫혀도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삭제되지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differentiable squashing functions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shorthand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현대식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forget-gated 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바꾸어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7; p. 24, Eq.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3D3458-3D3E-4EA5-93ED-31C9C50803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단계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equals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열려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zero point six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 equals two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minus zero point nine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 equals three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 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stored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곱해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 four three 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내보냅니다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작동 원리를 보여 주는 독립 계산이며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 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 recurrence; values illustrative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CBCDD8-FAB2-4294-A783-C2581181F45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거리와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path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행은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factor zero point nine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가정한 교육용 비교입니다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truncated rule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state-to-state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lag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반복되지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들어올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cell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나갈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존재하지만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반복되지는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28-29, Eqs. 33-41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E52292-CF87-4E70-AF77-852E88A0F4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Truncated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유지하고 끊는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net input, input gate net, output gate net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activity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위치의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incoming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여전히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계속 전달됩니다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altered multiplicative dynamics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RTRL 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ordinary 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8; pp. 24-29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045013-5818-453D-B501-46B484B3619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설명하면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논문의 핵심 절반을 놓칩니다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학습에서는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recent internal-state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들어온 뒤 내부에서 유지되고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incoming weight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쓰인 다음 외부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더 넘어가려는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8; pp. 24-28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E3AFE3-FD8D-478E-BDD1-CF3FD15686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O(1)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전체 학습 시간이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one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step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하나당 계산 복잡도입니다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per-step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of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저장해야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of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sequence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의존하지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뜻이 아니고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실험은 수만에서 수십만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8; p. 27, Eq. 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A21BEC8-46E7-4D44-9A1B-75D1A0F5E5A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Memory cell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topology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cell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하나에 담기 어렵다는 이유로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cell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Network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사용자가 정하며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units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입력으로 받을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local-output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없어도 되었지만 이를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1997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7-9,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BBAA53-E0ED-4B49-A041-F66DBF1769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원형에 포함되지 않은 요소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역사적 경계를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설계는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derivative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고정하려 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forget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없으며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 omission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정당화하지 않았고 후대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이를 추가했습니다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truncated recurrent-gradient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6-8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odyssey | p. 3, historical variants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LSTM: A Search Space Odyssey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https://arxiv.org/abs/1503.04069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1EDCD0-79C8-4AA4-9DF5-9E399CD9B88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Original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standard LSTM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common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유지하거나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Original 1997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previous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그대로 더하며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forward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식만 닮은 특수 경우처럼 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original truncated learning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역사적 설계 이유를 놓칩니다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Odyssey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variant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odyssey | pp. 2-3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LSTM: A Search Space Odyssey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https://arxiv.org/abs/1503.04069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D066657-5EDD-46CD-B740-CA9FEFCE8C6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실험을 읽는 기준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긴 지연과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noise, continuous values, temporal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시험합니다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각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rate, stopping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완전히 같지는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하나의 숫자를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 benchmark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읽거나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영구적인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결과 슬라이드는 조건과 반복 수를 함께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9-21, Tables 1-11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048DBE0-2399-4901-B1A0-6C34C741A0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Task 2a: delay 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무잡음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 trials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Delay one hundred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trials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hundred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성공했고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5,040 training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BPTT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million presentations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이후에도 성공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architecture, 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 details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같지 않으므로 이를 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speed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14,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0425CA-DF19-4DFD-8FB9-4247117D14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Task 2c: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천 단계 이상의 최소 지연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2c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symbol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기억해 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artificial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distractor vocabulary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plus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time lag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 equals one thousand, q equals one thousand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success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49,000 training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trials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distractor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바뀌므로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lag-only scaling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15,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2519F0-44E0-48C8-921B-87AAF93B6F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Continuous adding problem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위치가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선택되고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끝에서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equals one thousand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lag five hundred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2,560 test sequences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wrong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stopping criterion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853,000 training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trials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artificial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17-18, Table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F5A1C6-C902-43E7-BD2B-7A72F8B3E42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Temporal order problem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6a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relevant symbols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classes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 6b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symbols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eight classes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Error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끝에서만 주어집니다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6a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trials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31,390 training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error out of 2,560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Task 6b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trials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571,100 sequences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errors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19-20, Table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1C351E5-55A2-4A4A-8E22-8162CD155C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실험이 지지하는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결과는 당시에 어려웠던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artificial long-lag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효과적으로 학습될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speech, language modeling, 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Baseline comparisons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task-specific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사용하므로 현대적인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superiority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확장할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21-23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3FEEBD-FD8D-45FB-A258-6011DE717C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strongly delayed XOR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strongly delayed XOR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truncated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명시적 한계로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저장하는 행동은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expected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쉬운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subgoal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학습할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credit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이론적으로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units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사용할 수 있다고 말하지만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efficient truncated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장점과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생기며 실험으로 해결을 입증하지는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p. 22, Limitations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45F37AB-A48B-4F32-A560-991F433E95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state drift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saturation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대체로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internal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점점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sigmoid-like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prime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작아져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initial 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주어 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억제하고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output gate bias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abuse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능동적으로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방식과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8-9; pp. 29-30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A4F197-D245-4D54-A374-7422C1C641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discrete counting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적용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gradient-based approaches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discrete elapsed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세기 어렵다고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99 steps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steps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전인지가 핵심이면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counting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오래된 정보를 보존할 수 있다는 주장과 다른 능력입니다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real-world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남기므로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artificial results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현대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성능으로 확장하면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22-23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5649CA1-E1B2-472B-BC0E-CC47483207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25. 1997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 논리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논문의 논리는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repeated products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 and read conflicts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Architecture-specific truncation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남기면서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paths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차단합니다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Synthetic 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결합이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long-lag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실제로 학습됨을 보였습니다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3-8; pp. 13-23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F62ECA-C0D9-49E3-B541-70AB148D6B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논문을 정확히 설명하는 문장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LSTM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문장으로 정리하면 다음과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Fixed unit self-connection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output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exposure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external recurrent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truncate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long-lag internal error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유지한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Forget 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peephole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reported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artificial tasks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author-pdf | pp. 5-8; pp. 22-23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 Short-Term Memory, author-hosted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https://people.idsia.ch/~juergen/lstm1997-2024head.pdf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odyssey | p.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LSTM: A Search Space Odyssey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https://arxiv.org/abs/1503.04069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3509F7-8101-47F3-AB1C-7F7AFCA195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Long Short-Term Memory (1997):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긴 지연을 건너는 기억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 Short-Term Memory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Sepp Hochreiter and Jürgen Schmidhuber (1997)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 논문의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CEC,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gate, truncated learning rule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읽는다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mit-record title and publication record; author-pdf p.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지연 문제의 구조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초기의 유용한 신호와 끝의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teacher signal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사이에 많은 방해 입력이 놓인다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mechanism-lane-seq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mechanism-edge-e-clue-a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mechanism-edge-e-a-b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mechanism-edge-e-b-target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mechanism-node-clue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t=1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기억할 입력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mechanism-node-noise-a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방해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정답과 무관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mechanism-node-noise-b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반복 방해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긴 지연 구간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mechanism-node-targe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끝의 목표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초기 단서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mechanism-axis-tick-1"/>
          <p:cNvSpPr/>
          <p:nvPr/>
        </p:nvSpPr>
        <p:spPr>
          <a:xfrm>
            <a:off x="241920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mechanism-axis-tick-2"/>
          <p:cNvSpPr/>
          <p:nvPr/>
        </p:nvSpPr>
        <p:spPr>
          <a:xfrm>
            <a:off x="4971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mechanism-axis-tick-3"/>
          <p:cNvSpPr/>
          <p:nvPr/>
        </p:nvSpPr>
        <p:spPr>
          <a:xfrm>
            <a:off x="7524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mechanism-axis-tick-4"/>
          <p:cNvSpPr/>
          <p:nvPr/>
        </p:nvSpPr>
        <p:spPr>
          <a:xfrm>
            <a:off x="1007748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학습은 끝에서 생긴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먼 과거의 저장 결정까지 돌려보내야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gradient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반복 곱으로 변한다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교육용으로 매 단계의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factor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라고 두면 거리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늘수록 신호가 급감한다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717640"/>
                <a:gridCol w="29350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곱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0.9^q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크기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0.9^10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0.3487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이미 약해짐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0.9^100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0.0000266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신호 희박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0.9^1000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1.75×10^−46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사실상 소실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단계의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작으면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long-range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거리의 지수로 감소한다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3-5, Eqs.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상태와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제공한다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unit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self-connection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1.0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고정한 상태 경로다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lane-stat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 state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mechanism-edge-e-s0-s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e-s0-s1-label"/>
          <p:cNvSpPr/>
          <p:nvPr/>
        </p:nvSpPr>
        <p:spPr>
          <a:xfrm>
            <a:off x="351792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×1, grad ×1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mechanism-edge-e-s1-s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mechanism-edge-e-s1-s2-label"/>
          <p:cNvSpPr/>
          <p:nvPr/>
        </p:nvSpPr>
        <p:spPr>
          <a:xfrm>
            <a:off x="607068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×1, grad ×1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edge-e-s2-s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mechanism-edge-e-s2-s3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×1, grad ×1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s0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s_(t−3)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stored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node-s1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s_(t−2)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 self-path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mechanism-node-s2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s_(t−1)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 self-path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mechanism-node-s3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mechanism-axis-tick-1"/>
          <p:cNvSpPr/>
          <p:nvPr/>
        </p:nvSpPr>
        <p:spPr>
          <a:xfrm>
            <a:off x="241920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axis-tick-2"/>
          <p:cNvSpPr/>
          <p:nvPr/>
        </p:nvSpPr>
        <p:spPr>
          <a:xfrm>
            <a:off x="4971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axis-tick-3"/>
          <p:cNvSpPr/>
          <p:nvPr/>
        </p:nvSpPr>
        <p:spPr>
          <a:xfrm>
            <a:off x="7524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axis-tick-4"/>
          <p:cNvSpPr/>
          <p:nvPr/>
        </p:nvSpPr>
        <p:spPr>
          <a:xfrm>
            <a:off x="1007748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derivative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이라는 주장은 원 논문의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truncation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조건부다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5-6; p. 29, Eq. 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Bare CEC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쓰기와 읽기 충돌이 남는다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self-path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만으로는 어떤 입력을 저장하고 언제 출력을 숨길지 결정할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conflict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저장과 방해 차단을 함께 담당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conflict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읽기와 불필요한 출력을 함께 담당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Bare linear memory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상태를 유지해도 접근 시점을 구분하지 못함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gate: write, output gate: read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5-7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원 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cell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original algorithm: truncated gradient, input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사용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mechanism-lane-state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mechanism-lane-writ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write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edge-e-prev-cec-segment-1"/>
          <p:cNvSpPr/>
          <p:nvPr/>
        </p:nvSpPr>
        <p:spPr>
          <a:xfrm>
            <a:off x="329940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mechanism-edge-e-prev-cec-segment-2"/>
          <p:cNvSpPr/>
          <p:nvPr/>
        </p:nvSpPr>
        <p:spPr>
          <a:xfrm flipV="1">
            <a:off x="346032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mechanism-edge-e-prev-cec-segment-3"/>
          <p:cNvSpPr/>
          <p:nvPr/>
        </p:nvSpPr>
        <p:spPr>
          <a:xfrm>
            <a:off x="3460320" y="2787480"/>
            <a:ext cx="2363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mechanism-edge-e-prev-cec-label"/>
          <p:cNvSpPr/>
          <p:nvPr/>
        </p:nvSpPr>
        <p:spPr>
          <a:xfrm>
            <a:off x="4109040" y="255888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self-path ×1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edge-e-cand-in-segment-1"/>
          <p:cNvSpPr/>
          <p:nvPr/>
        </p:nvSpPr>
        <p:spPr>
          <a:xfrm>
            <a:off x="3299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e-in-cec-segment-1"/>
          <p:cNvSpPr/>
          <p:nvPr/>
        </p:nvSpPr>
        <p:spPr>
          <a:xfrm>
            <a:off x="5341320" y="4552920"/>
            <a:ext cx="241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e-in-cec-segment-2"/>
          <p:cNvSpPr/>
          <p:nvPr/>
        </p:nvSpPr>
        <p:spPr>
          <a:xfrm flipV="1">
            <a:off x="558288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edge-e-in-cec-segment-3"/>
          <p:cNvSpPr/>
          <p:nvPr/>
        </p:nvSpPr>
        <p:spPr>
          <a:xfrm>
            <a:off x="5582880" y="3193920"/>
            <a:ext cx="2412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mechanism-edge-e-cec-out-segment-1"/>
          <p:cNvSpPr/>
          <p:nvPr/>
        </p:nvSpPr>
        <p:spPr>
          <a:xfrm>
            <a:off x="738360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e-out-y-segment-1"/>
          <p:cNvSpPr/>
          <p:nvPr/>
        </p:nvSpPr>
        <p:spPr>
          <a:xfrm>
            <a:off x="9425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mechanism-node-prev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이전 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s_(t−1)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mechanism-node-cand"/>
          <p:cNvSpPr/>
          <p:nvPr/>
        </p:nvSpPr>
        <p:spPr>
          <a:xfrm>
            <a:off x="17398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squashed 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node-in-gate"/>
          <p:cNvSpPr/>
          <p:nvPr/>
        </p:nvSpPr>
        <p:spPr>
          <a:xfrm>
            <a:off x="37821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i_t × g_t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node-cec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s_t=s_(t−1)+i_tg_t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node-out-gate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o_t × h(s_t)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mechanism-node-output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exposed memory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셀에는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peephole connection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7, Fig.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논문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i_t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gate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o_t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gate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g_t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후보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s_t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내부 상태다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4571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수 있는 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s_t = s_(t−1) + i_t × g_t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쓸 후보의 양을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y_t = o_t × h(s_t)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외부에 보일 양을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closed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i_t ≈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바꾸지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closed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o_t ≈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남고 출력은 숨김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쓰기와 읽기는 분리되지만 과거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자체를 줄이는 계수는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7; p. 24, Eq.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단계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값이며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s_0=0, h(s)=tanh(s)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1521720"/>
                <a:gridCol w="1739160"/>
                <a:gridCol w="19566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i_t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g_t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o_t × tanh(s_t)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−0.90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0.8×tanh(0.6)≈0.430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t=2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방해 후보는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닫혀 있어 저장값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0.60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덮어쓰지 못한다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 recurrence; values illustrative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거리와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scaling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내부 구간과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경계에서 생기는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500200"/>
                <a:gridCol w="260892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단계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1.75×10^−46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 단계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CEC internal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truncated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입구와 출구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h′, g′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경계에서 한 번씩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포화 시 작아질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길이에 따른 반복 감쇠를 제거하지만 경계의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derivative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없애지는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28-29, Eqs. 33-41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Truncated gradient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유지하고 끊는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constant-flow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ordinary full BPTT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architecture-specific truncation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의존한다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32612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 논문의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학습상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internal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안에서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recurrent path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이전으로 전파 중단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순환 곱 차단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incoming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고정을 뜻하지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connection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backprop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과거로 흐르고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cell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밖으로 나가려는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derivative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잘린다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8; pp. 24-29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update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Forward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derivative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순차적으로 갱신해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length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무관한 저장량을 유지한다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Forward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Gate, candidate, internal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sensitivity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state-to-weight derivative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error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teacher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output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 backflow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Internal 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따라 과거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Update and cut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Incoming weights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갱신하고 외부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truncate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forward mechanism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truncation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정의한다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8; pp. 24-28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O(1)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전체 학습 시간이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수이며 원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local-in-space-and-time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정의를 단위별로 읽어야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time 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비용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O(W)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 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fully recurrent BPTT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같은 차수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O(W)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derivative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length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BPTT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time-unrolled activations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저장량이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length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의존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효율성 주장은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per-step 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저장량에 관한 것이며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examples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수와는 별개다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8; p. 27, Eq. 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cell block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topology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공유하면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저장할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cell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하나의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gate,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공유한다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Hidden layer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cells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 units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함께 놓이며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conventional hidden units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추가할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실험은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따라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크기를 다르게 정한다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gate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항상 필수는 아니지만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canonical Figure 1 cell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모두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단일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공유하는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구조로 실험됐다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7-9,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원형에 포함되지 않은 요소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후대 구현에서 익숙한 기능을 원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mechanism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되돌려 넣지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47868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년 원 논문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Peephole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state-to-gate 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정의하지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write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양을 제어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 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canonical 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Stored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exposure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제어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truncated RTRL variant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full BPTT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구분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modern 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고정된 경우라고 부르면 역사와 학습 규칙이 흐려진다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6-8; odyssey p. 3, historical variants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LSTM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standard LSTM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식의 차이는 과거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보존하는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coefficient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learned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인지에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260892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recurrence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과거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학습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1997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s_t=s_(t−1)+i_tg_t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coefficient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truncated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Later common 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c_t=f_tc_(t−1)+i_tz_t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forget gate f_t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commonly full BPTT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forget gate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기억을 의도적으로 줄이거나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수 있는 별도 제어다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7; odyssey pp. 2-3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실험을 읽는 기준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success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synthetic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architecture, stopping criterion, trial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수에 묶여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주요 결과는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artificial long-lag 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측정됐다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architecture, learning rate, output encoding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success threshold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sequences until success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wall-clock speed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efficiency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보편적 척도가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row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같은 조건인지 확인한 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paper-specific comparison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읽어야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trial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test count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제시할 때만 의미가 유지된다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9-21, Tables 1-11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2a: delay 100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무잡음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18 trials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성공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trial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비율을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1847880"/>
                <a:gridCol w="29350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Successful trials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 after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LSTM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5,040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Chunker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32,400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BPTT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&gt;5,000,000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&gt;5,000,000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stopping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 100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안정적으로 학습했다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14,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2c: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천 단계 이상의 최소 지연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distractor symbol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q+1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minimum lag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(p,q)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 trials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평가했다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1521720"/>
                <a:gridCol w="2500200"/>
                <a:gridCol w="217404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 lag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 after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49,000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49,000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75,000 sequences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짧은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sequence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noisy distractor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장기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학습했다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15,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adding problem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marked real values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끝에서 예측하며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T/2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minimum lag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304280"/>
                <a:gridCol w="2391480"/>
                <a:gridCol w="2608920"/>
                <a:gridCol w="260892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 lag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errors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 after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2560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74,000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of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/ 2560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209,000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of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2560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853,000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of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논문은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latch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value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저장과 계산도 시험했다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17-18, Table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Temporal order problem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Widely separated 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순서를 기억해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끝에서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608920"/>
                <a:gridCol w="2608920"/>
                <a:gridCol w="2608920"/>
                <a:gridCol w="1521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Relevant symbols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 errors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 after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/ 2560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31,390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of 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/ 2560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571,100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of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장기 단서를 순서대로 저장하는 난이도는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sequences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증가로 나타났다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19-20, Table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실험이 지지하는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 논문의 결과와 그 결과만으로 결론낼 수 없는 내용을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Supported by 1997 experiments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established by these experiments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tasks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 lag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Modern speech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NLP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우월성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representation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real-world distribution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Continuous adding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temporal order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non-decomposable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baselines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successful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간 보편적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ranking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mechanism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가능성을 보였고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real-world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남겼다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21-23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strongly delayed XOR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하나만 저장해도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expected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줄지 않는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non-decomposable 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truncated rule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어렵게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 bit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혼자서는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정보가 부족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Long delay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즉시 개선할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subgoal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bit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봐야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Truncated credit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저장 결정까지 유용한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signal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전달이 어려움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 lag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보존해도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단계적으로 분해되지 않으면 학습은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p. 22, Limitations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state drift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saturation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Forget gate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없는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additive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입력 편향이 누적되면 큰 절댓값으로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drift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608920"/>
                <a:gridCol w="31525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년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mitigation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남는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Mostly same-sign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magnitude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초기에 닫히게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forgetting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h′(s)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작아짐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 bias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 abuse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Bias 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처럼 점유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Negative output-gate bias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allocation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usable end-to-end gradient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개념이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8-9; pp. 29-30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discrete counting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적용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기억을 오래 유지하는 능력만으로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단계와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단계를 항상 정확히 구별하지는 못한다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elapsed-step counting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별도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counting mechanism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필요할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8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대략적 구분이나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decay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가능하다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인공 데이터이며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real-world application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제시됐다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algorithm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 안에서 읽어야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 memory, exact clock, broad real-world generalization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주장이다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22-23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 논리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 분석과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architecture, learning rule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하나의 연쇄를 이룬다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Repeated products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Long-range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사라지거나 폭발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self-connection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내부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 gates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Write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 conflict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분리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Truncation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 gradient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중단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Synthetic evidence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천 단계 이상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연속값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시험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contribution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모양만이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설계한 전체 방법이다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3-8; pp. 13-23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논문을 정확히 설명하는 문장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Mechanism, learning condition, historical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한 번에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97888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정확한 설명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피해야 할 단순화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truncated rule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아래에서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length-independent internal error 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만든다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언제나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constant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write, output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exposure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제어한다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vanishing 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해결한다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1997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 self-path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사용한다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cell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forget gate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Synthetic tasks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long lag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학습을 보였다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Modern sequence 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전반의 우월성을 증명했다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CEC,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gate, truncation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말해야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1997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LSTM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정확히 설명할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author-pdf pp. 5-8; pp. 22-23; odyssey p.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2026-09-12T04:42:06Z</dcterms:created>
  <dc:creator>Research Seminars</dc:creator>
  <dc:description/>
  <dc:language>ko-KR</dc:language>
  <cp:lastModifiedBy>Research Seminars</cp:lastModifiedBy>
  <dcterms:modified xsi:type="dcterms:W3CDTF">2026-09-12T04:42:06Z</dcterms:modified>
  <cp:revision>1</cp:revision>
  <dc:subject>Long Short-Term Memory</dc:subject>
  <dc:title>Long Short-Term Memory (1997): 긴 지연을 건너는 기억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