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FDC94B4-FCDC-42EC-9218-A84E2CB140E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CCM_MADRL: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제안과 조합 승인으로 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오프로딩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Gebrekidan, Stein, Norman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v2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보충 원고를 기준으로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제목의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AAMAS 2024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산출물은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extended 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덱의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equations, algorithms, Table 2, Figures 3-5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 preprint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위치로 인용합니다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질문은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여부와 자원을 제안한 다음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누가 어떻게 동시에 만족시키는가입니다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title page;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aamas-extended | publication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AAMAS 2024 extended abstract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https://doi.org/10.65109/cdmt9885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D2D02A-58A1-45C6-8519-D02A99B98C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제안은 함께 충돌할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다양한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continuous/discrete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storage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결합을 문제로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기존 방식을 모두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설명하지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UD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다루고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channel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action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직접 만족시킵니다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1 Abstract; pp.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6007C73-2794-42D2-AAF1-7F4DE47D7A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구성은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 wireless BS, MEC server, SDN controller, UDs, energy harvesting, wireless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생성하고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tau_max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 끝나지 않으면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처리하며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의해 정해집니다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2; Fig. 1; §2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7FF7D4E-0D91-4241-8DF2-BEDF203F66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처리 경로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x_n=1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processing, x_n=0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Local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z_n c_n / f_n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MEC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transmission time, earliest available server unit, server processing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들어갑니다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중요한 교육 포인트는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 proposal x_c,n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binary mode x_n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혼동하지 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2-3; Eqs. 1-5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1BF135-F6CA-4FF6-8691-940C1ECC437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 최소화와 제약의 소유자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time steps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summed cost minimization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Eq. 6c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transmit-power bounds, 6d deadline, 6e battery threshold, 6f local-resource bounds, 6g channel count, 6h accepted task-size total and storage capacity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 constraint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이미 고려되므로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넣지 않는다고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3-5; Eqs. 6, 12-13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BAA98B-121E-44AC-8AF1-0C6F8E160E6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client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다섯 묶음이다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UD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state, normalized gain, power budget, local-resource budget, battery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K, U_e, f_e, z_e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제외된다고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받는다고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4; §4.1; Eq.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2B3EA5-125F-4445-B688-7463770F03A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client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연속 값을 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여부를 가른다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x_c,n, p_c,n, f_c,n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continuous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x_c,n&lt;0.5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x_n=0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processing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그렇지 않은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decision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Equations 9-10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p_c,n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f_c,n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allowed range inside of p_n and f_n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4; §4.2; Eqs. 8-10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99627AA-AA02-45B6-981A-E62EF0ED4B0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subset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all-local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개입하지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proposed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constraints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안이면 모두 수락한다고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아닌 경우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per-client Q sort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highest-Q proposal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proposal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 line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random&lt;epsilon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Evaluation=True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·sort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shuffle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ε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분기가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반대입니다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 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count≤K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else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line 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while Length(Index)&gt;K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반복합니다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count≤K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 violation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count&gt;K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되면 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scan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멈춥니다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설명한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intended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요약하며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literal pseudocode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완전한 실행 절차를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4, 6-7; §4.2;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322AE1-28DD-462C-928F-E25FF12F460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연속 제안과 이산 수락이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4.2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논리 순서를 편집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native 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다시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Client action and server constants are independent inputs to master selection. Client policy output x_c,n is not final x_n. Server side sees combined state/action of proposed clients and produces binary accept/reject decisions. Rejection means the device processes locally.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4-5; Fig. 2; Eq.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02C537-B13F-4B1D-A8BB-DCDFE6BB443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값의 역할을 분리해 읽기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13 is the negative average system cost minus penalty. Equation 14 gives the Bellman-style Q update. Section 4.4 says that a standard MADDPG critic has one combined Q but this master must make a combinatorial decision, so it adopts per-action DQN logic to calculate relative Q values for each client. Algorithm 3 contains the conditional all_zeros and maximum-Q cases.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논문 밖의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centralized-training deployment dataflow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5, 7-8; Eqs. 12-15; Algorithm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2007052-9DC0-4520-9D33-F165E093202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분리된다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clients, master, target networks, replay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초기화합니다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 time steps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돌며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evaluation=False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호출하고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total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관측해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호출합니다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Evaluation loop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evaluation=True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호출합니다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정적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그림만으로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추론하면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6;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EDD333-2834-4532-915A-6C7DE7767A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구성 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본문이 설명한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Q-priority scan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강의용으로 새로 만든 가상 예이며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A, B,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관측한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본문이 설명한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Q-descending greedy feasibility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used storage 40 MB,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40+25=65 MB&gt;60 MB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reject·local fallback,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40+20=60 MB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count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A+C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intended prose rule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구성 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 literal lines 28-38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Length(Index)&gt;K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반복하여 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length=K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멈추므로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A+C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산출하지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이 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 pseudocode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재계산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읽으면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6-7;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BA31A40-1D0C-41D5-9D38-9E76915D88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제약을 의도적으로 만든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modern server storage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GB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인데도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computational resources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400 MB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combinatorial task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Environment reproducibility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37, evaluation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조건은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deployed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로의 결과 이전을 제한합니다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9; §5.2;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BA490C6-883E-40C6-8621-E626A62CF6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 방법은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수락 규칙에서 갈린다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MADDPG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배정하고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subchannel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못 받은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 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unaccepted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comparable combinatorial decisions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Server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accepted 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order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MADRL offloading 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일반 순위를 세우지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8; §5.1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0021E8E-6F25-4106-B676-0972A3EBDA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10-step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세 관측치를 함께 보인다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steps, 2,000 training episodes, ten experiments, 95% confidence intervals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client action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combinatorial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configured advantage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MADDPG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heuristics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actors for action and critics for feedback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쓴다고 대비합니다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Panel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Equation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combined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penalty,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 미완료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지표는 서로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9; Fig. 3; §5.4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F28BCB0-E456-43FE-BD2E-83F95093143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100-step battery stress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결과의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trade-off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드러낸다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steps per 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battery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반면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비율은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ratio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deadline/energy penalty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좌우된다고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lambda_1=lambda_2=0.5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충분하지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lambda_1=1, lambda_2=5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40-run 95% intervals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underlying multi-objective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충분히 나타내지 못한다고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p. 10; Figs. 4-5; §5.4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25C5C4-FC24-4AB9-BB28-68F826C8FB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주장하지 않는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2.3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stationary UDs, distance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 gains, constant background noise,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interference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Page 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Figures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일부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runs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last episode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 curves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가장 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episode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마친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했다고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multi-server MEC collaboration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제안합니다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numerical results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함께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3, 10-11; §2.3; §5.4;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E8CC23-9836-4CB5-9A30-3B776EBB493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client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master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승인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 boundary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회상합니다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CCM_MADRL_MEC is not simply continuous MADDPG with an additional penalty. It makes UD-level continuous proposals, then lets a server-side master make a hard-constraint combinatorial decision. The experiments are a configured comparison, not a deployment measurement or an analytical convergence theorem.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ccm-v2 | pp. 1, 4-11; Abstract; §4-6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CCM_MADRL_MEC arXiv v2 preprint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https://arxiv.org/abs/2402.11653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F16210C-3F8D-4DFB-B556-0D2C3A181E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CCM_MADRL: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제안과 조합 승인으로 푸는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오프로딩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Combinatorial Client-Master Multiagent Deep Reinforcement Learning for Task Offloading in Mobile Edge Computing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Tesfay Zemuy Gebrekidan, Sebastian Stein, Timothy J. Norman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연속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client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제안과 서버의 이산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feasible-subset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선택을 분리한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단계 의사결정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title page; Abstract; aamas-extended publication record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제안은 함께 충돌할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연속 자원 선택과 서버의 이산 수락 결정을 분리한다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02228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주체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먼저 정하는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제약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 client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자신의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deadline·battery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master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중 수락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z_e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처리 순서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제약은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client action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합쳐 본 뒤에야 판정할 수 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1 Abstract; pp.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 step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하나당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하나가 생성된다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task·battery·uplink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BS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SDN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정보 수집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storage·8 processing units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 결과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완료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마감시간 안에 끝나지 않은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폐기된다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2; Fig. 1; §2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처리 경로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065320"/>
                <a:gridCol w="456588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T_loc = zc/f; local energy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전송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/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x_n=0 local, x_n=1 MEC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T_n·E_n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별로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제안해도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거절하면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path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돌아간다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2-3; Eqs. 1-5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 최소화와 제약의 소유자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L_n = lambda_1 T_n + lambda_2 E_n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전력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·local CPU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 action mapping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deadline·battery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reward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size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storage z_e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selection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 server feasibility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penalty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같은 방식으로 합치지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3-5; Eqs. 6, 12-13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보는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다섯 묶음이다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500200"/>
                <a:gridCol w="500040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묶음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포함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 상수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size z, cycles c, deadline tau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K·U_e·f_e·z_e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Uplink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normalized channel gain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 subchannels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Budget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power·local CPU bounds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f_e·U_e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harvest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 z_e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0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z_e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agent state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알려진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server constraint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4; §4.1; Eq.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세 연속 값을 내고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여부를 가른다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S_n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다섯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client policy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x_c·p_c·f_c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x_c &lt; 0.5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p_c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f_c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허용 전력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·CPU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범위로 변환된다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4; §4.2; Eqs. 8-10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proposal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subset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주의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2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의사코드는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ε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분기를 서로 반대로 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proposal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x_c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이상인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모두 적합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?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count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size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본문의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우선순위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exploitation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에서만 정렬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1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본문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2 loop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ε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·storage scan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불일치한다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4, 6-7; §4.2;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연속 제안과 이산 수락이 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"/>
          <p:cNvSpPr/>
          <p:nvPr/>
        </p:nvSpPr>
        <p:spPr>
          <a:xfrm>
            <a:off x="3301920" y="2577960"/>
            <a:ext cx="360" cy="609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2"/>
          <p:cNvSpPr/>
          <p:nvPr/>
        </p:nvSpPr>
        <p:spPr>
          <a:xfrm>
            <a:off x="8889840" y="2577960"/>
            <a:ext cx="360" cy="60948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Shape 3"/>
          <p:cNvSpPr/>
          <p:nvPr/>
        </p:nvSpPr>
        <p:spPr>
          <a:xfrm>
            <a:off x="3301920" y="318744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Shape 4"/>
          <p:cNvSpPr/>
          <p:nvPr/>
        </p:nvSpPr>
        <p:spPr>
          <a:xfrm>
            <a:off x="6730920" y="318744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Shape 5"/>
          <p:cNvSpPr/>
          <p:nvPr/>
        </p:nvSpPr>
        <p:spPr>
          <a:xfrm>
            <a:off x="5460840" y="3187440"/>
            <a:ext cx="360" cy="571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2" name="Shape 6"/>
          <p:cNvSpPr/>
          <p:nvPr/>
        </p:nvSpPr>
        <p:spPr>
          <a:xfrm>
            <a:off x="6730920" y="3187440"/>
            <a:ext cx="360" cy="571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Shape 7"/>
          <p:cNvSpPr/>
          <p:nvPr/>
        </p:nvSpPr>
        <p:spPr>
          <a:xfrm>
            <a:off x="6095880" y="435600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1270080" y="19810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client proposal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1270080" y="22604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 state → x_c,p_c,f_c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0"/>
          <p:cNvSpPr/>
          <p:nvPr/>
        </p:nvSpPr>
        <p:spPr>
          <a:xfrm>
            <a:off x="6858000" y="19810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server constraints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1"/>
          <p:cNvSpPr/>
          <p:nvPr/>
        </p:nvSpPr>
        <p:spPr>
          <a:xfrm>
            <a:off x="6858000" y="22604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 z_e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2"/>
          <p:cNvSpPr/>
          <p:nvPr/>
        </p:nvSpPr>
        <p:spPr>
          <a:xfrm>
            <a:off x="4191120" y="375912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master selection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3"/>
          <p:cNvSpPr/>
          <p:nvPr/>
        </p:nvSpPr>
        <p:spPr>
          <a:xfrm>
            <a:off x="4191120" y="403848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proposal subset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승인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4"/>
          <p:cNvSpPr/>
          <p:nvPr/>
        </p:nvSpPr>
        <p:spPr>
          <a:xfrm>
            <a:off x="4191120" y="50925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final mode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5"/>
          <p:cNvSpPr/>
          <p:nvPr/>
        </p:nvSpPr>
        <p:spPr>
          <a:xfrm>
            <a:off x="4191120" y="53722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승인 또는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fallback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4-5; Fig. 2; Eq.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값의 역할을 분리해 읽기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3484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 주의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negative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 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 penalty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중복하지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relative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 joint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all-local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all_zeros placeholder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개입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계산한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TD feedback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조건부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per-client 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수락 순서를 만들고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출발한다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5, 7-8; Eqs. 12-15; Algorithm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분리된다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660240" y="17017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"/>
          <p:cNvSpPr/>
          <p:nvPr/>
        </p:nvSpPr>
        <p:spPr>
          <a:xfrm>
            <a:off x="1397160" y="17017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environment reset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4152960" y="17017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initial UD states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4"/>
          <p:cNvSpPr/>
          <p:nvPr/>
        </p:nvSpPr>
        <p:spPr>
          <a:xfrm>
            <a:off x="1396800" y="24793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Shape 5"/>
          <p:cNvSpPr/>
          <p:nvPr/>
        </p:nvSpPr>
        <p:spPr>
          <a:xfrm>
            <a:off x="851040" y="24922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6"/>
          <p:cNvSpPr/>
          <p:nvPr/>
        </p:nvSpPr>
        <p:spPr>
          <a:xfrm>
            <a:off x="660240" y="26701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7"/>
          <p:cNvSpPr/>
          <p:nvPr/>
        </p:nvSpPr>
        <p:spPr>
          <a:xfrm>
            <a:off x="1397160" y="26701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 time steps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8"/>
          <p:cNvSpPr/>
          <p:nvPr/>
        </p:nvSpPr>
        <p:spPr>
          <a:xfrm>
            <a:off x="4152960" y="26701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select·act·reward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9"/>
          <p:cNvSpPr/>
          <p:nvPr/>
        </p:nvSpPr>
        <p:spPr>
          <a:xfrm>
            <a:off x="1396800" y="34477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Shape 10"/>
          <p:cNvSpPr/>
          <p:nvPr/>
        </p:nvSpPr>
        <p:spPr>
          <a:xfrm>
            <a:off x="851040" y="3460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11"/>
          <p:cNvSpPr/>
          <p:nvPr/>
        </p:nvSpPr>
        <p:spPr>
          <a:xfrm>
            <a:off x="660240" y="36385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2"/>
          <p:cNvSpPr/>
          <p:nvPr/>
        </p:nvSpPr>
        <p:spPr>
          <a:xfrm>
            <a:off x="1397160" y="36385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 memory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3"/>
          <p:cNvSpPr/>
          <p:nvPr/>
        </p:nvSpPr>
        <p:spPr>
          <a:xfrm>
            <a:off x="4152960" y="36385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transition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4"/>
          <p:cNvSpPr/>
          <p:nvPr/>
        </p:nvSpPr>
        <p:spPr>
          <a:xfrm>
            <a:off x="1396800" y="4416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Shape 15"/>
          <p:cNvSpPr/>
          <p:nvPr/>
        </p:nvSpPr>
        <p:spPr>
          <a:xfrm>
            <a:off x="851040" y="4429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Text 16"/>
          <p:cNvSpPr/>
          <p:nvPr/>
        </p:nvSpPr>
        <p:spPr>
          <a:xfrm>
            <a:off x="660240" y="4606920"/>
            <a:ext cx="57132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7"/>
          <p:cNvSpPr/>
          <p:nvPr/>
        </p:nvSpPr>
        <p:spPr>
          <a:xfrm>
            <a:off x="1397160" y="4606920"/>
            <a:ext cx="260316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3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8"/>
          <p:cNvSpPr/>
          <p:nvPr/>
        </p:nvSpPr>
        <p:spPr>
          <a:xfrm>
            <a:off x="4152960" y="4606920"/>
            <a:ext cx="7378200" cy="76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client·master update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9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2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2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episode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exploration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쓰지 않으며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training episode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절차가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2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Text 2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6;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구성 예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본문이 설명한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Q-priority scan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가정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K=2,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storage=60 MB, exploitation mode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2174040"/>
                <a:gridCol w="23914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proposal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size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relative Q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순서 뒤 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거절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40+25&gt;60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수락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: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총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60 MB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A+C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channels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offload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A+C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prose greedy scan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예이며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literal Algorithm 2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6-7;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실험은 작은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제약을 의도적으로 만든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608920"/>
                <a:gridCol w="4348440"/>
                <a:gridCol w="39135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N=50, K=10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acceptance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radio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W=40 MHz, gain 5-14 dB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UD·constant noise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1-50 MB, z_e=400 MB, U_e=8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생기도록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2,000 episodes, gamma=0.99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client 0.0001, master 0.001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 confidence interval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7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400 MB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deployed capacity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combinatorial setting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위한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9; §5.2;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 방법은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수락 규칙에서 갈린다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3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152520"/>
                <a:gridCol w="434844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수락 또는 미배정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논문에서의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CCM_MADRL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per-client 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feasible subset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 방법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MADDPG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offloading order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직접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Shortest-offload 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미배정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동등한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fallback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6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Deadline/size heuristic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deadline/size 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master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승인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processing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 order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8; §5.1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10-step setting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세 관측치를 함께 보인다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0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1739160"/>
                <a:gridCol w="467460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panel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저자가 읽는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combined reward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CCM curve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높게 수렴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미완료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더 낮은 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minimum battery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10-step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1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B·C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별도 비율 지표를 같은 수치로 읽어서는 안 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9; Fig. 3; §5.4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100-step battery stress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결과의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드러낸다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065320"/>
                <a:gridCol w="46746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바뀐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관찰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steps, b_max=b_min+1 J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CCM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더 많음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lambda_1=1, lambda_2=5, 40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combined performance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deadline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에서는 우세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그림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reward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battery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 choice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영향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높은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combined reward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battery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측정치의 개선을 뜻하지는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p. 10; Figs. 4-5; §5.4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주장하지 않는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838080" y="1739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네트워크의 보편적 성능 보장은 제시하지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838080" y="2323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3"/>
          <p:cNvSpPr/>
          <p:nvPr/>
        </p:nvSpPr>
        <p:spPr>
          <a:xfrm>
            <a:off x="838080" y="23623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stationary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normalized channel gain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noise variance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단순화한다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4"/>
          <p:cNvSpPr/>
          <p:nvPr/>
        </p:nvSpPr>
        <p:spPr>
          <a:xfrm>
            <a:off x="838080" y="29462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5"/>
          <p:cNvSpPr/>
          <p:nvPr/>
        </p:nvSpPr>
        <p:spPr>
          <a:xfrm>
            <a:off x="838080" y="2984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쓴다는 경우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interference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고려하지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6"/>
          <p:cNvSpPr/>
          <p:nvPr/>
        </p:nvSpPr>
        <p:spPr>
          <a:xfrm>
            <a:off x="838080" y="35686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7"/>
          <p:cNvSpPr/>
          <p:nvPr/>
        </p:nvSpPr>
        <p:spPr>
          <a:xfrm>
            <a:off x="838080" y="360684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100-step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실험의 일부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CCM run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episode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 out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되었다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8"/>
          <p:cNvSpPr/>
          <p:nvPr/>
        </p:nvSpPr>
        <p:spPr>
          <a:xfrm>
            <a:off x="838080" y="4190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9"/>
          <p:cNvSpPr/>
          <p:nvPr/>
        </p:nvSpPr>
        <p:spPr>
          <a:xfrm>
            <a:off x="838080" y="42292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work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server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협력 조합 결정을 제안한다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0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11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Figures 3-5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architecture 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설정된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관측이다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2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6" name="Text 13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3, 10-11; §2.3; §5.4;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4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client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승인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838080" y="1739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연속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proposal, power, local CPU allocation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만든다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"/>
          <p:cNvSpPr/>
          <p:nvPr/>
        </p:nvSpPr>
        <p:spPr>
          <a:xfrm>
            <a:off x="838080" y="24764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838080" y="251460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proposed offloads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count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만족하는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subset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고른다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4"/>
          <p:cNvSpPr/>
          <p:nvPr/>
        </p:nvSpPr>
        <p:spPr>
          <a:xfrm>
            <a:off x="838080" y="3251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5"/>
          <p:cNvSpPr/>
          <p:nvPr/>
        </p:nvSpPr>
        <p:spPr>
          <a:xfrm>
            <a:off x="838080" y="328932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per-client 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conditional training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절차에 맞추어 설계된다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6"/>
          <p:cNvSpPr/>
          <p:nvPr/>
        </p:nvSpPr>
        <p:spPr>
          <a:xfrm>
            <a:off x="838080" y="4025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7"/>
          <p:cNvSpPr/>
          <p:nvPr/>
        </p:nvSpPr>
        <p:spPr>
          <a:xfrm>
            <a:off x="838080" y="40640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곡선은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2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Figures 3-5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 conditions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읽는다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기여는 단일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선택이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proposal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feasible-subset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승인의 분리다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1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ccm-v2 pp. 1, 4-11; Abstract; §4-6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2026-09-12T07:33:13Z</dcterms:created>
  <dc:creator>Research Seminars</dc:creator>
  <dc:description/>
  <dc:language>ko-KR</dc:language>
  <cp:lastModifiedBy>Research Seminars</cp:lastModifiedBy>
  <dcterms:modified xsi:type="dcterms:W3CDTF">2026-09-12T07:33:13Z</dcterms:modified>
  <cp:revision>1</cp:revision>
  <dc:subject>Combinatorial Client-Master Multiagent Deep Reinforcement Learning for Task Offloading in Mobile Edge Computing</dc:subject>
  <dc:title>CCM_MADRL: 제안과 조합 승인으로 푸는 MEC 오프로딩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18</vt:r8>
  </property>
  <property fmtid="{D5CDD505-2E9C-101B-9397-08002B2CF9AE}" pid="3" name="PresentationFormat">
    <vt:lpwstr>On-screen Show (16:9)</vt:lpwstr>
  </property>
  <property fmtid="{D5CDD505-2E9C-101B-9397-08002B2CF9AE}" pid="4" name="Slides">
    <vt:r8>18</vt:r8>
  </property>
</Properties>
</file>