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CCM_MADRL: 제안과 조합 승인으로 푸는 MEC 오프로딩
발표 대본
이 발표는 Gebrekidan, Stein, Norman의 12쪽 arXiv v2 보충 원고를 기준으로 합니다. 같은 제목의 AAMAS 2024 산출물은 3쪽 extended abstract이므로, 이 덱의 equations, algorithms, Table 2, Figures 3-5는 v2 preprint 위치로 인용합니다. 핵심 질문은 각 UD가 offload 여부와 자원을 제안한 다음, 공유 MEC server의 channel count와 storage를 누가 어떻게 동시에 만족시키는가입니다.
공개 출처
ccm-v2 | title page; Abstract
CCM_MADRL_MEC arXiv v2 preprint
https://arxiv.org/abs/2402.11653
aamas-extended | publication record
AAMAS 2024 extended abstract record
https://doi.org/10.65109/cdmt9885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공유 MEC에서 client 제안은 함께 충돌할 수 있다
발표 대본
원문은 UD의 다양한 continuous/discrete constraint와 server storage constraint의 결합을 문제로 둡니다. 기존 방식을 모두 같은 penalty로 설명하지 않습니다. 이 논문에서는 UD constraint는 reward penalty로 다루고, channel count와 server storage는 master의 combinatorial action selection에서 직접 만족시킵니다.
공개 출처
ccm-v2 | p. 1 Abstract; pp. 1-2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논문의 MEC 환경
발표 대본
Figure 1의 구성은 single wireless BS, MEC server, SDN controller, UDs, energy harvesting, wireless network입니다. 각 time step마다 UD가 하나의 task를 생성하고 processing이 tau_max 안에 끝나지 않으면 해당 task를 drop합니다. server는 task arrival order로 처리하며, 그 arrival은 offloading time에 의해 정해집니다.
공개 출처
ccm-v2 | p. 2; Fig. 1; §2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한 task의 두 처리 경로
발표 대본
Equation 1에서 x_n=1은 MEC processing, x_n=0은 local processing입니다. Local latency는 z_n c_n / f_n입니다. MEC latency에는 transmission time, earliest available server unit, server processing time이 들어갑니다. 중요한 교육 포인트는 client proposal x_c,n과 final binary mode x_n을 혼동하지 않는 것입니다.
공개 출처
ccm-v2 | pp. 2-3; Eqs. 1-5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비용 최소화와 제약의 소유자
발표 대본
Equation 6은 T time steps와 N users의 summed cost minimization을 정의합니다. Eq. 6c는 transmit-power bounds, 6d deadline, 6e battery threshold, 6f local-resource bounds, 6g channel count, 6h accepted task-size total and storage capacity입니다. 원문 Section 4.3은 server constraint가 combinatorial selection에서 이미 고려되므로 reward penalty로 넣지 않는다고 명시합니다.
공개 출처
ccm-v2 | pp. 3-5; Eqs. 6, 12-13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client가 보는 state는 UD별 다섯 묶음이다
발표 대본
Equation 7은 each UD state를 task state, normalized gain, power budget, local-resource budget, battery state로 나눕니다. 본문은 K, U_e, f_e, z_e가 constant values이므로 state information에서 제외된다고 합니다. 따라서 이 슬라이드는 master가 state vector에 channel identity를 받는다고 말하지 않습니다.
공개 출처
ccm-v2 | p. 4; §4.1; Eq. 7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client는 세 연속 값을 내고 proposal 여부를 가른다
발표 대본
Equation 8의 client action은 x_c,n, p_c,n, f_c,n 세 continuous values입니다. x_c,n&lt;0.5이면 final x_n=0이 되어 local processing을 시작합니다. 그렇지 않은 task만 combinatorial decision 대상으로 proposal됩니다. Equations 9-10은 p_c,n과 f_c,n을 allowed range inside of p_n and f_n으로 map합니다.
공개 출처
ccm-v2 | p. 4; §4.2; Eqs. 8-10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master는 proposal을 feasible subset으로 바꾼다
발표 대본
원문 prose는 all-local이면 master가 개입하지 않고, proposed count와 total size가 constraints 안이면 모두 수락한다고 설명합니다. 아닌 경우 exploitation은 per-client Q sort 후 highest-Q proposal부터 approve하고, exploration은 proposal index를 random shuffle한다고 설명합니다. 그러나 Algorithm 2 line 13은 random&lt;epsilon 또는 Evaluation=True에서 Q 계산·sort를 하고 else에서 shuffle하므로 ε 분기가 prose와 반대입니다. 또한 line 23은 count≤K여도 storage violation이면 else로 보내지만, line 30은 while Length(Index)&gt;K만 반복합니다. 따라서 count≤K인 storage violation은 scan하지 않고, count&gt;K여도 length가 K가 되면 남은 candidate scan을 멈춥니다. 이 슬라이드는 prose가 설명한 intended rule을 요약하며 literal pseudocode의 완전한 실행 절차를 주장하지 않습니다.
공개 출처
ccm-v2 | pp. 4, 6-7; §4.2; Algorithm 2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연속 제안과 이산 수락이 같은 action이 아니다
발표 대본
이 그림은 Figure 2와 Section 4.2의 논리 순서를 편집 가능한 native flow로 다시 표현합니다. Client action and server constants are independent inputs to master selection. Client policy output x_c,n is not final x_n. Server side sees combined state/action of proposed clients and produces binary accept/reject decisions. Rejection means the device processes locally.
공개 출처
ccm-v2 | pp. 4-5; Fig. 2; Eq. 11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reward와 Q값의 역할을 분리해 읽기
발표 대본
Equation 13 is the negative average system cost minus penalty. Equation 14 gives the Bellman-style Q update. Section 4.4 says that a standard MADDPG critic has one combined Q but this master must make a combinatorial decision, so it adopts per-action DQN logic to calculate relative Q values for each client. Algorithm 3 contains the conditional all_zeros and maximum-Q cases. 이 슬라이드는 논문 밖의 centralized-training deployment dataflow를 추가하지 않습니다.
공개 출처
ccm-v2 | pp. 5, 7-8; Eqs. 12-15; Algorithm 3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한 episode에서 selection과 training은 분리된다
발표 대본
Algorithm 1은 clients, master, target networks, replay memory를 초기화합니다. 각 training episode는 T time steps를 돌며 Algorithm 2를 evaluation=False로 호출하고, total reward와 next state를 관측해 transition을 저장합니다. 그 뒤 Algorithm 3을 호출합니다. Evaluation loop는 Algorithm 2를 evaluation=True로 호출합니다. 따라서 정적 architecture 그림만으로 전체 training schedule을 추론하면 안 됩니다.
공개 출처
ccm-v2 | p. 6; Algorithm 1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강의용 구성 예: 본문이 설명한 Q-priority scan
발표 대본
이 숫자는 강의용으로 새로 만든 가상 예이며 A, B, C의 Q값은 paper에서 관측한 값이 아닙니다. 저자 본문이 설명한 Q-descending greedy feasibility rule에서는 A를 accept해 used storage 40 MB, B는 40+25=65 MB&gt;60 MB라 reject·local fallback, C는 40+20=60 MB와 channel count 2를 만족해 accept됩니다. 따라서 A+C는 이 intended prose rule의 구성 예입니다. 하지만 Algorithm 2 literal lines 28-38은 Length(Index)&gt;K만 반복하여 첫 pop 뒤 length=K에서 멈추므로 전체 A+C decision을 산출하지 않습니다. 그러므로 이 표를 Algorithm 2 pseudocode의 재계산 trace로 읽으면 안 됩니다.
공개 출처
ccm-v2 | pp. 6-7; Algorithm 2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실험은 작은 storage 제약을 의도적으로 만든 simulator다
발표 대본
Table 2는 simulation parameters를 제시합니다. 본문은 modern server storage가 GB 또는 TB인데도 computational resources 때문에 400 MB를 쓰며, 이 작은 setting이 server의 combinatorial task offloading을 만들었다고 명시합니다. Environment reproducibility는 seed 37, evaluation episode는 index를 seed로 사용합니다. 이 조건은 deployed network로의 결과 이전을 제한합니다.
공개 출처
ccm-v2 | p. 9; §5.2; Table 2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비교 방법은 master의 수락 규칙에서 갈린다
발표 대본
Section 5.1에서 standard MADDPG는 offloading order로 배정하고, subchannel을 못 받은 task는 latency penalty와 함께 drop됩니다. 두 heuristics는 unaccepted task를 local로 보내 comparable combinatorial decisions을 만듭니다. Server는 Equation 4에 따라 accepted task를 arrival order로 처리합니다. 이 비교는 모든 MADRL offloading system의 일반 순위를 세우지 않습니다.
공개 출처
ccm-v2 | p. 8; §5.1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Figure 3은 10-step setting의 세 관측치를 함께 보인다
발표 대본
Figure 3은 episode당 10 steps, 2,000 training episodes, ten experiments, 95% confidence intervals를 사용합니다. 저자는 client action 뒤 master combinatorial action을 configured advantage로 읽고, MADDPG와 heuristics는 actors for action and critics for feedback을 쓴다고 대비합니다. Panel A는 Equation 13의 combined reward와 penalty, B는 deadline 전 미완료 task 비율, C는 battery threshold 아래 UD 비율입니다. 세 지표는 서로 다릅니다.
공개 출처
ccm-v2 | p. 9; Fig. 3; §5.4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100-step battery stress는 결과의 trade-off를 드러낸다
발표 대본
Figures 4와 5는 steps per episode와 battery range를 바꿉니다. 저자는 Eq. 13이 time과 energy를 scalarize하는 반면, threshold 아래 비율은 그 ratio 및 deadline/energy penalty scale에 좌우된다고 설명합니다. lambda_1=lambda_2=0.5는 balance에 충분하지 않으며, Figure 5는 lambda_1=1, lambda_2=5와 40-run 95% intervals를 씁니다. 논문은 scalar reward가 underlying multi-objective problem을 충분히 나타내지 못한다고 명시합니다.
공개 출처
ccm-v2 | p. 10; Figs. 4-5; §5.4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이 논문이 주장하지 않는 범위
발표 대본
Section 2.3은 stationary UDs, distance 기반 channel gains, constant background noise, 그리고 한 channel에 한 task일 때 no interference를 가정합니다. Page 11은 Figures 4와 5의 일부 CCM_MADRL_MEC runs가 last episode 전에 time out되어 CCM curves를 가장 적은 episode를 마친 run 뒤에서 clip했다고 말합니다. Conclusion은 multi-server MEC collaboration을 future work로 제안합니다. 이 제약은 numerical results와 함께 읽어야 합니다.
공개 출처
ccm-v2 | pp. 3, 10-11; §2.3; §5.4; Conclusion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정리: client 제안과 master 승인
발표 대본
마지막으로 method와 evidence boundary를 함께 회상합니다. CCM_MADRL_MEC is not simply continuous MADDPG with an additional penalty. It makes UD-level continuous proposals, then lets a server-side master make a hard-constraint combinatorial decision. The experiments are a configured comparison, not a deployment measurement or an analytical convergence theorem.
공개 출처
ccm-v2 | pp. 1, 4-11; Abstract; §4-6
CCM_MADRL_MEC arXiv v2 preprint
https://arxiv.org/abs/2402.11653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CCM_MADRL: 제안과 조합 승인으로 푸는 MEC 오프로딩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Combinatorial Client-Master Multiagent Deep Reinforcement Learning for Task Offloading in Mobile Edge Computing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Tesfay Zemuy Gebrekidan, Sebastian Stein, Timothy J. Norman (2024)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연속 client 제안과 서버의 이산 feasible-subset 선택을 분리한 2단계 의사결정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title page; Abstract; aamas-extended publication record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공유 MEC에서 client 제안은 함께 충돌할 수 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UD의 연속 자원 선택과 서버의 이산 수락 결정을 분리한다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4022344"/>
                <a:gridCol w="423976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결정 주체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먼저 정하는 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공유 제약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UD client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제안·전력·로컬 CPU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자신의 deadline·battery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MEC master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 중 수락 subset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K개 channel·저장 z_e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환경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지연·에너지·다음 state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서버 처리 순서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서버 제약은 모든 client action을 합쳐 본 뒤에야 판정할 수 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1 Abstract; pp. 1-2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논문의 MEC 환경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time step에 UD 하나당 task 하나가 생성된다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task·battery·uplink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BS와 SDN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 정보 수집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server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storage·8 processing units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처리 결과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또는 MEC 완료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마감시간 안에 끝나지 않은 task는 다음 step 전에 폐기된다.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2; Fig. 1; §2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task의 두 처리 경로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065528"/>
                <a:gridCol w="4565904"/>
                <a:gridCol w="423976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경로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결정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지연·에너지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client가 local 선택 또는 master 거절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T_loc = zc/f; local energy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client 제안 후 master 수락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전송 + 대기/서버 처리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최종 mode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x_n=0 local, x_n=1 MEC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T_n·E_n을 mode별로 결합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client가 offload를 제안해도 master가 거절하면 local path로 돌아간다.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2-3; Eqs. 1-5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비용 최소화와 제약의 소유자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L_n = lambda_1 T_n + lambda_2 E_n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4131056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논문의 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처리 위치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시간·에너지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task cost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objective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전력·local CPU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UD별 범위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client action mapping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deadline·battery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UD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reward penalty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offload 수 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동시 channel 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master selection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task size 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server storage z_e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master selection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hard server feasibility와 reward penalty를 같은 방식으로 합치지 않는다.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3-5; Eqs. 6, 12-13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client가 보는 state는 UD별 다섯 묶음이다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500376"/>
                <a:gridCol w="5000752"/>
                <a:gridCol w="337007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state 묶음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포함 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state 밖 상수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Task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size z, cycles c, deadline tau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K·U_e·f_e·z_e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Uplink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normalized channel gain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K subchannels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Budget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power·local CPU bounds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server f_e·U_e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Battery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harvest 뒤 battery state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storage z_e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K와 z_e는 agent state가 아니라 master selection의 알려진 server constraint다.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4; §4.1; Eq. 7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client는 세 연속 값을 내고 proposal 여부를 가른다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S_n 입력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UD의 다섯 state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4796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4923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67017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67017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 policy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67017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x_c·p_c·f_c 출력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4480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4607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63855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63855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threshold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63855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x_c &lt; 0.5면 local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44164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44291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60692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60692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proposal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60692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x_c 이상이면 master로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p_c와 f_c는 각 UD의 허용 전력·CPU 범위로 변환된다.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 2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4; §4.2; Eqs. 8-10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master는 proposal을 feasible subset으로 바꾼다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주의: 본문과 Algorithm 2 의사코드는 ε 분기를 서로 반대로 쓴다.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proposal 모음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x_c 이상인 task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모두 적합?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count와 size 검사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본문의 Q 우선순위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exploitation에서만 정렬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binary 수락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나머지는 local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본문 rule과 Algorithm 2 loop는 ε 분기·storage scan에서 불일치한다.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4, 6-7; §4.2; Algorithm 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연속 제안과 이산 수락이 같은 action이 아니다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3302000" y="2578100"/>
            <a:ext cx="0" cy="609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4" name="Shape 2"/>
          <p:cNvSpPr/>
          <p:nvPr/>
        </p:nvSpPr>
        <p:spPr>
          <a:xfrm>
            <a:off x="8890000" y="2578100"/>
            <a:ext cx="0" cy="609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31877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6731000" y="31877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5461000" y="3187700"/>
            <a:ext cx="0" cy="571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6731000" y="3187700"/>
            <a:ext cx="0" cy="571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6096000" y="4356100"/>
            <a:ext cx="0" cy="736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1270000" y="19812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 proposal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1270000" y="22606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 state → x_c,p_c,f_c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812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server constraints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2606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K와 storage z_e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91000" y="3759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master selection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4191000" y="4038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proposal subset을 binary 승인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50927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final mode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4191000" y="53721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승인 또는 local fallback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4-5; Fig. 2; Eq. 11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reward와 Q값의 역할을 분리해 읽기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609088"/>
                <a:gridCol w="4348480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요소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논문에서 하는 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읽을 때 주의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system reward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negative cost와 UD penalty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server penalty를 중복하지 않음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master 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candidate별 relative 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single joint Q만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all-local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all_zeros placeholder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master 개입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client update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master가 계산한 TD feedback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선택 task 조건부 처리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per-client Q는 master의 수락 순서를 만들고, reward는 system cost에서 출발한다.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5, 7-8; Eqs. 12-15; Algorithm 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episode에서 selection과 training은 분리된다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environment reset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initial UD states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4796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4923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67017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67017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 time steps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67017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select·act·reward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4480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4607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63855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63855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replay memory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63855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transition 저장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44164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44291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60692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60692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Algorithm 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60692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client·master update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평가 episode는 exploration을 쓰지 않으며, training episode와 절차가 다르다.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 2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6; Algorithm 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강의용 구성 예: 본문이 설명한 Q-priority scan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가정: K=2, 남은 storage=60 MB, exploitation mode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2174240"/>
                <a:gridCol w="2391664"/>
                <a:gridCol w="380492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proposal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size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relative Q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순서 뒤 결과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40 MB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수락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25 MB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거절: 40+25&gt;60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20 MB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수락: 총 60 MB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final subset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A+C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 channels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MEC offload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A+C는 prose greedy scan 예이며, literal Algorithm 2 결과가 아니다.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6-7; Algorithm 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실험은 작은 storage 제약을 의도적으로 만든 simulator다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609088"/>
                <a:gridCol w="4348480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범위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UD와 channels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N=50, K=10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동시 acceptance 제약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radio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W=40 MHz, gain 5-14 dB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정지 UD·constant noise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task와 server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1-50 MB, z_e=400 MB, U_e=8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조합 selection이 생기도록 설정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training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2,000 episodes, gamma=0.99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client 0.0001, master 0.001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reported runs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3은 10 runs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95% confidence interval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400 MB는 deployed capacity가 아니라 combinatorial setting을 위한 storage다.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9; §5.2; Table 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비교 방법은 master의 수락 규칙에서 갈린다</a:t>
            </a:r>
            <a:endParaRPr lang="en-US" sz="3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3152648"/>
                <a:gridCol w="4348480"/>
                <a:gridCol w="337007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수락 또는 미배정 처리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논문에서의 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CCM_MADRL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per-client Q로 feasible subset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 방법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MADDPG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offloading order로 channel 배정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직접 benchmark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Shortest-offload heuristic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미배정 task를 local 지정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동등한 fallback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Deadline/size heuristic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deadline/size priority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정적 master rule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원문은 승인 task의 MEC processing을 arrival order로 둔다.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8; §5.1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Figure 3은 10-step setting의 세 관측치를 함께 보인다</a:t>
            </a:r>
            <a:endParaRPr lang="en-US" sz="3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1739392"/>
                <a:gridCol w="4674616"/>
                <a:gridCol w="445719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panel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측정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저자가 읽는 방향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combined reward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CCM curve가 더 높게 수렴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deadline 전 미완료 task 비율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CCM이 더 낮은 비율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minimum battery 미만 UD 비율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10-step 조건에서 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A의 scalar reward와 B·C의 별도 비율 지표를 같은 수치로 읽어서는 안 된다.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9; Fig. 3; §5.4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100-step battery stress는 결과의 trade-off를 드러낸다</a:t>
            </a:r>
            <a:endParaRPr lang="en-US" sz="3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065528"/>
                <a:gridCol w="4674616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그림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바뀐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원문의 관찰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 steps, b_max=b_min+1 J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CCM의 battery threshold 위반 UD가 더 많음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Fig. 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lambda_1=1, lambda_2=5, 40 runs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combined performance와 deadline에서는 우세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그림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scalar reward와 별도 battery ratio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scale choice의 영향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더 높은 combined reward가 모든 battery 측정치의 개선을 뜻하지는 않는다.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p. 10; Figs. 4-5; §5.4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논문이 주장하지 않는 범위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17399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배포 네트워크의 보편적 성능 보장은 제시하지 않는다.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8200" y="23241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3"/>
          <p:cNvSpPr txBox="1"/>
          <p:nvPr/>
        </p:nvSpPr>
        <p:spPr>
          <a:xfrm>
            <a:off x="838200" y="23622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UD는 stationary이고 normalized channel gain과 noise variance를 단순화한다.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" y="29464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5"/>
          <p:cNvSpPr txBox="1"/>
          <p:nvPr/>
        </p:nvSpPr>
        <p:spPr>
          <a:xfrm>
            <a:off x="838200" y="29845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channel을 한 task가 쓴다는 경우 interference를 고려하지 않는다.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" y="3568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838200" y="36068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100-step 실험의 일부 CCM run은 final episode 전에 time out되었다.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8200" y="4191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Text 9"/>
          <p:cNvSpPr txBox="1"/>
          <p:nvPr/>
        </p:nvSpPr>
        <p:spPr>
          <a:xfrm>
            <a:off x="838200" y="42291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future work는 여러 MEC server의 협력 조합 결정을 제안한다.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Figures 3-5는 architecture theorem이 아니라 설정된 simulator에서의 관측이다.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3, 10-11; §2.3; §5.4; Conclusion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정리: client 제안과 master 승인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17399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UD별 연속 action은 proposal, power, local CPU allocation을 만든다.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8200" y="24765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3"/>
          <p:cNvSpPr txBox="1"/>
          <p:nvPr/>
        </p:nvSpPr>
        <p:spPr>
          <a:xfrm>
            <a:off x="838200" y="25146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master는 proposed offloads에서 channel count와 storage를 만족하는 binary subset을 고른다.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" y="32512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5"/>
          <p:cNvSpPr txBox="1"/>
          <p:nvPr/>
        </p:nvSpPr>
        <p:spPr>
          <a:xfrm>
            <a:off x="838200" y="32893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per-client Q와 conditional training은 그 selection 절차에 맞추어 설계된다.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" y="40259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838200" y="40640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 곡선은 Table 2와 Figures 3-5의 simulator conditions 안에서 읽는다.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Text 9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 기여는 단일 actor의 선택이 아니라 proposal과 feasible-subset 승인의 분리다.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ccm-v2 pp. 1, 4-11; Abstract; §4-6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CCM_MADRL: 제안과 조합 승인으로 푸는 MEC 오프로딩</dc:title>
  <dc:subject>Combinatorial Client-Master Multiagent Deep Reinforcement Learning for Task Offloading in Mobile Edge Computing</dc:subject>
  <dc:creator>Research Seminars</dc:creator>
  <cp:lastModifiedBy>Research Seminars</cp:lastModifiedBy>
  <cp:revision>1</cp:revision>
  <dcterms:created xsi:type="dcterms:W3CDTF">2026-09-12T07:33:13Z</dcterms:created>
  <dcterms:modified xsi:type="dcterms:W3CDTF">2026-09-12T07:33:13Z</dcterms:modified>
</cp:coreProperties>
</file>