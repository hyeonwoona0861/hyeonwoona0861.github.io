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28F0B2B0-56E1-4942-824D-7A181F77043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DECENT: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온라인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Offloading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지연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자원 결정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발표는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Akhavan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등의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논문을 소개합니다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이미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하기로 결정된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IoT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도착할 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server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보낼지와 얼마나 많은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computing resource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줄지를 함께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 목적은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priority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반영한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cumulative response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낮추는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제시되는 결과는 특정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비교 결과이며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global optimality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field deployment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보장은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p. 1, title and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arXiv:2209.05191v2 — Deep Reinforcement Learning for Online Latency Aware Workload Offloading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https://arxiv.org/abs/2209.05191v2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B9DBBDB-5BF7-40E7-ABE9-E3229F91EC4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가장 가까운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server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항상 최선은 아닌 이유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remote cloud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가까운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compute resource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제공할 수 있지만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가까운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server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computing resource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제한 때문에 최선이 아닐 수 있다고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destination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communication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MEC server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computing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유지합니다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어떤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좋은지는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side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compute side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현재 적체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priority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따라 달라집니다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1–3, abstract; Fig.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arXiv:2209.05191v2 — Deep Reinforcement Learning for Online Latency Aware Workload Offloading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https://arxiv.org/abs/2209.05191v2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DF06937-61B2-416B-B017-86FC3425D6D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논문이 결정하는 것과 결정하지 않는 것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tasks have already been determined to be offloaded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versus offloading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확장해서 설명하면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resource management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server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compute resource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양입니다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모델에서 고려하지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2–4, Sec.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arXiv:2209.05191v2 — Deep Reinforcement Learning for Online Latency Aware Workload Offloading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https://arxiv.org/abs/2209.05191v2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2956973-E8FA-4D34-966E-4A88C737966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시스템에서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보는 두 종류의 대기열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communication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갖고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server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computing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갖는 구조를 보여줍니다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communication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server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전송되기 전 대기하는 곳이고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computing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충분한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compute resource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풀리기까지 대기하는 곳입니다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도식은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logical 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설명하며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training episode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시간축은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2–3, Fig. 1; Sec.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arXiv:2209.05191v2 — Deep Reinforcement Learning for Online Latency Aware Workload Offloading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https://arxiv.org/abs/2209.05191v2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01254C1-3DFF-48D3-A9D8-6694FCFA290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response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computing 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합친다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transmission time, BS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server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E2E delay,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destination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communication-queue wait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합칩니다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Computing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execution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computing-queue wait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합칩니다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 Eq.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execution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μlᵢ/rᵢₖ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resource allocation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computing 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split branches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논리적 분해이며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branch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병렬로 독립 실행된다는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p. 4, Eqs. (1)–(3)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arXiv:2209.05191v2 — Deep Reinforcement Learning for Online Latency Aware Workload Offloading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https://arxiv.org/abs/2209.05191v2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AA27101-7A19-4F0E-8A3F-D8FEA8B3EBF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P0: priority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반영한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response time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최소화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ηᵢ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priority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ηᵢ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크면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system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response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더 줄이려 한다고 논문은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constraint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하나가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server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됨을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constraint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rᵢₖ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 core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discrete computing-resource 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임을 뜻합니다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NP-hard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부르고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sub-optimal solution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찾습니다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NP-hardness proof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제공하지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p. 4, Eqs. (4)–(7)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arXiv:2209.05191v2 — Deep Reinforcement Learning for Online Latency Aware Workload Offloading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https://arxiv.org/abs/2209.05191v2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A2AA07D-65D2-4F5B-AB4B-B37E91213F6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도착 순간의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무엇인가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sᵢ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ηᵢ, lᵢ, C, D, 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i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도착 순간 서버에서 실행 중인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들의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remaining resource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computing queue workload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destination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communication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waiting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 값들이 관측 가능하다고 모델링하며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stale telemetry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partial observability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평가하지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p. 5, Sec. 4 state definition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arXiv:2209.05191v2 — Deep Reinforcement Learning for Online Latency Aware Workload Offloading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https://arxiv.org/abs/2209.05191v2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D1FC10A-D256-47A7-A012-04B5C5DB7F8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action·reward: server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짝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aᵢ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{rᵢₖ, xᵢₖ}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rᵢ=−ηᵢΣₖxᵢₖ(Tᵢₖᶜᵒᵐᵖ+Tᵢₖⁿᵉᵗ)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weighted response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덜 음수인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더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actor softmax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만든다고 쓰지만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legal server-resource 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flatten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하는지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factorize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하는지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혹은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하는지는 지정하지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p. 5, Sec. 4 action, transition, reward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arXiv:2209.05191v2 — Deep Reinforcement Learning for Online Latency Aware Workload Offloading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https://arxiv.org/abs/2209.05191v2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04B853D-4A94-4B06-AFB1-8DB62EE67A1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A2C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critic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나누는 일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generation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 dependency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discounted expected cumulative reward J(theta)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Eq. 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policy-gradient expression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Eq.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TD advantage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Eq. 11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printed actor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critic 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state-action 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설명하면서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value V(s)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표기합니다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interface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특정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implementation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정규화하지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Arrows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 dependency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physical MEC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 axis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Eq. 11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sign convention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원문만으로 해결되지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5–6, Eqs. (8)–(13);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arXiv:2209.05191v2 — Deep Reinforcement Learning for Online Latency Aware Workload Offloading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https://arxiv.org/abs/2209.05191v2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34E2D76-CEF0-4C2F-BFAD-97806C6297A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actor·critic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구현 경계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text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J(theta)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한다고 말하지만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11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beta_a times gradient 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빼는 형태로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되어 있고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gradient descend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부릅니다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만으로는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implementation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negative 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minimize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했는지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gradient sign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바꿨는지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표기에 부호 문제가 있는지 결정할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Softmax probabilities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stated epsilon-greedy selection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어떻게 연결하는지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legal server-resource pair encoding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덱은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printed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제시하지만 특정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 correction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단정하지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 buffer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명시되므로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standard on-policy A2C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덧붙이지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5–6, Eqs. (8)–(13);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arXiv:2209.05191v2 — Deep Reinforcement Learning for Online Latency Aware Workload Offloading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https://arxiv.org/abs/2209.05191v2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9DB1CB2-F4AE-436E-BB0E-3577D1BBCA8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Algorithm 1: 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모아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episode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arrival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nested loop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arrival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얻고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epsilon-greedy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[xᵢₖ,rᵢₖ]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 buffer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넣습니다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sampled transitions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actor Eq. 11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critic Eq. 13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epsilon-greedy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10% random, 90% greedy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명시하지만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replay sampling batch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convergence criterion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주지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procedure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p. 6, Algorithm 1 and following text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arXiv:2209.05191v2 — Deep Reinforcement Learning for Online Latency Aware Workload Offloading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https://arxiv.org/abs/2209.05191v2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270D92A-C1AA-470A-A9DE-9F033A25824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강의용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trace: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advantage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직접 계산해 보기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Eqs.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계산을 위한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teaching toy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η=20, gamma=0.9, V(sᵢ)=−4, V(sᵢ₊₁)=−1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가정합니다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MEC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response time 0.12 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0.20 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invented values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−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2.4, 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−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advantage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+0.7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−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critic 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좋고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나쁘다는 뜻입니다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이것은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 optimality theorem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source experiment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p. 5, reward and Eq. (10)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arXiv:2209.05191v2 — Deep Reinforcement Learning for Online Latency Aware Workload Offloading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https://arxiv.org/abs/2209.05191v2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9480AA2-8FFF-447C-913D-7E0BEAE0342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서로 다른 한 가지 신호만 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Nearest server 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lowest E2E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server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Largest server 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largest remaining computing resource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server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p.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DECENT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C, D, B, eta, 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함께 쓰도록 설계되지만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comparison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만으로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alternative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우수하다고 말할 수는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p. 6, baseline definitions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arXiv:2209.05191v2 — Deep Reinforcement Learning for Online Latency Aware Workload Offloading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https://arxiv.org/abs/2209.05191v2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6A25B34-B2D9-4422-93F6-5A6AE597D14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simulation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 topology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resource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 BS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 MEC servers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0, 1, 2, 3 km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E2E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T=alpha d+zeta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initially alpha=.03 s/km, zeta=.03 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Rmax=200 Mcycles/s, link capacity w=2 times 10 to the 9 bits/s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Resource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{10,20,40,60,80,100,120,140,160,200} Mcycles/s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continuous range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Arrival, task-size distribution, task parameters, training rates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분리해 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p. 6, Table 1 and Sec. 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arXiv:2209.05191v2 — Deep Reinforcement Learning for Online Latency Aware Workload Offloading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https://arxiv.org/abs/2209.05191v2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A0CB85D-2B98-44F9-B983-5C5FF8CA91C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simulation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2: workload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arrival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rate 50 tasks/s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Poisson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Task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exactly l_i~N(3 times 10 to the 7 bits, 3 times 10 to the 5)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Second 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standard deviation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이름 붙이지 않으므로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원문 표기만 보존합니다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Computation intensity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mu=.15 CPU cycles/bit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{10,20,50,100}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uniform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하게 선택됩니다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actor learning rate .0001, critic .0002, exploration epsilon 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p. 6, Table 1 and Sec. 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arXiv:2209.05191v2 — Deep Reinforcement Learning for Online Latency Aware Workload Offloading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https://arxiv.org/abs/2209.05191v2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01771D1-9C63-481D-905F-E778289036E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무엇이 측정되었고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어디까지 말할 수 있는가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2 text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 curve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around 500 episodes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quickly converge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한다고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3 prose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arrival rate 50 tasks/s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weighted response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비교하며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second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작다고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rendered Figure 3 y-axis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Response time (ms)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되어 있어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source-label inconsistency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덱은 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weighted metric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silently resolve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6,400 tasks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arrival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바꾼 결과이고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plotted range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500 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작다고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Figures 6–7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alpha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바꾼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scenarios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two baselines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lowest average weighted response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6–8, Figs. 2–7 and text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arXiv:2209.05191v2 — Deep Reinforcement Learning for Online Latency Aware Workload Offloading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https://arxiv.org/abs/2209.05191v2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5795A85-013A-4D32-AE21-71ECFB9850B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priority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execution time: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보고된 관계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higher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lower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실행되어야 한다는 뜻이라고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class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network and computing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higher-weight tasks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lower execution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가진다고 서술합니다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 deadline constraint, admission control, priority fairness theorem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주지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measured behavior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objective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연결할 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deadline guarantee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주장하지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4, 6–7, Eq. (4); Fig. 5 text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arXiv:2209.05191v2 — Deep Reinforcement Learning for Online Latency Aware Workload Offloading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https://arxiv.org/abs/2209.05191v2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B30C0DD-2C80-4F67-9A91-119E93AD2E4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논문을 적용 주장으로 바꾸기 전에 남는 경계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확인합니다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explicit MDP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eta_i, l_i, C, D, 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E2E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delay model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항이며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controller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monitor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수 있다고 설명하지만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separate state component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열거하지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 MEC destination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discrete resource level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softmax action encoding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명시하지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 storage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적습니다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Evidence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 BS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 servers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optimality, convergence theorem, field deployment overhead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제공하지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4–8, Secs. 3–6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arXiv:2209.05191v2 — Deep Reinforcement Learning for Online Latency Aware Workload Offloading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https://arxiv.org/abs/2209.05191v2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C6DA40A-B510-4324-8C54-5DF3B86A2B1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DECENT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decision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다시 연결하면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정리하면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destination MEC server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compute resource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priority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size, remaining resource, computing workload, communication queue wait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들어갑니다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negative weighted response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actor–critic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 training loop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안에서 사용됩니다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결과를 읽을 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nearest and largest-resource baselines, one-BS/four-server setting,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measured simulation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범위를 유지해야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4–8, Eqs. (4)–(13); Algorithm 1; conclusion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arXiv:2209.05191v2 — Deep Reinforcement Learning for Online Latency Aware Workload Offloading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https://arxiv.org/abs/2209.05191v2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2D6CD57-EE81-4F8C-AD27-D203D4428F7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DECENT: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온라인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 Offloading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지연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자원 결정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Deep Reinforcement Learning for Online Latency Aware Workload Offloading in Mobile Edge Computing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Zeinab Akhavan, Mona Esmaeili, Babak Badnava, Mohammad Yousefi, Xiang Sun, Michael Devetsikiotis, Payman Zarkesh-Ha (2022)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대기열과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priority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관측해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목적지와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compute resource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함께 고르는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A2C-style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접근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p. 1, title and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가장 가까운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MEC server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항상 최선은 아닌 이유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network delay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작아도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compute resource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두 대기열의 상태가 나쁘면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response time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커질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도착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이미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도착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가까운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server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전송과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E2E delay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작을 수 있음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server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상태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resource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부족과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적체 가능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응답 지연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network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compute delay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합산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공동 결정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목적지와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resource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양을 같이 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논문의 핵심은 거리 하나가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queue·resource·priority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보는 것이다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1–3, abstract; Fig.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논문이 결정하는 것과 결정하지 않는 것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이미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offloading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대상으로 정해져 있으며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BS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server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compute resource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선택한다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5217840"/>
                <a:gridCol w="3261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논문이 다루는 결정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범위 밖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offloading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어느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MEC server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보낼지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execution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resource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discrete resource level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연속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resource control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network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computing queue wait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포함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 반환 지연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weighted response time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최소화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목적식에 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‘offload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할까’가 아니라 ‘이미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어디에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얼마의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resource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보낼까’의 문제다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2–4, Sec.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MEC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시스템에서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BS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보는 두 종류의 대기열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destination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communication queue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 server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computing queue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서로 다른 지연을 만든다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mechanism-lane-decision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arrival decision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mechanism-edge-a-c-segment-1"/>
          <p:cNvSpPr/>
          <p:nvPr/>
        </p:nvSpPr>
        <p:spPr>
          <a:xfrm>
            <a:off x="3299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2" name="mechanism-edge-c-n-segment-1"/>
          <p:cNvSpPr/>
          <p:nvPr/>
        </p:nvSpPr>
        <p:spPr>
          <a:xfrm>
            <a:off x="534132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3" name="mechanism-edge-n-q-segment-1"/>
          <p:cNvSpPr/>
          <p:nvPr/>
        </p:nvSpPr>
        <p:spPr>
          <a:xfrm>
            <a:off x="738360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4" name="mechanism-edge-q-f-segment-1"/>
          <p:cNvSpPr/>
          <p:nvPr/>
        </p:nvSpPr>
        <p:spPr>
          <a:xfrm>
            <a:off x="9425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5" name="mechanism-node-arrival"/>
          <p:cNvSpPr/>
          <p:nvPr/>
        </p:nvSpPr>
        <p:spPr>
          <a:xfrm>
            <a:off x="17398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IoT task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BS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i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mechanism-node-commq"/>
          <p:cNvSpPr/>
          <p:nvPr/>
        </p:nvSpPr>
        <p:spPr>
          <a:xfrm>
            <a:off x="37821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comm queue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destination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전송 대기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mechanism-node-network"/>
          <p:cNvSpPr/>
          <p:nvPr/>
        </p:nvSpPr>
        <p:spPr>
          <a:xfrm>
            <a:off x="58240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network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전송과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E2E delay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mechanism-node-compq"/>
          <p:cNvSpPr/>
          <p:nvPr/>
        </p:nvSpPr>
        <p:spPr>
          <a:xfrm>
            <a:off x="78663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compute queue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resource release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대기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mechanism-node-finish"/>
          <p:cNvSpPr/>
          <p:nvPr/>
        </p:nvSpPr>
        <p:spPr>
          <a:xfrm>
            <a:off x="990864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 execution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할당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resource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실행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1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1" name="Text 1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communication queue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computing queue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모델링하는 것이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문제 정의다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3" name="Text 1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2–3, Fig. 1; Sec.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response time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network path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computing path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합친다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목적지 선택과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resource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선택은 각기 다른 항을 바꾸지만 최종 지연에서는 결합된다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8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9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0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1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2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3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4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5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6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7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8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i → MEC k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server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resource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network delay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전송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+ E2E +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통신 대기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computing delay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+ compute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response time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Tᵢₖ = Tᵢₖⁿᵉᵗ + Tᵢₖᶜᵒᵐᵖ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latency score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weighted response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계산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9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p. 4, Eqs. (1)–(3)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P0: priority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반영한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response time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최소화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정확히 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 server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고르고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resource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허용된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discrete block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중 하나여야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500040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요소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Σᵢ ηᵢ Σₖ xᵢₖ(Tᵢₖᶜᵒᵐᵖ + Tᵢₖⁿᵉᵗ)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weighted response time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Σₖ xᵢₖ =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마다 목적지 하나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indicator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xᵢₖ ∈ {0, 1}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여부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resource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rᵢₖ ∈ {0, R₁, …, Rᵐᵃˣ}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허용된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discrete resource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priority 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클수록 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response time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objective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더 크게 반영된다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p. 4, Eqs. (4)–(7)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도착 순간의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MDP state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무엇인가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새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정보 하나와 모든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 server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resource·queue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상태를 함께 담는다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89204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 item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정의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결정에 주는 정보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ηᵢ, lᵢ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priority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 size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어떤 지연을 더 중시할지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C={cₖ}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remaining compute resource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실행 가능한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resource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D={dₖ}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computing queue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workload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compute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대기량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B={bₖ}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communication queue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wait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전송 전 대기량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거리만 아니라 현재 남은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resource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양쪽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 state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입력으로 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p. 5, Sec. 4 state definition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action·reward: server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resource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짝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i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마다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aᵢ={rᵢₖ, xᵢₖ}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고르고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환경은 다음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만든다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mechanism-lane-mdp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MDP transition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mechanism-edge-s-a-segment-1"/>
          <p:cNvSpPr/>
          <p:nvPr/>
        </p:nvSpPr>
        <p:spPr>
          <a:xfrm>
            <a:off x="3299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1" name="mechanism-edge-a-x-segment-1"/>
          <p:cNvSpPr/>
          <p:nvPr/>
        </p:nvSpPr>
        <p:spPr>
          <a:xfrm>
            <a:off x="534132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2" name="mechanism-edge-x-t-segment-1"/>
          <p:cNvSpPr/>
          <p:nvPr/>
        </p:nvSpPr>
        <p:spPr>
          <a:xfrm>
            <a:off x="738360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3" name="mechanism-edge-t-r-segment-1"/>
          <p:cNvSpPr/>
          <p:nvPr/>
        </p:nvSpPr>
        <p:spPr>
          <a:xfrm>
            <a:off x="9425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4" name="mechanism-node-state"/>
          <p:cNvSpPr/>
          <p:nvPr/>
        </p:nvSpPr>
        <p:spPr>
          <a:xfrm>
            <a:off x="17398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 sᵢ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ηᵢ, lᵢ, C, D, B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mechanism-node-actor"/>
          <p:cNvSpPr/>
          <p:nvPr/>
        </p:nvSpPr>
        <p:spPr>
          <a:xfrm>
            <a:off x="37821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actor policy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πθ(aᵢ|sᵢ)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mechanism-node-action"/>
          <p:cNvSpPr/>
          <p:nvPr/>
        </p:nvSpPr>
        <p:spPr>
          <a:xfrm>
            <a:off x="58240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 aᵢ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server xᵢₖ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rᵢₖ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mechanism-node-transition"/>
          <p:cNvSpPr/>
          <p:nvPr/>
        </p:nvSpPr>
        <p:spPr>
          <a:xfrm>
            <a:off x="78663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transition F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queue·resource state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갱신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mechanism-node-reward"/>
          <p:cNvSpPr/>
          <p:nvPr/>
        </p:nvSpPr>
        <p:spPr>
          <a:xfrm>
            <a:off x="990864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reward rᵢ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−ηᵢ × response time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1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0" name="Text 1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negative reward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크게 만든다는 것은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weighted response time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작게 만든다는 뜻이다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1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2" name="Text 1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p. 5, Sec. 4 action, transition, reward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1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A2C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actor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critic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나누는 일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replay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꺼낸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transition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TD advantage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원문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Eq. 11 actor update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들어간다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mechanism-lane-learning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update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mechanism-edge-u1-segment-1"/>
          <p:cNvSpPr/>
          <p:nvPr/>
        </p:nvSpPr>
        <p:spPr>
          <a:xfrm>
            <a:off x="3299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8" name="mechanism-edge-u2-segment-1"/>
          <p:cNvSpPr/>
          <p:nvPr/>
        </p:nvSpPr>
        <p:spPr>
          <a:xfrm>
            <a:off x="534132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9" name="mechanism-edge-u3-segment-1"/>
          <p:cNvSpPr/>
          <p:nvPr/>
        </p:nvSpPr>
        <p:spPr>
          <a:xfrm>
            <a:off x="738360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0" name="mechanism-edge-u4-segment-1"/>
          <p:cNvSpPr/>
          <p:nvPr/>
        </p:nvSpPr>
        <p:spPr>
          <a:xfrm>
            <a:off x="9425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1" name="mechanism-node-tr"/>
          <p:cNvSpPr/>
          <p:nvPr/>
        </p:nvSpPr>
        <p:spPr>
          <a:xfrm>
            <a:off x="17398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transition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s, a, r, s_next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sample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mechanism-node-critic"/>
          <p:cNvSpPr/>
          <p:nvPr/>
        </p:nvSpPr>
        <p:spPr>
          <a:xfrm>
            <a:off x="37821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critic values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V(s)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V(s_next)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mechanism-node-adv"/>
          <p:cNvSpPr/>
          <p:nvPr/>
        </p:nvSpPr>
        <p:spPr>
          <a:xfrm>
            <a:off x="58240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TD advantage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r+gamma Vnext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−Vnow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mechanism-node-grad"/>
          <p:cNvSpPr/>
          <p:nvPr/>
        </p:nvSpPr>
        <p:spPr>
          <a:xfrm>
            <a:off x="78663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actor gradient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11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printed update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mechanism-node-policy"/>
          <p:cNvSpPr/>
          <p:nvPr/>
        </p:nvSpPr>
        <p:spPr>
          <a:xfrm>
            <a:off x="990864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updated policy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다음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policy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1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7" name="Text 1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advantage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critic value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actor update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연결하는 학습 신호다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1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9" name="Text 1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5–6, Eqs. (8)–(13);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1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원문의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actor·critic update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구현 경계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update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식을 제시하지만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actor objective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부호와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 encoding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구현 세부를 정하지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391356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명시된 내용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강의에서 지킬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actor update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θ ← θ − βₐ∇θJ(θ)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최대화 설명과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sign convention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critic update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TD residual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제곱을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J(ν)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최소화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Eq. (12)–(13)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범위만 설명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output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softmax action distribution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pair encoding·mask·ε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연계 미명시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network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actor·critic hidden layer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128 ReLU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layer·target network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주장 안 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원문의 수식은 제시하되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미명시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code-level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선택을 논문 주장으로 만들지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5–6, Eqs. (8)–(13);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Algorithm 1: training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transition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모아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update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task-arrival transition collection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replay sampling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actor·critic update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수행한다고 적는다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초기화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γ, βₐ, βc, ε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설정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5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6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arrival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관측 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ε-greedy action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0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1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rᵢ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next state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획득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5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6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replay buffer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(s,a,r,s′) transition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저장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0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1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update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sample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actor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critic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갱신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5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6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10% random·90% greedy action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원문이 명시한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exploration setting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8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p. 6, Algorithm 1 and following text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강의용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trace: reward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advantage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직접 계산해 보기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candidate delay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critic value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수식 연습을 위해 만든 값이며 논문 결과가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076640"/>
                <a:gridCol w="4076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MEC 1 action A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MEC 2 action B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server 1, resource 100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server 2, resource 60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response time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0.12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0.20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reward, η=20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−20×0.12 = −2.4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−20×0.20 = −4.0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advantage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−2.4+0.9(−1)−(−4)=+0.7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−4.0+0.9(−1)−(−4)=−0.9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invented critic baseline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더 좋은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one-step advantage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보인다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p. 5, reward and Eq. (10)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baseline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서로 다른 한 가지 신호만 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DECENT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비교는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nearest server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largest remaining-resource server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라는 두 휴리스틱에 한정된다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1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2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3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4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5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6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7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8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9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0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1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arriving task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i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처리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nearest server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가장 작은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E2E delay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largest server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가장 큰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remaining resource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DECENT comparison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simulation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empirical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result reading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baseline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대비 실험 비교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2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p. 6, baseline definitions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simulation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1: topology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resource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모든 결과는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one BS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four MEC server,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명시된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E2E·capacity·discrete resource set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얻었다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8153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보고된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topology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 BS; 4 MEC server; distance 0, 1, 2, 3 km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E2E delay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T=αd+ζ; initially α=.03 s/km, ζ=.03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server capacity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Rmax=200 Mcycles/s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link capacity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w=2×10⁹ bits/s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resource 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{10,20,40,60,80,100,120,140,160,200} Mcycles/s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논문의 성능 주장은 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simulation model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baseline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비교 범위에서 읽어야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p. 6, Table 1 and Sec. 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simulation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2: workload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training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size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normal-distribution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번째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parameter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원문 표기 그대로 두며 의미를 추정하지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8153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보고된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arrival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Poisson λ=50 tasks/s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size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lᵢ∼N(3×10⁷ bits, 3×10⁵)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computation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μ=.15 CPU cycles/bit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priority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ηᵢ∼U{10,20,50,100}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βₐ=.0001; βc=.0002; ε=.1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normal 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두 번째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parameter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source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variance·SD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명시하지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p. 6, Table 1 and Sec. 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무엇이 측정되었고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어디까지 말할 수 있는가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그림들은 학습과 여러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sensitivity setting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simulation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결과이며 보편적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guarantee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56588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보고된 관찰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말할 수 없는 확장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learning curve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500 episodes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부근에서 수렴 관찰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convergence theorem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3 response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text: weighted &lt;1 s; axis: ms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arrival pattern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arrival sweep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6,400 tasks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4, 500 ms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load·topology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priority behavior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higher weight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낮은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execution time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hard deadline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μ·α sweep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baseline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lowest average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최적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우위는 보고된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조건에서의 측정 결과이지 일반 정리가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6–8, Figs. 2–7 and text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priority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execution time: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보고된 관계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delay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더 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penalty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주며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Figure 5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높은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 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낮은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execution time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보고한다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높은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η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r=−ηT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더 음수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4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5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actor action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resource pair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9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0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resource effect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time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 state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영향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4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5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Fig. 5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higher weight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lower execution time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9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0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논문의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priority signal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이지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만족이 보장되는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deadline constraint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2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4, 6–7, Eq. (4); Fig. 5 text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논문을 적용 주장으로 바꾸기 전에 남는 경계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모델의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입력과 별도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E2E delay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모델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simulation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구조를 구분해야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67460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다룬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남는 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observation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state: ηᵢ,lᵢ,C,D,B; E2E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별도 모델 항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stale·partial telemetry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decision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one server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discrete resource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execution·resource encoding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A2C-style update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replay sampling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sign·encoding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미명시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evidence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one-BS/four-server simulations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production overhead·robustness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guarantee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sub-optimal DRL solution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optimality·convergence theorem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이해한다는 것은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policy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입력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결정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측정 범위를 함께 이해하는 것이다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4–8, Secs. 3–6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DECENT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decision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다시 연결하면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목적지와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resource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함께 고르는 이유는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priority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양쪽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queue state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response time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함께 바꾸기 때문이다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관측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η, size, C, D, B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읽음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8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9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discrete resource pair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3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4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평가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음의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weighted response reward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8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9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replay transition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actor·critic update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3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4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읽기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simulation result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guarantee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분리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8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9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관측된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queue·resource state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따라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server·resource pair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고른다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1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4–8, Eqs. (4)–(13); Algorithm 1; conclusion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2026-09-12T06:11:59Z</dcterms:created>
  <dc:creator>Research Seminars</dc:creator>
  <dc:description/>
  <dc:language>ko-KR</dc:language>
  <cp:lastModifiedBy>Research Seminars</cp:lastModifiedBy>
  <dcterms:modified xsi:type="dcterms:W3CDTF">2026-09-12T06:11:59Z</dcterms:modified>
  <cp:revision>1</cp:revision>
  <dc:subject>Deep Reinforcement Learning for Online Latency Aware Workload Offloading in Mobile Edge Computing</dc:subject>
  <dc:title>DECENT: 온라인 MEC Offloading의 지연·자원 결정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19</vt:r8>
  </property>
  <property fmtid="{D5CDD505-2E9C-101B-9397-08002B2CF9AE}" pid="3" name="PresentationFormat">
    <vt:lpwstr>On-screen Show (16:9)</vt:lpwstr>
  </property>
  <property fmtid="{D5CDD505-2E9C-101B-9397-08002B2CF9AE}" pid="4" name="Slides">
    <vt:r8>19</vt:r8>
  </property>
</Properties>
</file>