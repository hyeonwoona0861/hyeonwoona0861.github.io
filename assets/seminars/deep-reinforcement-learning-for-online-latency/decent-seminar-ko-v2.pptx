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DECENT: 온라인 MEC Offloading의 지연·자원 결정
발표 대본
이 발표는 Akhavan 등의 DECENT 논문을 소개합니다. 논문은 이미 offloading하기로 결정된 IoT task가 도착할 때, 어느 MEC server로 보낼지와 얼마나 많은 computing resource를 줄지를 함께 고릅니다. 핵심 목적은 priority를 반영한 cumulative response time을 낮추는 것입니다. 여기서 제시되는 결과는 특정 simulation의 비교 결과이며, global optimality나 field deployment 보장은 아닙니다.
공개 출처
arxiv-v2 | p. 1, title and abstract
arXiv:2209.05191v2 — Deep Reinforcement Learning for Online Latency Aware Workload Offloading in Mobile Edge Computing
https://arxiv.org/abs/2209.05191v2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가장 가까운 MEC server가 항상 최선은 아닌 이유
발표 대본
MEC는 remote cloud보다 가까운 compute resource를 제공할 수 있지만, 논문은 가까운 MEC server가 computing resource의 제한 때문에 최선이 아닐 수 있다고 설명합니다. BS는 destination별 communication queue를, MEC server는 computing queue를 유지합니다. 따라서 어떤 server가 좋은지는 network side와 compute side의 현재 적체, 그리고 task priority에 따라 달라집니다.
공개 출처
arxiv-v2 | pp. 1–3, abstract; Fig. 1
arXiv:2209.05191v2 — Deep Reinforcement Learning for Online Latency Aware Workload Offloading in Mobile Edge Computing
https://arxiv.org/abs/2209.05191v2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이 논문이 결정하는 것과 결정하지 않는 것
발표 대본
논문은 tasks have already been determined to be offloaded라고 명시합니다. 그러므로 local versus offloading policy로 확장해서 설명하면 안 됩니다. resource management는 MEC server에서 task에 줄 compute resource의 양입니다. 또한 return result를 device로 보내는 delay는 모델에서 고려하지 않습니다.
공개 출처
arxiv-v2 | pp. 2–4, Sec. 3
arXiv:2209.05191v2 — Deep Reinforcement Learning for Online Latency Aware Workload Offloading in Mobile Edge Computing
https://arxiv.org/abs/2209.05191v2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MEC 시스템에서 BS가 보는 두 종류의 대기열
발표 대본
Figure 1은 BS가 여러 communication queue를 갖고, 각 MEC server가 computing queue를 갖는 구조를 보여줍니다. communication queue는 task가 해당 MEC server로 전송되기 전 대기하는 곳이고, computing queue는 충분한 compute resource가 풀리기까지 대기하는 곳입니다. 이 도식은 한 task의 logical path를 설명하며, training episode의 시간축은 아닙니다.
공개 출처
arxiv-v2 | pp. 2–3, Fig. 1; Sec. 3
arXiv:2209.05191v2 — Deep Reinforcement Learning for Online Latency Aware Workload Offloading in Mobile Edge Computing
https://arxiv.org/abs/2209.05191v2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response time은 network path와 computing path를 합친다
발표 대본
Network delay는 transmission time, BS와 MEC server 사이 E2E delay, 그리고 해당 destination의 communication-queue wait를 합칩니다. Computing delay는 execution time과 computing-queue wait를 합칩니다. source Eq. 3에서 execution time은 μlᵢ/rᵢₖ이므로, resource allocation은 computing path를 바꿉니다. split branches는 논리적 분해이며, 두 branch가 병렬로 독립 실행된다는 뜻은 아닙니다.
공개 출처
arxiv-v2 | p. 4, Eqs. (1)–(3)
arXiv:2209.05191v2 — Deep Reinforcement Learning for Online Latency Aware Workload Offloading in Mobile Edge Computing
https://arxiv.org/abs/2209.05191v2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P0: priority를 반영한 response time 최소화
발표 대본
P0의 ηᵢ는 task priority 또는 weight입니다. ηᵢ가 크면 system이 그 task의 response time을 더 줄이려 한다고 논문은 설명합니다. constraint 5는 task 하나가 하나의 MEC server에만 offload됨을, constraint 7은 rᵢₖ가 CPU core 수 같은 discrete computing-resource block임을 뜻합니다. 논문은 P0를 NP-hard라고 부르고 DRL로 sub-optimal solution을 찾습니다. 별도의 NP-hardness proof는 제공하지 않습니다.
공개 출처
arxiv-v2 | p. 4, Eqs. (4)–(7)
arXiv:2209.05191v2 — Deep Reinforcement Learning for Online Latency Aware Workload Offloading in Mobile Edge Computing
https://arxiv.org/abs/2209.05191v2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도착 순간의 MDP state는 무엇인가
발표 대본
Section 4는 state sᵢ를 ηᵢ, lᵢ, C, D, B로 명시합니다. C는 task i 도착 순간 서버에서 실행 중인 task들의 r을 뺀 remaining resource입니다. D는 computing queue workload이고 B는 destination별 communication queue의 waiting time입니다. source는 이 값들이 관측 가능하다고 모델링하며, stale telemetry나 partial observability를 평가하지 않습니다.
공개 출처
arxiv-v2 | p. 5, Sec. 4 state definition
arXiv:2209.05191v2 — Deep Reinforcement Learning for Online Latency Aware Workload Offloading in Mobile Edge Computing
https://arxiv.org/abs/2209.05191v2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action·reward: server와 resource의 짝
발표 대본
논문은 action aᵢ를 {rᵢₖ, xᵢₖ}로 정의합니다. reward는 rᵢ=−ηᵢΣₖxᵢₖ(Tᵢₖᶜᵒᵐᵖ+Tᵢₖⁿᵉᵗ)입니다. 따라서 작은 weighted response time은 덜 음수인, 더 큰 reward를 만듭니다. source는 actor softmax가 action distribution을 만든다고 쓰지만, legal server-resource pair를 flatten하는지 factorize하는지, 혹은 mask하는지는 지정하지 않습니다.
공개 출처
arxiv-v2 | p. 5, Sec. 4 action, transition, reward
arXiv:2209.05191v2 — Deep Reinforcement Learning for Online Latency Aware Workload Offloading in Mobile Edge Computing
https://arxiv.org/abs/2209.05191v2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A2C에서 actor와 critic이 나누는 일
발표 대본
이 slide는 action generation이 아니라 replay에서 sample한 transition의 update dependency를 보여 줍니다. 원문 Eq. 8은 discounted expected cumulative reward J(theta)를, Eq. 9는 policy-gradient expression을, Eq. 10은 TD advantage를, Eq. 11은 printed actor update를 제시합니다. 원문은 critic input을 state-action pair라고 설명하면서 output은 state value V(s)로 표기합니다. 이 interface를 특정 implementation으로 정규화하지 않습니다. Arrows는 learning dependency이며 physical MEC queue의 time axis가 아닙니다. Eq. 11의 sign convention도 원문만으로 해결되지 않습니다.
공개 출처
arxiv-v2 | pp. 5–6, Eqs. (8)–(13); Algorithm 1
arXiv:2209.05191v2 — Deep Reinforcement Learning for Online Latency Aware Workload Offloading in Mobile Edge Computing
https://arxiv.org/abs/2209.05191v2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원문의 actor·critic update와 구현 경계
발표 대본
Source text는 actor가 J(theta)를 maximize한다고 말하지만 Eq. 11은 theta에서 beta_a times gradient J를 빼는 형태로 print되어 있고 gradient descend라고 부릅니다. 따라서 source만으로는 implementation이 negative loss를 minimize했는지, gradient sign을 바꿨는지, 표기에 부호 문제가 있는지 결정할 수 없습니다. Softmax probabilities와 stated epsilon-greedy selection을 어떻게 연결하는지, legal server-resource pair encoding과 masking도 source는 정하지 않습니다. 이 덱은 printed update를 제시하지만 특정 code correction을 단정하지 않습니다. Algorithm 1의 replay buffer도 source에 명시되므로 standard on-policy A2C라고 덧붙이지 않습니다.
공개 출처
arxiv-v2 | pp. 5–6, Eqs. (8)–(13); Algorithm 1
arXiv:2209.05191v2 — Deep Reinforcement Learning for Online Latency Aware Workload Offloading in Mobile Edge Computing
https://arxiv.org/abs/2209.05191v2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Algorithm 1: training에서 transition을 모아 update한다
발표 대본
Algorithm 1은 training episode와 task arrival의 nested loop를 보입니다. 각 arrival에서 state를 얻고, epsilon-greedy로 [xᵢₖ,rᵢₖ]를 계산하고, reward를 계산해 transition을 replay buffer에 넣습니다. 그 후 sampled transitions로 actor Eq. 11과 critic Eq. 13을 update합니다. 논문은 epsilon-greedy가 10% random, 90% greedy action이라고 명시하지만, replay sampling batch size나 convergence criterion은 주지 않습니다. 이 flow는 training procedure 순서입니다.
공개 출처
arxiv-v2 | p. 6, Algorithm 1 and following text
arXiv:2209.05191v2 — Deep Reinforcement Learning for Online Latency Aware Workload Offloading in Mobile Edge Computing
https://arxiv.org/abs/2209.05191v2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강의용 trace: reward와 advantage를 직접 계산해 보기
발표 대본
이 slide는 source Eqs. 10의 계산을 위한 teaching toy입니다. η=20, gamma=0.9, V(sᵢ)=−4, V(sᵢ₊₁)=−1을 가정합니다. MEC 1의 response time 0.12 s와 MEC 2의 0.20 s도 invented values입니다. A의 reward는 −2.4, B의 reward는 −4.0이며, advantage는 각각 +0.7과 −0.9입니다. 따라서 A는 이 critic baseline보다 좋고 B는 나쁘다는 뜻입니다. 이것은 policy optimality theorem도, source experiment의 latency도 아닙니다.
공개 출처
arxiv-v2 | p. 5, reward and Eq. (10)
arXiv:2209.05191v2 — Deep Reinforcement Learning for Online Latency Aware Workload Offloading in Mobile Edge Computing
https://arxiv.org/abs/2209.05191v2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두 baseline은 서로 다른 한 가지 신호만 본다
발표 대본
Nearest server baseline은 BS에서 lowest E2E delay를 가진 MEC server를 고릅니다. Largest server baseline은 largest remaining computing resource를 가진 MEC server를 고릅니다. 이들은 paper p. 6의 두 baseline입니다. DECENT는 state C, D, B, eta, l을 함께 쓰도록 설계되지만, 이 comparison만으로 모든 alternative policy보다 우수하다고 말할 수는 없습니다.
공개 출처
arxiv-v2 | p. 6, baseline definitions
arXiv:2209.05191v2 — Deep Reinforcement Learning for Online Latency Aware Workload Offloading in Mobile Edge Computing
https://arxiv.org/abs/2209.05191v2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simulation 조건 1: topology와 resource
발표 대본
Section 5는 one BS와 four MEC servers를 사용하며 distance는 0, 1, 2, 3 km입니다. E2E delay는 T=alpha d+zeta이고 initially alpha=.03 s/km, zeta=.03 s입니다. Rmax=200 Mcycles/s, link capacity w=2 times 10 to the 9 bits/s입니다. Resource set은 {10,20,40,60,80,100,120,140,160,200} Mcycles/s이며 continuous range가 아닙니다. Arrival, task-size distribution, task parameters, training rates는 다음 slide에서 분리해 표시합니다.
공개 출처
arxiv-v2 | p. 6, Table 1 and Sec. 5
arXiv:2209.05191v2 — Deep Reinforcement Learning for Online Latency Aware Workload Offloading in Mobile Edge Computing
https://arxiv.org/abs/2209.05191v2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simulation 조건 2: workload와 training
발표 대본
Task arrival은 average rate 50 tasks/s의 Poisson distribution입니다. Task size는 source가 exactly l_i~N(3 times 10 to the 7 bits, 3 times 10 to the 5)로 print합니다. Second parameter를 variance나 standard deviation으로 이름 붙이지 않으므로 이 slide도 원문 표기만 보존합니다. Computation intensity는 mu=.15 CPU cycles/bit이고 task weight는 {10,20,50,100}에서 uniform하게 선택됩니다. Table 1은 actor learning rate .0001, critic .0002, exploration epsilon .1을 줍니다.
공개 출처
arxiv-v2 | p. 6, Table 1 and Sec. 5
arXiv:2209.05191v2 — Deep Reinforcement Learning for Online Latency Aware Workload Offloading in Mobile Edge Computing
https://arxiv.org/abs/2209.05191v2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무엇이 측정되었고, 어디까지 말할 수 있는가
발표 대본
Figure 2 text는 learning curve가 around 500 episodes에 quickly converge한다고 말합니다. Figure 3 prose는 average arrival rate 50 tasks/s에서 task별 weighted response time을 비교하며 DECENT가 1 second보다 작다고 설명합니다. 그러나 rendered Figure 3 y-axis는 Response time (ms)로 label되어 있어 source-label inconsistency가 있습니다. 이 덱은 이를 weighted metric으로 silently resolve하지 않습니다. Figure 4는 6,400 tasks에서 arrival rate를 바꾼 결과이고 DECENT는 plotted range에서 500 ms보다 작다고 말합니다. Figures 6–7도 mu와 alpha를 바꾼 source scenarios에서 two baselines 대비 lowest average weighted response time을 보고합니다.
공개 출처
arxiv-v2 | pp. 6–8, Figs. 2–7 and text
arXiv:2209.05191v2 — Deep Reinforcement Learning for Online Latency Aware Workload Offloading in Mobile Edge Computing
https://arxiv.org/abs/2209.05191v2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priority와 execution time: 보고된 관계
발표 대본
Source는 higher weight가 task가 lower delay에 실행되어야 한다는 뜻이라고 설명합니다. Figure 5는 DECENT에서 weight class별 average network and computing delay를 보이고 higher-weight tasks가 lower execution time을 가진다고 서술합니다. 그러나 paper는 hard deadline constraint, admission control, priority fairness theorem을 주지 않습니다. 이 slide는 Figure 5의 measured behavior를 objective의 eta와 연결할 뿐, deadline guarantee를 주장하지 않습니다.
공개 출처
arxiv-v2 | pp. 4, 6–7, Eq. (4); Fig. 5 text
arXiv:2209.05191v2 — Deep Reinforcement Learning for Online Latency Aware Workload Offloading in Mobile Edge Computing
https://arxiv.org/abs/2209.05191v2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이 논문을 적용 주장으로 바꾸기 전에 남는 경계
발표 대본
마지막으로 scope를 확인합니다. Source의 explicit MDP state는 eta_i, l_i, C, D, B입니다. E2E delay는 network delay model 항이며 source는 network controller가 이를 monitor할 수 있다고 설명하지만 separate state component로 열거하지 않습니다. Action은 one MEC destination과 discrete resource level이지만 exact softmax action encoding은 명시하지 않습니다. Algorithm 1은 replay storage와 sampling을 적습니다. Evidence는 one BS와 four servers의 simulation이고 source는 global optimality, convergence theorem, field deployment overhead를 제공하지 않습니다.
공개 출처
arxiv-v2 | pp. 4–8, Secs. 3–6
arXiv:2209.05191v2 — Deep Reinforcement Learning for Online Latency Aware Workload Offloading in Mobile Edge Computing
https://arxiv.org/abs/2209.05191v2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DECENT의 한 task decision을 다시 연결하면
발표 대본
정리하면 DECENT는 destination MEC server와 compute resource를 함께 정합니다. State에는 새 task priority와 size, remaining resource, computing workload, communication queue wait가 들어갑니다. Reward는 negative weighted response time이고, actor–critic update는 Algorithm 1의 replay training loop 안에서 사용됩니다. 결과를 읽을 때는 nearest and largest-resource baselines, one-BS/four-server setting, 그리고 measured simulation이라는 범위를 유지해야 합니다.
공개 출처
arxiv-v2 | pp. 4–8, Eqs. (4)–(13); Algorithm 1; conclusion
arXiv:2209.05191v2 — Deep Reinforcement Learning for Online Latency Aware Workload Offloading in Mobile Edge Computing
https://arxiv.org/abs/2209.05191v2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DECENT: 온라인 MEC Offloading의 지연·자원 결정</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Deep Reinforcement Learning for Online Latency Aware Workload Offloading in Mobile Edge Computing</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Zeinab Akhavan, Mona Esmaeili, Babak Badnava, Mohammad Yousefi, Xiang Sun, Michael Devetsikiotis, Payman Zarkesh-Ha (2022)</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대기열과 task priority를 관측해 MEC 목적지와 compute resource를 함께 고르는 A2C-style 접근</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 1, title and abstract</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가장 가까운 MEC server가 항상 최선은 아닌 이유</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network delay가 작아도 compute resource와 두 대기열의 상태가 나쁘면 response time은 커질 수 있다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task 도착</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BS에 이미 offload할 task가 도착</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가까운 server</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전송과 E2E delay는 작을 수 있음</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server 상태</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resource 부족과 queue 적체 가능</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응답 지연</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network와 compute delay를 함께 합산</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공동 결정</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목적지와 resource 양을 같이 선택</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논문의 핵심은 거리 하나가 아니라 queue·resource·priority를 함께 보는 것이다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pp. 1–3, abstract; Fig. 1</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이 논문이 결정하는 것과 결정하지 않는 것</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task는 이미 offloading 대상으로 정해져 있으며, BS가 server와 compute resource를 선택한다</a:t>
            </a:r>
            <a:endParaRPr lang="en-US" sz="1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5218176"/>
                <a:gridCol w="326136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범위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논문이 다루는 결정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범위 밖</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offloading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어느 MEC server로 보낼지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 execution 여부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resource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선택한 server의 discrete resource level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연속 resource control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지연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network와 computing queue wait 포함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결과 반환 지연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목표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weighted response time 최소화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energy를 목적식에 추가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‘offload할까’가 아니라 ‘이미 offload할 task를 어디에, 얼마의 resource로 보낼까’의 문제다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pp. 2–4, Sec. 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MEC 시스템에서 BS가 보는 두 종류의 대기열</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BS의 destination별 communication queue와 MEC server의 computing queue가 서로 다른 지연을 만든다</a:t>
            </a:r>
            <a:endParaRPr lang="en-US" sz="1900" dirty="0"/>
          </a:p>
        </p:txBody>
      </p:sp>
      <p:sp>
        <p:nvSpPr>
          <p:cNvPr id="4" name="mechanism-lane-decision"/>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arrival decision</a:t>
            </a:r>
            <a:endParaRPr lang="en-US" sz="1250" dirty="0"/>
          </a:p>
        </p:txBody>
      </p:sp>
      <p:sp>
        <p:nvSpPr>
          <p:cNvPr id="5" name="mechanism-edge-a-c-segment-1"/>
          <p:cNvSpPr/>
          <p:nvPr/>
        </p:nvSpPr>
        <p:spPr>
          <a:xfrm>
            <a:off x="329946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c-n-segment-1"/>
          <p:cNvSpPr/>
          <p:nvPr/>
        </p:nvSpPr>
        <p:spPr>
          <a:xfrm>
            <a:off x="534162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n-q-segment-1"/>
          <p:cNvSpPr/>
          <p:nvPr/>
        </p:nvSpPr>
        <p:spPr>
          <a:xfrm>
            <a:off x="738378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edge-q-f-segment-1"/>
          <p:cNvSpPr/>
          <p:nvPr/>
        </p:nvSpPr>
        <p:spPr>
          <a:xfrm>
            <a:off x="942594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9" name="mechanism-node-arrival"/>
          <p:cNvSpPr/>
          <p:nvPr/>
        </p:nvSpPr>
        <p:spPr>
          <a:xfrm>
            <a:off x="173990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IoT task</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BS에 task i 도착</a:t>
            </a:r>
            <a:endParaRPr lang="en-US" sz="1150" dirty="0"/>
          </a:p>
        </p:txBody>
      </p:sp>
      <p:sp>
        <p:nvSpPr>
          <p:cNvPr id="10" name="mechanism-node-commq"/>
          <p:cNvSpPr/>
          <p:nvPr/>
        </p:nvSpPr>
        <p:spPr>
          <a:xfrm>
            <a:off x="378206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comm queue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destination별 전송 대기</a:t>
            </a:r>
            <a:endParaRPr lang="en-US" sz="1150" dirty="0"/>
          </a:p>
        </p:txBody>
      </p:sp>
      <p:sp>
        <p:nvSpPr>
          <p:cNvPr id="11" name="mechanism-node-network"/>
          <p:cNvSpPr/>
          <p:nvPr/>
        </p:nvSpPr>
        <p:spPr>
          <a:xfrm>
            <a:off x="582422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network</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전송과 E2E delay</a:t>
            </a:r>
            <a:endParaRPr lang="en-US" sz="1150" dirty="0"/>
          </a:p>
        </p:txBody>
      </p:sp>
      <p:sp>
        <p:nvSpPr>
          <p:cNvPr id="12" name="mechanism-node-compq"/>
          <p:cNvSpPr/>
          <p:nvPr/>
        </p:nvSpPr>
        <p:spPr>
          <a:xfrm>
            <a:off x="786638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compute queue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resource release 대기</a:t>
            </a:r>
            <a:endParaRPr lang="en-US" sz="1150" dirty="0"/>
          </a:p>
        </p:txBody>
      </p:sp>
      <p:sp>
        <p:nvSpPr>
          <p:cNvPr id="13" name="mechanism-node-finish"/>
          <p:cNvSpPr/>
          <p:nvPr/>
        </p:nvSpPr>
        <p:spPr>
          <a:xfrm>
            <a:off x="990854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MEC execution</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할당 resource로 실행</a:t>
            </a:r>
            <a:endParaRPr lang="en-US" sz="1150" dirty="0"/>
          </a:p>
        </p:txBody>
      </p:sp>
      <p:sp>
        <p:nvSpPr>
          <p:cNvPr id="14" name="Shape 1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5" name="Text 1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communication queue와 computing queue를 함께 모델링하는 것이 DECENT의 문제 정의다</a:t>
            </a:r>
            <a:endParaRPr lang="en-US" sz="1750" dirty="0"/>
          </a:p>
        </p:txBody>
      </p:sp>
      <p:sp>
        <p:nvSpPr>
          <p:cNvPr id="16" name="Shape 1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7" name="Text 1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pp. 2–3, Fig. 1; Sec. 3</a:t>
            </a:r>
            <a:endParaRPr lang="en-US" sz="1050" dirty="0"/>
          </a:p>
        </p:txBody>
      </p:sp>
      <p:sp>
        <p:nvSpPr>
          <p:cNvPr id="18" name="Text 1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response time은 network path와 computing path를 합친다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목적지 선택과 resource 선택은 각기 다른 항을 바꾸지만 최종 지연에서는 결합된다</a:t>
            </a:r>
            <a:endParaRPr lang="en-US" sz="1900" dirty="0"/>
          </a:p>
        </p:txBody>
      </p:sp>
      <p:sp>
        <p:nvSpPr>
          <p:cNvPr id="4" name="Shape 2"/>
          <p:cNvSpPr/>
          <p:nvPr/>
        </p:nvSpPr>
        <p:spPr>
          <a:xfrm>
            <a:off x="6096000" y="2705100"/>
            <a:ext cx="0" cy="1905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895600"/>
            <a:ext cx="5588000" cy="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8890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8" name="Shape 6"/>
          <p:cNvSpPr/>
          <p:nvPr/>
        </p:nvSpPr>
        <p:spPr>
          <a:xfrm>
            <a:off x="3302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3302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8890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6731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2" name="Shape 10"/>
          <p:cNvSpPr/>
          <p:nvPr/>
        </p:nvSpPr>
        <p:spPr>
          <a:xfrm>
            <a:off x="546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73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4" name="Shape 12"/>
          <p:cNvSpPr/>
          <p:nvPr/>
        </p:nvSpPr>
        <p:spPr>
          <a:xfrm>
            <a:off x="6096000" y="5181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5" name="Text 13"/>
          <p:cNvSpPr txBox="1"/>
          <p:nvPr/>
        </p:nvSpPr>
        <p:spPr>
          <a:xfrm>
            <a:off x="4191000" y="2108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task i → MEC k</a:t>
            </a:r>
            <a:endParaRPr lang="en-US" sz="1750" dirty="0"/>
          </a:p>
        </p:txBody>
      </p:sp>
      <p:sp>
        <p:nvSpPr>
          <p:cNvPr id="16" name="Text 14"/>
          <p:cNvSpPr txBox="1"/>
          <p:nvPr/>
        </p:nvSpPr>
        <p:spPr>
          <a:xfrm>
            <a:off x="4191000" y="2387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선택한 server와 resource</a:t>
            </a:r>
            <a:endParaRPr lang="en-US" sz="1500" dirty="0"/>
          </a:p>
        </p:txBody>
      </p:sp>
      <p:sp>
        <p:nvSpPr>
          <p:cNvPr id="17" name="Text 15"/>
          <p:cNvSpPr txBox="1"/>
          <p:nvPr/>
        </p:nvSpPr>
        <p:spPr>
          <a:xfrm>
            <a:off x="1270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network delay</a:t>
            </a:r>
            <a:endParaRPr lang="en-US" sz="1750" dirty="0"/>
          </a:p>
        </p:txBody>
      </p:sp>
      <p:sp>
        <p:nvSpPr>
          <p:cNvPr id="18" name="Text 16"/>
          <p:cNvSpPr txBox="1"/>
          <p:nvPr/>
        </p:nvSpPr>
        <p:spPr>
          <a:xfrm>
            <a:off x="1270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전송 + E2E + 통신 대기</a:t>
            </a:r>
            <a:endParaRPr lang="en-US" sz="1500" dirty="0"/>
          </a:p>
        </p:txBody>
      </p:sp>
      <p:sp>
        <p:nvSpPr>
          <p:cNvPr id="19" name="Text 17"/>
          <p:cNvSpPr txBox="1"/>
          <p:nvPr/>
        </p:nvSpPr>
        <p:spPr>
          <a:xfrm>
            <a:off x="6858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computing delay</a:t>
            </a:r>
            <a:endParaRPr lang="en-US" sz="1750" dirty="0"/>
          </a:p>
        </p:txBody>
      </p:sp>
      <p:sp>
        <p:nvSpPr>
          <p:cNvPr id="20" name="Text 18"/>
          <p:cNvSpPr txBox="1"/>
          <p:nvPr/>
        </p:nvSpPr>
        <p:spPr>
          <a:xfrm>
            <a:off x="6858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실행 + compute 대기</a:t>
            </a:r>
            <a:endParaRPr lang="en-US" sz="1500" dirty="0"/>
          </a:p>
        </p:txBody>
      </p:sp>
      <p:sp>
        <p:nvSpPr>
          <p:cNvPr id="21" name="Text 19"/>
          <p:cNvSpPr txBox="1"/>
          <p:nvPr/>
        </p:nvSpPr>
        <p:spPr>
          <a:xfrm>
            <a:off x="4191000" y="4572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response time</a:t>
            </a:r>
            <a:endParaRPr lang="en-US" sz="1750" dirty="0"/>
          </a:p>
        </p:txBody>
      </p:sp>
      <p:sp>
        <p:nvSpPr>
          <p:cNvPr id="22" name="Text 20"/>
          <p:cNvSpPr txBox="1"/>
          <p:nvPr/>
        </p:nvSpPr>
        <p:spPr>
          <a:xfrm>
            <a:off x="4191000" y="4851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Tᵢₖ = Tᵢₖⁿᵉᵗ + Tᵢₖᶜᵒᵐᵖ</a:t>
            </a:r>
            <a:endParaRPr lang="en-US" sz="1500" dirty="0"/>
          </a:p>
        </p:txBody>
      </p:sp>
      <p:sp>
        <p:nvSpPr>
          <p:cNvPr id="23" name="Text 21"/>
          <p:cNvSpPr txBox="1"/>
          <p:nvPr/>
        </p:nvSpPr>
        <p:spPr>
          <a:xfrm>
            <a:off x="4191000" y="5613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latency score</a:t>
            </a:r>
            <a:endParaRPr lang="en-US" sz="1750" dirty="0"/>
          </a:p>
        </p:txBody>
      </p:sp>
      <p:sp>
        <p:nvSpPr>
          <p:cNvPr id="24" name="Text 22"/>
          <p:cNvSpPr txBox="1"/>
          <p:nvPr/>
        </p:nvSpPr>
        <p:spPr>
          <a:xfrm>
            <a:off x="4191000" y="5892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weighted response를 계산</a:t>
            </a:r>
            <a:endParaRPr lang="en-US" sz="150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 4, Eqs. (1)–(3)</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P0: priority를 반영한 response time 최소화</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각 task는 정확히 한 MEC server를 고르고, resource는 허용된 discrete block 중 하나여야 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5000752"/>
                <a:gridCol w="369620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요소</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정의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의미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목적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Σᵢ ηᵢ Σₖ xᵢₖ(Tᵢₖᶜᵒᵐᵖ + Tᵢₖⁿᵉᵗ) 최소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weighted response time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server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Σₖ xᵢₖ =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task마다 목적지 하나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indicator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xᵢₖ ∈ {0,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server 선택 여부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resource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rᵢₖ ∈ {0, R₁, …, Rᵐᵃˣ}</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허용된 discrete resource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priority η가 클수록 같은 response time이 objective에 더 크게 반영된다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 4, Eqs. (4)–(7)</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도착 순간의 MDP state는 무엇인가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state는 새 task 정보 하나와 모든 MEC server의 resource·queue 상태를 함께 담는다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4892040"/>
                <a:gridCol w="380492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state item</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 정의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결정에 주는 정보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ηᵢ, lᵢ</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새 task의 priority와 data size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어떤 지연을 더 중시할지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C={cₖ}</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server의 remaining compute resource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실행 가능한 resource 여유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D={dₖ}</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computing queue의 workload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compute 대기량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B={bₖ}</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communication queue의 wait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전송 전 대기량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DECENT는 server의 거리만 아니라 현재 남은 resource와 양쪽 queue state를 입력으로 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 5, Sec. 4 state definition</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action·reward: server와 resource의 짝</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actor는 task i마다 aᵢ={rᵢₖ, xᵢₖ}를 고르고, 환경은 다음 state와 reward를 만든다</a:t>
            </a:r>
            <a:endParaRPr lang="en-US" sz="1900" dirty="0"/>
          </a:p>
        </p:txBody>
      </p:sp>
      <p:sp>
        <p:nvSpPr>
          <p:cNvPr id="4" name="mechanism-lane-mdp"/>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MDP transition</a:t>
            </a:r>
            <a:endParaRPr lang="en-US" sz="1250" dirty="0"/>
          </a:p>
        </p:txBody>
      </p:sp>
      <p:sp>
        <p:nvSpPr>
          <p:cNvPr id="5" name="mechanism-edge-s-a-segment-1"/>
          <p:cNvSpPr/>
          <p:nvPr/>
        </p:nvSpPr>
        <p:spPr>
          <a:xfrm>
            <a:off x="329946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a-x-segment-1"/>
          <p:cNvSpPr/>
          <p:nvPr/>
        </p:nvSpPr>
        <p:spPr>
          <a:xfrm>
            <a:off x="534162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x-t-segment-1"/>
          <p:cNvSpPr/>
          <p:nvPr/>
        </p:nvSpPr>
        <p:spPr>
          <a:xfrm>
            <a:off x="738378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edge-t-r-segment-1"/>
          <p:cNvSpPr/>
          <p:nvPr/>
        </p:nvSpPr>
        <p:spPr>
          <a:xfrm>
            <a:off x="942594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9" name="mechanism-node-state"/>
          <p:cNvSpPr/>
          <p:nvPr/>
        </p:nvSpPr>
        <p:spPr>
          <a:xfrm>
            <a:off x="173990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state sᵢ</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ηᵢ, lᵢ, C, D, B</a:t>
            </a:r>
            <a:endParaRPr lang="en-US" sz="1150" dirty="0"/>
          </a:p>
        </p:txBody>
      </p:sp>
      <p:sp>
        <p:nvSpPr>
          <p:cNvPr id="10" name="mechanism-node-actor"/>
          <p:cNvSpPr/>
          <p:nvPr/>
        </p:nvSpPr>
        <p:spPr>
          <a:xfrm>
            <a:off x="378206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actor policy</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πθ(aᵢ|sᵢ)</a:t>
            </a:r>
            <a:endParaRPr lang="en-US" sz="1150" dirty="0"/>
          </a:p>
        </p:txBody>
      </p:sp>
      <p:sp>
        <p:nvSpPr>
          <p:cNvPr id="11" name="mechanism-node-action"/>
          <p:cNvSpPr/>
          <p:nvPr/>
        </p:nvSpPr>
        <p:spPr>
          <a:xfrm>
            <a:off x="582422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action aᵢ</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server xᵢₖ와 rᵢₖ</a:t>
            </a:r>
            <a:endParaRPr lang="en-US" sz="1150" dirty="0"/>
          </a:p>
        </p:txBody>
      </p:sp>
      <p:sp>
        <p:nvSpPr>
          <p:cNvPr id="12" name="mechanism-node-transition"/>
          <p:cNvSpPr/>
          <p:nvPr/>
        </p:nvSpPr>
        <p:spPr>
          <a:xfrm>
            <a:off x="786638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transition F</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queue·resource state 갱신</a:t>
            </a:r>
            <a:endParaRPr lang="en-US" sz="1150" dirty="0"/>
          </a:p>
        </p:txBody>
      </p:sp>
      <p:sp>
        <p:nvSpPr>
          <p:cNvPr id="13" name="mechanism-node-reward"/>
          <p:cNvSpPr/>
          <p:nvPr/>
        </p:nvSpPr>
        <p:spPr>
          <a:xfrm>
            <a:off x="990854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reward rᵢ</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−ηᵢ × response time</a:t>
            </a:r>
            <a:endParaRPr lang="en-US" sz="1150" dirty="0"/>
          </a:p>
        </p:txBody>
      </p:sp>
      <p:sp>
        <p:nvSpPr>
          <p:cNvPr id="14" name="Shape 1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5" name="Text 1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negative reward를 크게 만든다는 것은 weighted response time을 작게 만든다는 뜻이다</a:t>
            </a:r>
            <a:endParaRPr lang="en-US" sz="1750" dirty="0"/>
          </a:p>
        </p:txBody>
      </p:sp>
      <p:sp>
        <p:nvSpPr>
          <p:cNvPr id="16" name="Shape 1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7" name="Text 1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 5, Sec. 4 action, transition, reward</a:t>
            </a:r>
            <a:endParaRPr lang="en-US" sz="1050" dirty="0"/>
          </a:p>
        </p:txBody>
      </p:sp>
      <p:sp>
        <p:nvSpPr>
          <p:cNvPr id="18" name="Text 1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A2C에서 actor와 critic이 나누는 일</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replay에서 꺼낸 transition의 TD advantage가 원문 Eq. 11 actor update에 들어간다</a:t>
            </a:r>
            <a:endParaRPr lang="en-US" sz="1900" dirty="0"/>
          </a:p>
        </p:txBody>
      </p:sp>
      <p:sp>
        <p:nvSpPr>
          <p:cNvPr id="4" name="mechanism-lane-learning"/>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update</a:t>
            </a:r>
            <a:endParaRPr lang="en-US" sz="1250" dirty="0"/>
          </a:p>
        </p:txBody>
      </p:sp>
      <p:sp>
        <p:nvSpPr>
          <p:cNvPr id="5" name="mechanism-edge-u1-segment-1"/>
          <p:cNvSpPr/>
          <p:nvPr/>
        </p:nvSpPr>
        <p:spPr>
          <a:xfrm>
            <a:off x="329946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u2-segment-1"/>
          <p:cNvSpPr/>
          <p:nvPr/>
        </p:nvSpPr>
        <p:spPr>
          <a:xfrm>
            <a:off x="534162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u3-segment-1"/>
          <p:cNvSpPr/>
          <p:nvPr/>
        </p:nvSpPr>
        <p:spPr>
          <a:xfrm>
            <a:off x="738378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edge-u4-segment-1"/>
          <p:cNvSpPr/>
          <p:nvPr/>
        </p:nvSpPr>
        <p:spPr>
          <a:xfrm>
            <a:off x="942594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9" name="mechanism-node-tr"/>
          <p:cNvSpPr/>
          <p:nvPr/>
        </p:nvSpPr>
        <p:spPr>
          <a:xfrm>
            <a:off x="173990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transition</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s, a, r, s_next</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sample</a:t>
            </a:r>
            <a:endParaRPr lang="en-US" sz="1150" dirty="0"/>
          </a:p>
        </p:txBody>
      </p:sp>
      <p:sp>
        <p:nvSpPr>
          <p:cNvPr id="10" name="mechanism-node-critic"/>
          <p:cNvSpPr/>
          <p:nvPr/>
        </p:nvSpPr>
        <p:spPr>
          <a:xfrm>
            <a:off x="378206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critic values</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V(s)와</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V(s_next)</a:t>
            </a:r>
            <a:endParaRPr lang="en-US" sz="1150" dirty="0"/>
          </a:p>
        </p:txBody>
      </p:sp>
      <p:sp>
        <p:nvSpPr>
          <p:cNvPr id="11" name="mechanism-node-adv"/>
          <p:cNvSpPr/>
          <p:nvPr/>
        </p:nvSpPr>
        <p:spPr>
          <a:xfrm>
            <a:off x="582422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TD advantage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r+gamma Vnext</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−Vnow</a:t>
            </a:r>
            <a:endParaRPr lang="en-US" sz="1150" dirty="0"/>
          </a:p>
        </p:txBody>
      </p:sp>
      <p:sp>
        <p:nvSpPr>
          <p:cNvPr id="12" name="mechanism-node-grad"/>
          <p:cNvSpPr/>
          <p:nvPr/>
        </p:nvSpPr>
        <p:spPr>
          <a:xfrm>
            <a:off x="786638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actor gradient</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Eq. 11의</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printed update</a:t>
            </a:r>
            <a:endParaRPr lang="en-US" sz="1150" dirty="0"/>
          </a:p>
        </p:txBody>
      </p:sp>
      <p:sp>
        <p:nvSpPr>
          <p:cNvPr id="13" name="mechanism-node-policy"/>
          <p:cNvSpPr/>
          <p:nvPr/>
        </p:nvSpPr>
        <p:spPr>
          <a:xfrm>
            <a:off x="990854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updated policy</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다음 task의</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policy</a:t>
            </a:r>
            <a:endParaRPr lang="en-US" sz="1150" dirty="0"/>
          </a:p>
        </p:txBody>
      </p:sp>
      <p:sp>
        <p:nvSpPr>
          <p:cNvPr id="14" name="Shape 1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5" name="Text 1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advantage는 critic value와 reward를 actor update에 연결하는 학습 신호다</a:t>
            </a:r>
            <a:endParaRPr lang="en-US" sz="1750" dirty="0"/>
          </a:p>
        </p:txBody>
      </p:sp>
      <p:sp>
        <p:nvSpPr>
          <p:cNvPr id="16" name="Shape 1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7" name="Text 1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pp. 5–6, Eqs. (8)–(13); Algorithm 1</a:t>
            </a:r>
            <a:endParaRPr lang="en-US" sz="1050" dirty="0"/>
          </a:p>
        </p:txBody>
      </p:sp>
      <p:sp>
        <p:nvSpPr>
          <p:cNvPr id="18" name="Text 1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원문의 actor·critic update와 구현 경계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논문은 update 식을 제시하지만 actor objective의 부호와 action encoding의 구현 세부를 정하지 않는다</a:t>
            </a:r>
            <a:endParaRPr lang="en-US" sz="1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3913632"/>
                <a:gridCol w="434848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 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명시된 내용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강의에서 지킬 경계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actor update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θ ← θ − βₐ∇θJ(θ)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J 최대화 설명과 sign convention 구분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critic update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TD residual 제곱을 J(ν)로 최소화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Eq. (12)–(13) 범위만 설명</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action output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softmax action distribution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pair encoding·mask·ε 연계 미명시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network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actor·critic hidden layer 각 128 ReLU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추가 layer·target network 주장 안 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원문의 수식은 제시하되, 미명시 code-level 선택을 논문 주장으로 만들지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pp. 5–6, Eqs. (8)–(13); Algorithm 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Algorithm 1: training에서 transition을 모아 update한다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논문은 task-arrival transition collection 뒤 replay sampling과 actor·critic update를 수행한다고 적는다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초기화</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γ, βₐ, βc, ε 설정</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task arrival</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state 관측 후 ε-greedy action</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reward</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rᵢ 계산, next state 획득</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replay buffer</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(s,a,r,s′) transition 저장</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update</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sample 후 actor와 critic 갱신</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10% random·90% greedy action은 원문이 명시한 exploration setting이다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 6, Algorithm 1 and following text</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강의용 trace: reward와 advantage를 직접 계산해 보기</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아래 candidate delay와 critic value는 수식 연습을 위해 만든 값이며 논문 결과가 아니다</a:t>
            </a:r>
            <a:endParaRPr lang="en-US" sz="1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4076700"/>
                <a:gridCol w="407670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MEC 1 action A</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MEC 2 action B</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server 1, resource 100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server 2, resource 60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가정 response time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0.12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0.20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reward, η=20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−20×0.12 = −2.4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−20×0.20 = −4.0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advantage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−2.4+0.9(−1)−(−4)=+0.7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−4.0+0.9(−1)−(−4)=−0.9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invented critic baseline에서는 A가 B보다 더 좋은 one-step advantage를 보인다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 5, reward and Eq. (10)</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두 baseline은 서로 다른 한 가지 신호만 본다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DECENT의 비교는 nearest server와 largest remaining-resource server라는 두 휴리스틱에 한정된다</a:t>
            </a:r>
            <a:endParaRPr lang="en-US" sz="1900" dirty="0"/>
          </a:p>
        </p:txBody>
      </p:sp>
      <p:sp>
        <p:nvSpPr>
          <p:cNvPr id="4" name="Shape 2"/>
          <p:cNvSpPr/>
          <p:nvPr/>
        </p:nvSpPr>
        <p:spPr>
          <a:xfrm>
            <a:off x="6096000" y="2705100"/>
            <a:ext cx="0" cy="1905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895600"/>
            <a:ext cx="5588000" cy="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8890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8" name="Shape 6"/>
          <p:cNvSpPr/>
          <p:nvPr/>
        </p:nvSpPr>
        <p:spPr>
          <a:xfrm>
            <a:off x="3302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3302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8890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6731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2" name="Shape 10"/>
          <p:cNvSpPr/>
          <p:nvPr/>
        </p:nvSpPr>
        <p:spPr>
          <a:xfrm>
            <a:off x="546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73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4" name="Shape 12"/>
          <p:cNvSpPr/>
          <p:nvPr/>
        </p:nvSpPr>
        <p:spPr>
          <a:xfrm>
            <a:off x="6096000" y="5181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5" name="Text 13"/>
          <p:cNvSpPr txBox="1"/>
          <p:nvPr/>
        </p:nvSpPr>
        <p:spPr>
          <a:xfrm>
            <a:off x="4191000" y="2108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arriving task</a:t>
            </a:r>
            <a:endParaRPr lang="en-US" sz="1750" dirty="0"/>
          </a:p>
        </p:txBody>
      </p:sp>
      <p:sp>
        <p:nvSpPr>
          <p:cNvPr id="16" name="Text 14"/>
          <p:cNvSpPr txBox="1"/>
          <p:nvPr/>
        </p:nvSpPr>
        <p:spPr>
          <a:xfrm>
            <a:off x="4191000" y="2387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같은 task i를 처리</a:t>
            </a:r>
            <a:endParaRPr lang="en-US" sz="1500" dirty="0"/>
          </a:p>
        </p:txBody>
      </p:sp>
      <p:sp>
        <p:nvSpPr>
          <p:cNvPr id="17" name="Text 15"/>
          <p:cNvSpPr txBox="1"/>
          <p:nvPr/>
        </p:nvSpPr>
        <p:spPr>
          <a:xfrm>
            <a:off x="1270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nearest server</a:t>
            </a:r>
            <a:endParaRPr lang="en-US" sz="1750" dirty="0"/>
          </a:p>
        </p:txBody>
      </p:sp>
      <p:sp>
        <p:nvSpPr>
          <p:cNvPr id="18" name="Text 16"/>
          <p:cNvSpPr txBox="1"/>
          <p:nvPr/>
        </p:nvSpPr>
        <p:spPr>
          <a:xfrm>
            <a:off x="1270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가장 작은 E2E delay</a:t>
            </a:r>
            <a:endParaRPr lang="en-US" sz="1500" dirty="0"/>
          </a:p>
        </p:txBody>
      </p:sp>
      <p:sp>
        <p:nvSpPr>
          <p:cNvPr id="19" name="Text 17"/>
          <p:cNvSpPr txBox="1"/>
          <p:nvPr/>
        </p:nvSpPr>
        <p:spPr>
          <a:xfrm>
            <a:off x="6858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largest server</a:t>
            </a:r>
            <a:endParaRPr lang="en-US" sz="1750" dirty="0"/>
          </a:p>
        </p:txBody>
      </p:sp>
      <p:sp>
        <p:nvSpPr>
          <p:cNvPr id="20" name="Text 18"/>
          <p:cNvSpPr txBox="1"/>
          <p:nvPr/>
        </p:nvSpPr>
        <p:spPr>
          <a:xfrm>
            <a:off x="6858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가장 큰 remaining resource</a:t>
            </a:r>
            <a:endParaRPr lang="en-US" sz="1500" dirty="0"/>
          </a:p>
        </p:txBody>
      </p:sp>
      <p:sp>
        <p:nvSpPr>
          <p:cNvPr id="21" name="Text 19"/>
          <p:cNvSpPr txBox="1"/>
          <p:nvPr/>
        </p:nvSpPr>
        <p:spPr>
          <a:xfrm>
            <a:off x="4191000" y="4572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DECENT comparison</a:t>
            </a:r>
            <a:endParaRPr lang="en-US" sz="1750" dirty="0"/>
          </a:p>
        </p:txBody>
      </p:sp>
      <p:sp>
        <p:nvSpPr>
          <p:cNvPr id="22" name="Text 20"/>
          <p:cNvSpPr txBox="1"/>
          <p:nvPr/>
        </p:nvSpPr>
        <p:spPr>
          <a:xfrm>
            <a:off x="4191000" y="4851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simulation의 empirical 결과</a:t>
            </a:r>
            <a:endParaRPr lang="en-US" sz="1500" dirty="0"/>
          </a:p>
        </p:txBody>
      </p:sp>
      <p:sp>
        <p:nvSpPr>
          <p:cNvPr id="23" name="Text 21"/>
          <p:cNvSpPr txBox="1"/>
          <p:nvPr/>
        </p:nvSpPr>
        <p:spPr>
          <a:xfrm>
            <a:off x="4191000" y="5613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result reading</a:t>
            </a:r>
            <a:endParaRPr lang="en-US" sz="1750" dirty="0"/>
          </a:p>
        </p:txBody>
      </p:sp>
      <p:sp>
        <p:nvSpPr>
          <p:cNvPr id="24" name="Text 22"/>
          <p:cNvSpPr txBox="1"/>
          <p:nvPr/>
        </p:nvSpPr>
        <p:spPr>
          <a:xfrm>
            <a:off x="4191000" y="5892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baseline 대비 실험 비교</a:t>
            </a:r>
            <a:endParaRPr lang="en-US" sz="150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 6, baseline definitions</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simulation 조건 1: topology와 resource</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모든 결과는 one BS와 four MEC server, 명시된 E2E·capacity·discrete resource set에서 얻었다</a:t>
            </a:r>
            <a:endParaRPr lang="en-US" sz="1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815340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보고된 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topology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 BS; 4 MEC server; distance 0, 1, 2, 3 km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E2E delay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T=αd+ζ; initially α=.03 s/km, ζ=.03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server capacity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Rmax=200 Mcycles/s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link capacity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w=2×10⁹ bits/s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resource 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{10,20,40,60,80,100,120,140,160,200} Mcycles/s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논문의 성능 주장은 이 simulation model과 두 baseline의 비교 범위에서 읽어야 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 6, Table 1 and Sec. 5</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simulation 조건 2: workload와 training</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task size의 normal-distribution 두 번째 parameter는 원문 표기 그대로 두며 의미를 추정하지 않는다</a:t>
            </a:r>
            <a:endParaRPr lang="en-US" sz="1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815340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보고된 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arrival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Poisson λ=50 tasks/s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task size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lᵢ∼N(3×10⁷ bits, 3×10⁵)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computation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μ=.15 CPU cycles/bit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priority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ηᵢ∼U{10,20,50,100}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training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βₐ=.0001; βc=.0002; ε=.1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normal N의 두 번째 parameter는 source가 variance·SD로 명시하지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 6, Table 1 and Sec. 5</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무엇이 측정되었고, 어디까지 말할 수 있는가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그림들은 학습과 여러 sensitivity setting의 simulation 결과이며 보편적 guarantee가 아니다</a:t>
            </a:r>
            <a:endParaRPr lang="en-US" sz="1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4565904"/>
                <a:gridCol w="358749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보고된 관찰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말할 수 없는 확장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learning curve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약 500 episodes 부근에서 수렴 관찰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convergence theorem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 3 response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text: weighted &lt;1 s; axis: ms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다른 arrival pattern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arrival sweep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6,400 tasks에서 Fig. 4, 500 ms 미만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load·topology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priority behavior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higher weight가 낮은 execution time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hard deadline 보장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μ·α sweep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두 baseline보다 lowest average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policy보다 최적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DECENT의 우위는 보고된 simulation 조건에서의 측정 결과이지 일반 정리가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pp. 6–8, Figs. 2–7 and text</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priority와 execution time: 보고된 관계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큰 η는 같은 delay에 더 큰 penalty를 주며, Figure 5는 높은 weight task의 낮은 execution time을 보고한다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높은 η</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같은 T에서 r=−ηT가 더 음수</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actor action</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server와 resource pair 선택</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resource effect</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실행 time과 queue state에 영향</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Fig. 5</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higher weight의 lower execution time 보고</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weight는 논문의 priority signal이지, 만족이 보장되는 deadline constraint가 아니다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pp. 4, 6–7, Eq. (4); Fig. 5 text</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이 논문을 적용 주장으로 바꾸기 전에 남는 경계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모델의 state 입력과 별도 E2E delay 모델, simulation 구조를 구분해야 한다</a:t>
            </a:r>
            <a:endParaRPr lang="en-US" sz="1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4674616"/>
                <a:gridCol w="380492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경계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source가 다룬 범위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남는 질문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observation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state: ηᵢ,lᵢ,C,D,B; E2E는 별도 모델 항</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stale·partial telemetry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decision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one server와 discrete resource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 execution·resource encoding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learning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A2C-style update와 replay sampling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sign·encoding 미명시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evidence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one-BS/four-server simulations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production overhead·robustness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guarantee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sub-optimal DRL solution 목표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optimality·convergence theorem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DECENT를 이해한다는 것은 policy의 입력·결정·측정 범위를 함께 이해하는 것이다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pp. 4–8, Secs. 3–6</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DECENT의 한 task decision을 다시 연결하면</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목적지와 resource를 함께 고르는 이유는 priority와 양쪽 queue state가 response time을 함께 바꾸기 때문이다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관측</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η, size, C, D, B를 읽음</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선택</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server와 discrete resource pair</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평가</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음의 weighted response reward</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학습</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replay transition과 actor·critic update</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읽기</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simulation result와 guarantee 분리</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DECENT는 관측된 queue·resource state에 따라 server·resource pair를 고른다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arxiv-v2 pp. 4–8, Eqs. (4)–(13); Algorithm 1; conclusion</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19</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DECENT: 온라인 MEC Offloading의 지연·자원 결정</dc:title>
  <dc:subject>Deep Reinforcement Learning for Online Latency Aware Workload Offloading in Mobile Edge Computing</dc:subject>
  <dc:creator>Research Seminars</dc:creator>
  <cp:lastModifiedBy>Research Seminars</cp:lastModifiedBy>
  <cp:revision>1</cp:revision>
  <dcterms:created xsi:type="dcterms:W3CDTF">2026-09-12T06:11:59Z</dcterms:created>
  <dcterms:modified xsi:type="dcterms:W3CDTF">2026-09-12T06:11:59Z</dcterms:modified>
</cp:coreProperties>
</file>