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28.xml" ContentType="application/vnd.openxmlformats-officedocument.presentationml.slide+xml"/>
  <Override PartName="/ppt/slides/slide14.xml" ContentType="application/vnd.openxmlformats-officedocument.presentationml.slide+xml"/>
  <Override PartName="/ppt/slides/slide25.xml" ContentType="application/vnd.openxmlformats-officedocument.presentationml.slide+xml"/>
  <Override PartName="/ppt/slides/slide2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938F9466-DA62-4E78-A10B-8DB1E5D7EBC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문맥에 맞춰 댓글을 재생하는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일반 동영상 플랫폼의 댓글을 재생 시점과 연결해 영상 위에 표시하는 시스템입니다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문제 정의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댓글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시점 매핑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읽기 시간 제약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점수와 동적 계획법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 평가의 순서로 논문의 전체 흐름을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title page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F8D53A-1F3F-43CA-9EA1-67185E66061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댓글에는 내용뿐 아니라 보여 줄 시점도 필요하다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플랫폼 댓글은 영상 전체에 달리지만 특정 표시 시점이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아직 보지 않은 장면의 댓글이 먼저 보이거나 현재 장면과 무관한 댓글을 읽을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Danmaku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시점 정보가 있지만 많은 댓글이 한꺼번에 나타날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일반 댓글에서 표시 시점을 계산하고 읽기 시간을 고려해 일부만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§1, pp. 1-2;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5B412B4-B6AD-4790-B041-B5B2378573C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세 층위를 먼저 분리한다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논문이 정한 후보와 점수 안에서 최적입니다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점수 자체가 인간의 모든 선호를 표현한다는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 연구는 특정 인터페이스와 영상 조건에서 자기보고 경험을 비교하며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의미 정렬의 전역적 정확도나 시청 이해도의 보장을 증명하지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§§1, 3, 5-6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C86CE1F-0CAF-40B6-9001-C8509BE6F65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전체 처리 흐름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입력은 영상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댓글 집합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좋아요 수와 사용자 정보입니다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댓글을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audio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visual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내용에 맞는 하나 이상의 시점으로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timed comment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읽기 시간이 겹치지 않는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후보를 구성하고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관련성과 인기도를 합친 점수의 총합이 가장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동적 계획법으로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선택된 댓글을 재생 시점에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Fig. 1; §3, p.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0DAB609-70C5-4DDD-87FC-2A1B24A0B58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입력 단계에서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comment identity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정리한다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댓글의 텍스트가 완전히 같으면 좋아요 수가 가장 많은 하나만 남깁니다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하나의 원래 댓글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여러 시점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대응하는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timed comment C_i,t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바꿀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후보 수는 댓글 수와 같지 않으며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원래 댓글을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반복 선택하지 않는 규칙이 따로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§3.1, pp. 3-4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3A2BDE0-F059-4D85-9317-751A81E88B2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댓글은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audio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visual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관점에 동시에 맞춘다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Audio view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해당 시점이 속한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subtitle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자막이 없으면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speech-to-text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생성할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Visual view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PySceneDetect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shot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Tarsier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설명한 문장입니다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댓글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subtitle, shot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설명을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Sentence-BERT all-mpnet-base-v2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cosine similarity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§3.1, p.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A5A878E-7233-4693-9FAA-3719A06F86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similarity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합쳐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정규화한다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audio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visual cosine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제곱 평균한 뒤 제곱근을 취하고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사이에 맞춘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크면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timed comment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댓글 작성자가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30:53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시간을 직접 적었다면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embedding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대신 그 시점에 직접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§3.1, Eq. (1), p.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1F65287-D5A9-4D09-9CE1-89EF0A92800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결합값과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similarity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결합만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0.6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넣으면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이전 값은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0.707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정확한 기준 집합과 계산식을 본문에서 정의하지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0.707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이전 값이며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Corr=0.3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직접 비교할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§3.1, Eq. (1), p.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CA1E3C5-B056-4139-82DF-76893B9F4BF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읽을 수 있는 시간부터 확보한다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alpha_user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글자당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0.068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tau_max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계산된 소수 시간은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 해상도에 맞춰 올림합니다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현재 댓글이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시작하고 읽기 시간이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다음 댓글은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t+r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이후에 시작해야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제약 때문에 가장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후보가 다른 선택과 겹쳐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빠질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§3.2, p.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825EC76-56C2-4E57-B6BA-094F08F5414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관련성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인기도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읽기 시간을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묶는다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좋아요 수는 긴 꼬리 분포이므로 양수에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Box-Cox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사이로 정규화하고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0 likes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 2, Likes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곱하지 않으면 같은 시간에 짧은 댓글을 더 많이 넣어 총점이 커질 수 있으므로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이를 완화하려고 읽기 시간을 가중합니다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§3.3, p.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702C5BE-8B74-4F7A-BA07-03AD71CB899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동적 계획법은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feasible 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총점을 비교한다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feasible candidate sequence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가운데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timed-comment score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합이 가장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동적 계획법으로 얻는다고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 개수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고정 입력이 아니라 영상 길이와 읽기 제약에서 결정됩니다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논문에는 구체적인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pseudocode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없으므로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자료도 구현 세부를 새로 만들어 넣지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§§3.2-3.4, p.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C3CFFF3-1CEE-47FC-92A9-FAB1128B225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최고 개별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조합이 중요하다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논문에 없는 구성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[4,5)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겹쳐 함께 선택할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A+C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11.1, B+C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단일 후보보다도 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예시에서는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A+C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선택됩니다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훨씬 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timed comment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데이터 의존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§§3.2-3.4, p.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4084FB5-4582-46C7-94DA-936B761C6C3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 결과는 재생 중 한 줄의 시간표가 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각 막대의 시작점은 댓글이 나타나는 시점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길이는 표시 시간을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인터페이스는 영상 하단에 댓글과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profile, like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기본 모드에서는 한 순간에 하나만 보이며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사용자가 동시 표시 확장을 켜면 이 규칙이 바뀝니다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Fig. 4, p.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09679E-BF63-4FD3-B754-39CAA0F4458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개인화는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전후의 서로 다른 지점을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동시 표시 모드에서는 다음 시작 시점이 현재 댓글 종료 뒤일 필요는 없지만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댓글이 시작할 때 활성 댓글 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N_user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Query curation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댓글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embedding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cosine similarity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경험적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 0.6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큰 댓글만 남긴 뒤 기본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pipeline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실행합니다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§3.5, p. 5; Fig.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18EA8E0-45E9-4AE7-9744-6DE7A65F33D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Figure 4: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comment pool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축약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14,880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댓글을 가진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 영상입니다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선택했고 평균 표시 시간은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4.65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 댓글의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raw likes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1,069.24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숫자는 한 영상의 산출물 기술이며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비교군을 둔 사용자 연구 결과가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§4, pp. 5-6; Fig.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1AD1F56-AD8A-4ECE-AB1B-8AFD3BF08BC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semantic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평가의 세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Semantic analysis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documentary, movie, news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영상에서 수행했습니다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ComVi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popularity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영향을 없애기 위해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Likes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Ground-truth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작성자가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timestamp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쓴 댓글을 강한 관련성 증거로 사용한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Random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같은 개수의 댓글을 뽑아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동일 시점에 놓습니다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§4.1, pp. 5-6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0C94271-BC18-4F5C-B875-A19A4A1DF7F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영상에서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높고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비슷했다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평균은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documentary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0.66, movie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0.66, news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0.74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Ground-truth 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0.76, 0.61, 0.72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0.14, 0.17, 0.24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Reading constraint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후보가 겹치면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다른 후보를 선택할 수 있어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낮아지는 경우가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§4.1, pp. 5-6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7A61DB9-0E9C-4E4D-9FAD-F613CD693EE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likes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선택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popularity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분포를 바꿨다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likes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세 장르에서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0.94, 0.76, 0.93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Likes-ablated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0.14, 0.31, 0.12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전체 댓글은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0.10, 0.15, 0.09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likes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의도대로 작동하는 분석이지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인기 댓글이 항상 더 유익하다는 증거는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§4.2, p. 6; Fig.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744F571-9E70-495A-83D6-F9F5C1AC063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reading speed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느리게 잡으면 선택 수가 줄어든다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alpha_user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0.048, 0.068, 0.088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 표시 시간은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3.45, 3.89, 4.63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초로 늘고 선택 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85, 75, 63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줄었습니다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관계는 같은 영상 길이 안에서 비중첩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reading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길어지기 때문에 발생합니다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§4.3, p. 6; Fig. 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019CE13-9198-4892-8CAD-4A9BE26BFAC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동시 표시와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구성을 다르게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N_user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늘자 선택 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증가했고 동시 표시 수는 설정값을 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영상 구간에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적용하면 선택 댓글 집합이 달라지는 예를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후자는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preference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만족도를 평가한 실험이 아니라 기능 동작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§4.4, p. 6; Figs. 8-9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C7425FA-ECE0-4560-9809-DE20BA0A4EB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sequence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시간과 준비 비용을 분리한다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computation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AMD EPYC 7352 24-core CPU, 62GB RAM, RTX A5000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장에서 측정했습니다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영상에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초가 걸렸지만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video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comments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수집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visual text representation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생성은 제외했습니다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PySceneDetect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Tarsier caption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생성은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분으로 별도 보고됩니다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§4.5, p. 8;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F61AC69-0729-4B5B-91DF-8E783EB839E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 연구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interface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명이 다섯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모두 경험했으며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interface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순서는 무작위였습니다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video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배정됐고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개의 겹치지 않는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interface-video pairing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참가자 사이에서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counterbalance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연구는 온라인으로 수행됐고 참가자는 보상을 받지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§§5.1-5.3, pp. 8-10; Table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1924AB5-0CAF-4C34-BAE2-7CC52A7B877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단일 댓글 표시 변형도 비교 조건에 포함한다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YouTube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영상 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scrollable comment list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Danmaku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일반 댓글을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가장 높은 시점에 붙이고 한 시점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개를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YouTube-1ver.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한 번에 하나만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scroll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Danmaku-1ver.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시점마다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가장 높은 하나를 순서대로 이동시킵니다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이들은 실제 플랫폼 로그가 아니라 논문이 구현한 비교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interface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§5.1, pp. 8-10; Fig. 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4DFE7A7-FCF7-4566-A52F-E955B8F75EA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통계 분석은 전체 차이 뒤에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 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확인한다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문항에 대해 먼저 다섯 조건의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Friedman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수행했고 모든 문항에서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나머지 네 조건을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two-tailed Wilcoxon signed-rank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비교하고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Holm-Bonferroni correction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 해석은 실제로 유의한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pair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에만 제한해야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§5.3, pp. 10-11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053EA7D-12D2-48A7-B42E-C51E6C4DF59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self-report 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조건별로 읽는다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Mental demand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Danmaku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Danmaku-1ver.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낮았지만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YouTube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계열과의 유의한 차이는 보고되지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Physical demand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YouTube, YouTube-1ver., Danmaku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낮았지만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Danmaku-1ver.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와의 유의 차이는 보고되지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Alignment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engagement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네 비교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condition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모두보다 유의하게 높았습니다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§5.3, pp. 10-11; Fig. 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0A1F0C5-098D-4926-A2BA-DCAA0C9F696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선호도에서는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명에 해당하는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71.9%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골랐다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 가운데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71.9%,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반올림되지 않은 인원수로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가장 선호했습니다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YouTube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Danmaku-1ver.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YouTube-1ver.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Danmaku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명이었습니다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비율은 전체 플랫폼 이용자 집단의 시장 선호도를 추정한 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§5.3, p. 11; Fig. 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DC099BF-1789-4953-B65C-4853C5D947A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놓치는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viewing context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특정 순간이 아니라 영상 전체에 대한 댓글은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빠질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Sentence-BERT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lexical overlap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경향은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narration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되풀이하는 댓글을 우선할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정보가 밀집된 장면에서는 댓글이 추가 인지부하를 만들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하단 표시가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subtitle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가릴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content comprehension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측정하지 않았습니다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§6, pp. 10-12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2CDAE32-2C84-47DF-8E45-5FE843F7ABD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최종 주장은 근거의 종류에 맞춰 제한한다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동적 계획법은 정의된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대해서만 최적입니다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Proxy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분석은 세 영상의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embedding correlation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likes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전처리를 제외한 특정 장비 결과입니다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사용자 연구는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자기보고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demand, alignment, engagement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측정했습니다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네 근거를 하나의 보편 보장으로 합치면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§§3-6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D5889DF-BF8C-41E8-ABAF-421942D4C08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문장씩 다시 연결한다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audio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visual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텍스트 표현으로 댓글을 시점에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읽기 시간이 겹치지 않는 후보만 구성합니다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관련성과 인기도를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reading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함께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동적 계획법으로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영상의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분석과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명 사용자 연구는 이 설계의 조건부 효과를 지지하지만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의미 이해나 장기 사용의 보편적 보장은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 | Fig. 1; §§3-7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ComVi: Context-Aware Optimized Comment Display in Video Playback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https://doi.org/10.1145/3772318.3791018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FB94D76-951C-409E-908C-FC0F2E0D100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문맥에 맞춰 댓글을 재생하는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ComVi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ComVi: Context-Aware Optimized Comment Display in Video Playback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Minsun Kim, Dawon Lee, Junyong Noh (2026)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일반 댓글을 영상 시점에 연결하고 읽을 수 있는 순서로 선택하는 인터페이스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title page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댓글에는 내용뿐 아니라 보여 줄 시점도 필요하다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일반 댓글과 시간 동기 댓글은 서로 다른 결손을 가진다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152520"/>
                <a:gridCol w="5109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시점 정보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시청 중 문제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 댓글 목록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대부분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장면과 무관하거나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spoiler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Danmaku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작성 시점에 저장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동시 댓글이 화면을 가리고 읽기 어려움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ComVi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내용에서 시점을 추정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관련 댓글을 읽을 시간과 함께 배치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문제는 좋은 댓글 찾기만이 아니라 댓글과 재생 시점의 정렬이다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§1, pp. 1-2;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세 층위를 먼저 분리한다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시스템 설계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계산 결과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사용자 경험은 같은 종류의 증거가 아니다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34844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층위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제시한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보장하지 않는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댓글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mapping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장면의 의미를 정확히 이해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prototype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재생 중 하단 댓글 표시와 설정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플랫폼의 실시간 배포 성능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proxy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분석과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N=32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사용자 연구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장기 사용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이해도 향상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동적 계획법의 최적성과 시청 경험의 우수성은 서로 다른 주장이다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§§1, 3, 5-6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ComVi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전체 처리 흐름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많은 일반 댓글을 한 개의 시간 순서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comment sequence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바꾼다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video·comments·likes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시점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mapping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audio·visual correlation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후보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reading rule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점수와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총점 최대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재생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정해진 시점에 표시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댓글마다 가능한 시점을 만들고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 뒤 전체 순서를 선택한다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Fig. 1; §3, p.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 단계에서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comment identity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문장을 여러 번 세어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채우지 않도록 중복을 먼저 제거한다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video,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comment, like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user metadata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동일한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comment text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반복되면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like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가장 많은 하나만 유지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video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길이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 단위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timestamp 1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까지로 다룸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comment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여러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timestamp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timed comment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될 수 있음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timed comment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다르다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문장이 여러 후보 시점을 가질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§3.1, pp. 3-4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댓글은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audio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visual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관점에 동시에 맞춘다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독립적인 텍스트 표현을 만든 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cosine similarity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결합한다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"/>
          <p:cNvSpPr/>
          <p:nvPr/>
        </p:nvSpPr>
        <p:spPr>
          <a:xfrm>
            <a:off x="330192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Shape 3"/>
          <p:cNvSpPr/>
          <p:nvPr/>
        </p:nvSpPr>
        <p:spPr>
          <a:xfrm>
            <a:off x="888984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Shape 4"/>
          <p:cNvSpPr/>
          <p:nvPr/>
        </p:nvSpPr>
        <p:spPr>
          <a:xfrm>
            <a:off x="3301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5" name="Shape 5"/>
          <p:cNvSpPr/>
          <p:nvPr/>
        </p:nvSpPr>
        <p:spPr>
          <a:xfrm>
            <a:off x="6730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Shape 6"/>
          <p:cNvSpPr/>
          <p:nvPr/>
        </p:nvSpPr>
        <p:spPr>
          <a:xfrm>
            <a:off x="546084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Shape 7"/>
          <p:cNvSpPr/>
          <p:nvPr/>
        </p:nvSpPr>
        <p:spPr>
          <a:xfrm>
            <a:off x="673092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Shape 8"/>
          <p:cNvSpPr/>
          <p:nvPr/>
        </p:nvSpPr>
        <p:spPr>
          <a:xfrm>
            <a:off x="6095880" y="473688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Text 9"/>
          <p:cNvSpPr/>
          <p:nvPr/>
        </p:nvSpPr>
        <p:spPr>
          <a:xfrm>
            <a:off x="127008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Audio view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0"/>
          <p:cNvSpPr/>
          <p:nvPr/>
        </p:nvSpPr>
        <p:spPr>
          <a:xfrm>
            <a:off x="127008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해당 시점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subtitle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1"/>
          <p:cNvSpPr/>
          <p:nvPr/>
        </p:nvSpPr>
        <p:spPr>
          <a:xfrm>
            <a:off x="685800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Visual view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2"/>
          <p:cNvSpPr/>
          <p:nvPr/>
        </p:nvSpPr>
        <p:spPr>
          <a:xfrm>
            <a:off x="685800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해당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shot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3"/>
          <p:cNvSpPr/>
          <p:nvPr/>
        </p:nvSpPr>
        <p:spPr>
          <a:xfrm>
            <a:off x="4191120" y="41403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Correlation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14"/>
          <p:cNvSpPr/>
          <p:nvPr/>
        </p:nvSpPr>
        <p:spPr>
          <a:xfrm>
            <a:off x="4191120" y="44197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similarity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5"/>
          <p:cNvSpPr/>
          <p:nvPr/>
        </p:nvSpPr>
        <p:spPr>
          <a:xfrm>
            <a:off x="4191120" y="54738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Timed comment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6"/>
          <p:cNvSpPr/>
          <p:nvPr/>
        </p:nvSpPr>
        <p:spPr>
          <a:xfrm>
            <a:off x="4191120" y="5753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관련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timestamp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§3.1, p.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similarity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합쳐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정규화한다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audio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visual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한쪽만 높은 경우도 반영하되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최종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정규화 뒤 적용한다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34844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관점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Corr_A, Corr_V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subtitle·shot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설명의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sqrt((Corr_A^2+Corr_V^2)/2)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값을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RMS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방식으로 결합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정규화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범위로 정규화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Corr &gt; 0.3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경험적으로 정한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mapping threshold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학습으로 증명된 보편 경계가 아니라 논문이 경험적으로 정한 값이다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§3.1, Eq. (1), p.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결합값과 최종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숫자는 수식 이해를 위한 구성 예시이며 논문의 실험값이 아니다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3804840"/>
                <a:gridCol w="4674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audio cosine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subtitle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similarity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visual cosine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설명과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similarity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결합값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sqrt((0.36+0.64)/2) ≈ 0.707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RMS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최종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Norm(0.707)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원문이 세부 정규화식을 명시하지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0.707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바로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 0.3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비교하면 정규화 단계를 건너뛴다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§3.1, Eq. (1), p.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읽을 수 있는 시간부터 확보한다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기본 모드에서는 한 댓글이 끝나기 전에 다음 댓글을 시작하지 않는다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56588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규칙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효과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읽기 시간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min(alpha_user ×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글자 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긴 댓글의 표시 상한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해상도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fraction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올림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 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비중첩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다음 시작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&gt;=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시작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화면은 한 댓글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중복 금지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선택한 원댓글은 재선택하지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시점 반복 표시 방지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관련성이 높아도 기존 댓글의 읽기 구간과 겹치면 기본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제외된다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§3.2, p.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관련성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인기도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읽기 시간을 하나의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묶는다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짧은 댓글만 많이 고르는 편향을 줄이기 위해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reading 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 곱한다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696120"/>
                <a:gridCol w="5000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시점의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semantic relevance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Likes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Box-Cox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정규화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timed comment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가중합에 곱함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짧은 댓글의 개수상 이점 완화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(2×Corr+Likes)×Reading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timed comment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하나의 가치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논문의 설계 목적 함수이며 인간 만족의 완전한 측정값은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§3.3, p.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동적 계획법은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feasible sequence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총점을 비교한다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개별 최고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아니라 서로 함께 배치할 수 있는 조합의 합을 최대화한다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timed comments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시점별 후보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pool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feasibility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읽기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중복 규칙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 score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항목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dynamic programming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최대 총점 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 star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표시 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함께 결정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미리 정하지 않고 영상 길이와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reading rule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선택 개수를 결정한다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§§3.2-3.4, p.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최고 개별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조합이 중요하다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정규화된 값과 기본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사용한 교육용 예시다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521720"/>
                <a:gridCol w="2065320"/>
                <a:gridCol w="413100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표시 구간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Corr·Likes·Reading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[2,5)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0.8, 0.1, 3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(1.6+0.1)×3 = 5.1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[4,6)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0.9, 0.4, 2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(1.8+0.4)×2 = 4.4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[6,9)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0.6, 0.8, 3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(1.2+0.8)×3 = 6.0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A+C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비중첩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; B+C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11.1 &gt; 10.4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겹치므로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A+C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이 작은 예시의 최적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§§3.2-3.4, p.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결과는 재생 중 한 줄의 시간표가 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selected comment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시작 시점과 표시 길이를 함께 가진다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timestamp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도달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selected comment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bottom overlay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영상 하단에 표시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3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metadata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profile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like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함께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reading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종료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구간으로 이동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출력은 댓글 순위 목록이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video timeline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배치된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Fig. 4, p.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개인화는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mapping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전후의 서로 다른 지점을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slider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모든 동작을 바꾸는 것이 아니라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parameter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다른 경계를 조정한다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3152520"/>
                <a:gridCol w="5217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바뀌는 단계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동작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alpha_user·tau_max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feasibility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읽기 시간과 상한 조절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w_likes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인기도 영향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까지 축소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N_user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overlap rule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동시 댓글 수를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N_user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이하로 유지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mapping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filter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similarity &gt; 0.6 comment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통과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결과를 재정렬하는 것이 아니라 후보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comment pool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먼저 줄인다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§3.5, p. 5; Fig.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Figure 4: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큰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comment pool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축약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다음 값은 한 개 영상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생성된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기술 통계다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2826360"/>
                <a:gridCol w="326124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입력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comment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46 comments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표시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4.65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comment pool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14,880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 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SD 1.75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likes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부터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21,000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1,069.24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SD 2,249.68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예시는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구조를 보여 주며 사용자 경험의 인과 효과를 측정한 실험은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§4, pp. 5-6; Fig.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semantic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평가의 세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수의 댓글을 비교하지만 각 조건이 만드는 근거는 다르다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6746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댓글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시점 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ComVi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Likes=0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두고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system score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Ground-truth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명시적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timestamp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댓글의 그 시점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만든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proxy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개수를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ComVi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시점에 무작위 배치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무작위 기준선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Ground-truth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이름이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exhaustive human annotation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뜻하지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§4.1, pp. 5-6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영상에서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높고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비슷했다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평균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Corr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의미 정확도 비율이 아니다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2391480"/>
                <a:gridCol w="304380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Genre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ComVi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Ground-truth proxy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Documentary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Movie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News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ComVi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embedding proxy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Random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높았지만 의미 정확도를 직접 측정하지 않았다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§4.1, pp. 5-6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likes term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선택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popularity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분포를 바꿨다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normalized likes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전체 댓글과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Likes-ablated sequence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비교했다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2391480"/>
                <a:gridCol w="304380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Genre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ComVi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Likes-ablated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Documentary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Movie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0.76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News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likes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넣으면 이 세 영상에서 더 인기 있는 댓글이 선택되었다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§4.2, p. 6; Fig.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reading speed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느리게 잡으면 선택 수가 줄어든다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고정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video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안에서 더 긴 표시 구간은 들어갈 수 있는 댓글 수를 줄인다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043800"/>
                <a:gridCol w="239148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alpha_user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표시 시간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3.45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짧은 구간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0.068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3.89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기본값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0.088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4.63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긴 구간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개인화는 읽기 편의와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comment density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사이의 구조적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trade-off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§4.3, p. 6; Fig. 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동시 표시와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구성을 다르게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하나는 시간 용량을 늘리고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다른 하나는 후보의 주제를 바꾼다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2935080"/>
                <a:gridCol w="304380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N_user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96 comments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slot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1:00-1:25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집합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관심 주제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filter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많은 댓글과 더 관심 있는 댓글은 서로 다른 제어 목표다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§4.4, p. 6; Figs. 8-9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 시간과 준비 비용을 분리한다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17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71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초라는 값에는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video caption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생성이 포함되지 않는다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282760"/>
                <a:gridCol w="3369960"/>
                <a:gridCol w="217404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 시간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2-10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 comments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17-71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video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shot segmentation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PySceneDetect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초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text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준비 단계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shot caption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Tarsier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시간에서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EPYC 7352, 62GB, RTX A5000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machine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장비 미측정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보고된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sequence runtime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만으로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end-to-end interactive latency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주장할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§4.5, p. 8;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사용자 연구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다섯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interface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순서와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video pairing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통제했지만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video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interface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반복하지는 않았다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67460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참가자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N=32;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남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15·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26.34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SD 3.48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interface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모두 경험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randomized order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영상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조건마다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video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 pairing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counterbalance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movie·entertainment·news·documentary·music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material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응답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문항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, 7-point Likert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self-reported experience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연구는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interface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경험 비교이며 실제 장기 플랫폼 사용을 관찰한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field study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§§5.1-5.3, pp. 8-10; Table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단일 댓글 표시 변형도 비교 조건에 포함한다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기존 방식에도 한 번에 하나의 댓글만 표시하는 변형을 추가한다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1310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Interface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표시 방식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시점 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ComVi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comment overlay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ComVi sequence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YouTube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scroll list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playback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독립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YouTube-1ver.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씩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scroll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playback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독립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Danmaku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이동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최고 시점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Danmaku-1ver.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시점별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1ver.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ComVi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single-comment format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표시하는 비교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interface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§5.1, pp. 8-10; Fig. 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통계 분석은 전체 차이 뒤에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ComVi pair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확인한다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무제한 비교하지 않고 사후 검정의 다중비교를 보정했다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문항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7-point rating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Friedman test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 전체 차이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pairwise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ComVi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Wilcoxon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two-tailed signed-rank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Holm correction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multiple comparison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차이만이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participant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내 순위와 보정된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pairwise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유의성을 함께 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§5.3, pp. 10-11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ComVi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self-report mean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조건별로 읽는다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demand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낮을수록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alignment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engagement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높을수록 긍정적이다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2174040"/>
                <a:gridCol w="413100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Measure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ComVi mean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유의하게 비교된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Mental demand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2.22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Danmaku, Danmaku-1ver.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ComVi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Physical demand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YouTube, YouTube-1ver., Danmaku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ComVi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Context alignment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5.97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네 조건 모두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ComVi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Overall engagement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5.22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네 조건 모두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ComVi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높음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유의하지 않은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pair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 같은 방향으로 일반화해서는 안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§5.3, pp. 10-11; Fig. 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선호도에서는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23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명에 해당하는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71.9%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ComVi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골랐다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선택은 가장 만족스러운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comment-integrated viewing interface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가지를 묻는다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348440"/>
                <a:gridCol w="326124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Interface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Preference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N=32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ComVi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71.9%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YouTube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18.8%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Danmaku-1ver.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6.2%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YouTube-1ver.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3.1%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Danmaku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명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71.9%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 표본과 다섯 구현 조건에서의 단일 선택 결과다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§5.3, p. 11; Fig. 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ComVi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놓치는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comment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viewing context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system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한계를 후속 기능과 측정 과제로 분리한다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423972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영향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논문이 제안한 방향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영상 전체 반응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특정 시점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낮아 제외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panel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lexical overlap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인용형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우선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novelty·diversity term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복잡한 장면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video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동적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reading speed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하단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overlay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subtitle·visual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가릴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dynamic placement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범위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gaze·comprehension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미측정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eye tracking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이해도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관련 시점에 보인다는 것과 시청자가 충분히 이해한다는 것은 별도 평가 문제다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§6, pp. 10-12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최종 주장은 근거의 종류에 맞춰 제한한다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ComVi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장점은 분명하지만 각 결과가 답하는 질문은 다르다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3484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말할 수 있는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말할 수 없는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DP objective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정의된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합의 최적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주관적 만족의 전역 최적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proxy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영상의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Corr·likes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장르의 의미 정확도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hardware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조건부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실시간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end-to-end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user study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N=32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self-report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장기 행동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이해도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효과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좋은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HCI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 읽기는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system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만든 기능과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study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지지한 경험을 따로 추적하는 일이다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§§3-6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ComVi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문장씩 다시 연결한다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댓글을 줄이는 것이 아니라 시간에 맞고 읽을 수 있는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재구성한다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Context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audio·visual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시점 정렬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6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7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Feasibility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reading interval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확보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1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2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Preference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Corr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likes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6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7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총점 최대화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1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2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Evidence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proxy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study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6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7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ComVi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핵심은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multimodal mapping, temporal scheduling, interface evaluation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결합이다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9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paper Fig. 1; §§3-7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2026-09-12T07:20:52Z</dcterms:created>
  <dc:creator>Research Seminars</dc:creator>
  <dc:description/>
  <dc:language>ko-KR</dc:language>
  <cp:lastModifiedBy>Research Seminars</cp:lastModifiedBy>
  <dcterms:modified xsi:type="dcterms:W3CDTF">2026-09-12T07:20:52Z</dcterms:modified>
  <cp:revision>1</cp:revision>
  <dc:subject>ComVi: Context-Aware Optimized Comment Display in Video Playback</dc:subject>
  <dc:title>문맥에 맞춰 댓글을 재생하는 ComVi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29</vt:r8>
  </property>
  <property fmtid="{D5CDD505-2E9C-101B-9397-08002B2CF9AE}" pid="3" name="PresentationFormat">
    <vt:lpwstr>On-screen Show (16:9)</vt:lpwstr>
  </property>
  <property fmtid="{D5CDD505-2E9C-101B-9397-08002B2CF9AE}" pid="4" name="Slides">
    <vt:r8>29</vt:r8>
  </property>
</Properties>
</file>