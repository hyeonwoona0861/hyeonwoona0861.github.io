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35FB78EB-412E-4917-B802-6119A2065BD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LSTM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AP–UE Clustering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 Gennaro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논문을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연결을 어떻게 고르는지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AP–UE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 수를 줄이면서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sum spectral efficiency,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줄여서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유지하거나 높이려는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내는 것은 송신 전력 자체가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연결할 확률입니다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순서는 문제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학습과 시험의 차이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조건부 실험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5087D9-99B1-4705-803A-B2797D34AA2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서비스하지 않을까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CF-mMIMO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conventional cellular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제거하고 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협력하도록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서비스하는 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많아질수록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잘 확장되지 않는다고 논문은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일부만 고른 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마지막 상자가 논문이 학습으로 결정하려는 바로 그 대상입니다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1, Abstract and Secs. I–II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930222-1CA3-4BBF-8FC9-7D8CF20635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시스템에서 실제로 무엇을 결정하는가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같은 영역의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single-antenna 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안테나를 갖고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massive-MIMO regime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beta_kell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shadow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실제로 서비스할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rho_kell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할당하는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연결 집합을 고르는 문제와 전력 제약은 분리해서 보되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함께 만족해야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1–2, Sec. II and Eqs. (1)–(9)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E8A3413-7802-45E6-9E54-6B1B90B613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master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연결이 끊기지 않게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beta_kell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synchronization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gain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얻는다고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학습 모델은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AP–UE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활성 확률을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시험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초과 확률의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활성화하지만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항상 연결되도록 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비어 있지 않게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선택은 시작 규칙이고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Eq. 9b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L_k nonempty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최적화 제약입니다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 보장이라는 결과는 맞지만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식의 역할을 같은 것으로 합치면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2 and 4, Eqs. (1), (9b), (11)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057AD5-80B7-443D-8B54-8D3436ADA3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함께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9a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|L_k|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값을 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이득을 위해 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켜는 선택이 불리해집니다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비어 있으면 안 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 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서비스하는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rho_iell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rho_max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이하이어야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pre-defined positive weighting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learned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trainable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설명하면 안 되는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2, Eqs. (8)–(9)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379E425-E94E-483D-80AA-80F8477060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cluster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coherence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pilot, uplink data, downlink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부분의 합으로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master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pilot-sharing 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작게 하려는 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할당합니다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MMSE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 precoding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tau_d/tau_c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log2 one plus SINR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바꾸면 원하는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항뿐 아니라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항도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저자들이 이 조합 문제를 어렵고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부르는 배경입니다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2, Eqs. (2)–(8); p. 3, Sec. 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D02B7D0-4F8C-47B6-B5BC-4E4AAA1A06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따른다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처리하므로 입력 순서가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위치가 고정되고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알려져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순서대로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hierarchy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묶음입니다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자신이 처리할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하나의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대응하므로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달라져도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길이만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proper scheduling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실패했다고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3, Fig. 1 and Sec. 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6FD26C6-9095-4F09-8FC7-2D7B4328192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확률이 나온다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xi_j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beta_kell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position x_k, y_k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이어 붙인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LSTM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cell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multi-layer FC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FC output layer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sigmoid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 각각에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출력이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개라는 사실은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완전히 무관하다는 뜻이 아니라는 점도 기억해야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3, Fig. 1 and Eq. (10)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147FD2-844C-461C-A77A-6B980170DB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Bernoulli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샘플링한다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 probabilities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Bernoulli distributions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표현대로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생성하고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corresponding 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9a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inputs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backpropagate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LSTM 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upward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subsequent cells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받는다고도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이 짧은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REINFORCE, Gumbel-Softmax, straight-through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discrete-gradient pseudocode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sampling-and-backpropagation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까지만 설명하고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방법명을 덧붙이지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3, Sec. III, training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4BCFF3-9251-4C52-B883-0392A55BC7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확률을 직접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50%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초과한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AP–UE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항상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nonempty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each AP 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서비스할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K_ell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결정됩니다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its served 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square-root beta_iell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비율에 따라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rho_max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square-root beta_kell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K_ell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square-root beta_iell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rho_max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transmit-power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언급하므로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after-cluster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joint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3–5, test rule; Eq. (11);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FE27BC1-D2B0-4D4A-BAFC-FD2401D031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3-AP 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원문 표나 그림에서 가져온 값이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확인하기 위해 만든 강의용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beta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최대이므로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probability 0.92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커서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L_1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 0.04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빌려 가정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 2.00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 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1.92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SINR expression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계산한 값이 아니며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2–4, Eqs. (1), (9), (11); Table 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E3FFD0-AC0E-47B5-B5AA-204323BF8C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어떤 조건에서 수행됐나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 25 AP,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4 antennas, 700 by 700 square meter area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 locations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imaginary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inter-AP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 percent random displacement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 10 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1,000 training locations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test locations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 hidden-state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256, 128, 25 neuron shared FC layers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tau_p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 pilot interference, tau_p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sharing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virtually eliminate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scenario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유지해야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숫자를 올바르게 읽을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Fig. 2 and Table 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6901DE-8E87-457A-A5BD-B6457DFBCC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Table II: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regime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set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tau_p 3, strong pilot 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32.60 connections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훨씬 적지만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23.94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24.42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tau_p 10, practically no shared-pilot 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38.18 links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250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훨씬 적고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높다가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link reduction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관계가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scenario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달라진다는 것이 정확한 읽기입니다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Table II and Sec. 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F3715E-D628-4AD1-A20D-83CE8F310D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Fig. 4–5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평균이 아닌 선택된 위치 예시다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 average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reference scenarios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SE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closely aligned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locations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골라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connections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보여주었습니다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tau_p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75 links, 23.84 bit per second per 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33 links, 23.42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tau_p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250 links, 24.63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33 links, 25.39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chosen layout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distribution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5, Figs. 3–5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946412-C5D7-42CB-A658-A8B2CA89A5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증거 범위를 분리해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달라져도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recurrent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재사용할 수 있다는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FC output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outputs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변화까지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demonstrated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했다고 말할 수는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Connection count reduction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both pilot regimes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tau_p 10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tau_p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efficiency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transmitted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broader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research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정해진 후 사용할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allocation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joint optimization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1, 3–5; Table II;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6BBB2D6-E3F3-4995-BA70-639850F030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결정 경로를 다시 연결하면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기준으로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beta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Fixed AP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AP group, then channel-gain UE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Shared recurrent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FC 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AP link probability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Test phase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50%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retention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only then Eq. 11 power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Finally, communication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연결을 구분하면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output, cluster decision, power rule, and numerical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뒤섞지 않게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2–5, Eqs. (1), (9)–(11) and Figs. 1–5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arXiv:2410.02775v1 — A Deep Learning Approach for User-Centric Clustering in Cell-Free Massive MIMO Systems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https://arxiv.org/abs/2410.02775v1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FC1451-7CB4-4C4F-994F-6C924939FC4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기반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 AP–UE Clustering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 Deep Learning Approach for User-Centric Clustering in Cell-Free Massive MIMO Systems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Giovanni Di Gennaro, Amedeo Buonanno, Gianmarco Romano, Stefano Buzzi, Francesco A.N. Palmieri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Cell-Free Massive MIMO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 clustering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확률 출력과 제약으로 이해하기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모든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서비스하지 않을까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Cell-free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경계를 없애지만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연결은 사용자 증가와 함께 부담이 커진다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영역의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공동 서비스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전면 연결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많은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후보와 연결될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부담 증가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늘면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계산량도 증가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부분집합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subset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남겨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 cluster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결정 대상은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서비스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1, Abstract and Secs. I–II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시스템에서 실제로 무엇을 결정하는가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같은 영역에서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downlink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통신을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5658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결정과 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L, 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안테나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L×N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massive-MIMO regime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single-antenna 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β_kℓ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ℓ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large-scale fading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feature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서비스하는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비어 있으면 안 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ρ_kℓ, ρ_max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ℓ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상한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전력 합은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ρ_max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클러스터는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전력은 그 선택 뒤에 제약을 만족하도록 배분된다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1–2, Sec. II and Eqs. (1)–(9)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연결이 끊기지 않게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large-scale fading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가진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비어 있을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lane-cluster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 k cluster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edge-beta-master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mechanism-edge-master-prob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mechanism-edge-prob-guard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mechanism-edge-g-out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mechanism-node-beta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β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large-scale fading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node-master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node-prob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확률 출력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link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활성 확률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node-guard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연결 보장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node-cluster-ou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비어 있지 않은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subset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(1)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(9b)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nonempty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제약은 같은 안전장치가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2 and 4, Eqs. (1), (9b), (11)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목적은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link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함께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(9)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sum 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키우면서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활성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 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565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높이거나 제한하나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 SE_k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downlink spectral efficiency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성능을 높이는 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 λ|L_k|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AP link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하나마다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L_k ≠ 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적어도 하나의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끊김 방지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 ρ_iℓ ≤ ρ_max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ℓ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서비스한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들의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송신 전력 상한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λ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학습되는 값이 아니라 사전에 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positive weighting factor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2, Eqs. (8)–(9)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 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pilot, channel estimation, MR precoding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거쳐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원하는 신호와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할당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MMSE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channel estimate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얻음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MR precoding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signal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송신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원하는 신호와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interference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tau_d/tau_c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곱하기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log2(1+SINR)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바꾸면 원하는 신호와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함께 바뀌어 독립 선택이 어렵다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2, Eqs. (2)–(8); p. 3, Sec. 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AP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순서를 따른다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channel-gain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의미 있게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mechanism-lane-order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순서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mechanism-edge-ap-masters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mechanism-edge-masters-gain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mechanism-edge-gain-cell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mechanism-edge-cell-state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mechanism-node-ap-order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 순서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mechanism-node-masters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master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묶음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UE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묶음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mechanism-node-gain-order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gain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gain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mechanism-node-cell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 cell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node-state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 cell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길이가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chain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재사용되지만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proper scheduling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3, Fig. 1 and Sec. 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feature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확률이 나온다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 cell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large-scale fading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위치를 받고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FC 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mechanism-lane-mapp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AP-link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확률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mechanism-edge-input-lstm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mechanism-edge-lstm-fc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mechanism-edge-fc-prob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mechanism-node-inpu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ξ_j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β_kℓ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x_k, y_k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mechanism-node-lstm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hidden·cell 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함께 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mechanism-node-fc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FC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같은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FC block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mechanism-node-prob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activation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probability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transmit-power vector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3, Fig. 1 and Eq. (10)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Bernoulli activation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샘플링한다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sampled 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connection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수를 계산하고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 gradient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backpropagate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한다고 설명한다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mechanism-lane-train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흐름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mechanism-edge-p-bernoulli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mechanism-edge-b-measure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mechanism-edge-measure-loss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mechanism-edge-loss-weight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mechanism-node-p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sigmoid link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mechanism-node-bernoulli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Bernoulli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확률별 무작위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mechanism-node-measure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connection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해당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mechanism-node-loss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9a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penalty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node-weigh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backpropagate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Bernoulli sample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estimator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pseudocode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제공하지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3, Sec. III, training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시험은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power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배분한다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시험 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50%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켜고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master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보장한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(11)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power cap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만족시킨다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lane-test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cluster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edge-p-thresh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mechanism-edge-t-master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mechanism-edge-m-cluster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mechanism-edge-c-power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mechanism-node-prob-tes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확률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FC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mechanism-node-threshold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50%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활성화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node-master-test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master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최소 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mechanism-node-cluster-test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served UE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mechanism-node-power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11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sqrt beta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비례 분배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(11)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allocation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power optimizer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3–5, test rule; Eq. (11);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3-AP threshold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SE=2.00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penalty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계산을 위한 가정이며 원문 실험값이나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 결과가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β=[9,4,1],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=[0.92,0.61,0.20]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β=9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초과인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1, AP 2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L_1={1,2}; master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남아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nonempty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penalty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SE=2.00, λ=0.04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2.00−0.04×2=1.92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연결을 하나 더 켜려면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이득이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link penalty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상쇄해야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2–4, Eqs. (1), (9), (11); Table 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어떤 조건에서 수행됐나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수치 결과는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25 AP, 10 UE,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regime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numerical 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한정된다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510912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 AP,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antennas, 700×700 m²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displacement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single-antenna UE; train 1,000, test 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hidden state 512; FC 256, 128, 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 output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L=25 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epochs; LR 0.00001; batch 64; λ=0.04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tau_p=3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interference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여기서의 결과를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·pilot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정보가 다른 환경의 보편 보증으로 바꾸면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Fig. 2 and Table 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II: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결과는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regime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행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test-set average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[6]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strategy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논문 방법을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282760"/>
                <a:gridCol w="2282760"/>
                <a:gridCol w="228276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[6] SE sum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ours SE sum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[6] links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ours links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24.42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23.94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25.42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38.18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수는 두 조건에서 크게 감소하지만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tau_p=10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나타난다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Table II and Sec. 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4–5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평균이 아닌 선택된 위치 예시다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저자들은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scenario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sum 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locations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골라 연결 구조를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391480"/>
                <a:gridCol w="27176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proposed after training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보이나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4, tau_p=3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 links, 23.84 bit/s/Hz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 links, 23.42 bit/s/Hz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크게 줄여도 이 위치의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차이는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5, tau_p=10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250 links, 24.63 bit/s/Hz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 links, 25.39 bit/s/Hz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함께 나타남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example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Table-II average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같은 숫자라고 읽지 않는 것이 중요하다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5, Figs. 3–5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claim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증거 범위를 분리해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가변 길이 처리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numerical result,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그리고 아직 다루지 않은 문제는 서로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3484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있는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말하면 안 되는 확장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변화 대응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길이를 바꿔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retraining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동작한다고 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변화도 보장된다는 뜻은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조건에서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connection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topology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tau_p=10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 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interference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커도 항상 우위라는 뜻은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(11) allocation rule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transmit-power learning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이미 푼 것은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결론도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efficiency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transmit-power optimization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남긴다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1, 3–5; Table II;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결정 경로를 다시 연결하면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측정값에서 출발해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ordered recurrent inference, threshold, feasibility,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그리고 조건부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평가로 이어진다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β_kℓ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 position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준비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channel-gain order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FC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 link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 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50%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L_k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11 power, 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λ penalty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확률이 바로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되는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feasible cluster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선택으로 변환된다는 점이 핵심이다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2–5, Eqs. (1), (9)–(11) and Figs. 1–5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2026-09-12T05:41:33Z</dcterms:created>
  <dc:creator>Research Seminars</dc:creator>
  <dc:description/>
  <dc:language>ko-KR</dc:language>
  <cp:lastModifiedBy>Research Seminars</cp:lastModifiedBy>
  <dcterms:modified xsi:type="dcterms:W3CDTF">2026-09-12T05:41:33Z</dcterms:modified>
  <cp:revision>1</cp:revision>
  <dc:subject>A Deep Learning Approach for User-Centric Clustering in Cell-Free Massive MIMO Systems</dc:subject>
  <dc:title>LSTM 기반 User-Centric AP–UE Clustering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