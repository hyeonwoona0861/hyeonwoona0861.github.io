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DC9D1594-BC76-49FF-B595-B6CE58BFC00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의미 추출과 작업 전송의 공동 최적화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arXiv:2407.11018v3(2026-02-12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18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원문을 기준으로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전송량만 줄이는 압축률이 아니라 단말 의미 추출 부담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 성능의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나타내는 논문 고유의 계수입니다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 of Experience(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 체감 품질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), 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Edge Computing(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모바일 엣지 컴퓨팅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), MAPPO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Multi-Agent Proximal Policy Optimization(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다중 에이전트 근접 정책 최적화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title page;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BF18C9-F157-4FB2-900E-103EF148FD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푸는 문제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atomic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가정하므로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임의 분할하지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semantic extraction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split computing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영감을 얻었지만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논문에서 결정하는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extraction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radio/compute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1-2; §III-A; Eq.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7062BA8-DC7F-4277-A139-96185672EAA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구분할 구성요소와 기호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UE=User Equipment, ES=Edge Server, OFDMA=Orthogonal Frequency-Division Multiple Access, VQA=Visual Question Answering, MAPPO=Multi-Agent Proximal Policy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ρ=0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단말 완료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ρ=1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 of Experience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뒤에서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실행을 기준으로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 논문은 여러 작업 유형을 다루지만 모든 작업에 동일한 코덱을 쓰지는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1, 5–6;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42ECA97-EF1E-4CA7-975B-7C69C006C2D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작업마다 세 실행 경로 중 하나를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task_1, task_2, task_3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image/text semantic 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예시로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resource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sub-channel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N,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그림의 세 갈래는 서로 다른 실행 모드입니다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semantic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경로는 해당 작업 유형의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만든 특징을 전송하고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모델이 작업을 완료합니다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직접 경로는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semantic-unaware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전송이며 무선 채널의 영향이 사라진다는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5; Fig. 1; §III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F5B7138-8668-4B4B-9B25-BC13B501C4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세 실행 방식을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§III-C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semantic extraction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항이 없고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μ_n^min≤μ_n&lt;1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extraction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download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크기는 보통 작다고 보아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upload rate/latency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고려합니다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의미 전송에서는 인코더 계산이 단말에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atomic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표현을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단말은 어떤 계산도 하지 않고 통째로 보낸다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5–6; §III-A,C; Eqs.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82D029-BBF3-4BFF-A82E-AD6DA64A58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작아질수록 무엇이 바뀌나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§III-A: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더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semantic compression,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extraction overhead, transmission delay, task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monotonic power-law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함수로 추상화하며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관계를 엄밀히 유도한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무선 채널에 의한 정확도 저하가 있을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μ=1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의미 추출에 의한 손실이 없다는 뜻이며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실행과 정확도가 같다는 보장이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5-6; Fig. 2; §III-A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710058A-61D1-4E0B-9F03-22558FE59E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OFDMA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채널을 받은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|g_{k,n}|²=|h_{k,n}|²/d_n^{-α}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CN(0,1) Rayleigh fading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p&gt;0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task-specific constant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수신 결과는 작다고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거리 감쇠 표기는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d^(−α)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분모에 있어 일반적 감쇠 해석과 주의가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발표에서는 그 거리 법칙을 재현하거나 수정하지 않고 관측 채널 이득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ρ=0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업로드 지연은 의미상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처리하며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0/0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6; Eqs. 1-2; Eq. 11d-e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1D1EE5-256B-4AE2-9F75-A1A3F299CAA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어떻게 세나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offloaded GPU consumption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c_s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나누어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t^S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UE energy κ^U t_n^U(f_n)^3+p_nt_n, Eq.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energy κ^S t^S(f_s)^3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‘fairly proportional to computation’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원문 가정입니다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t_U,t_tx,t_S,t_task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t_n^U,t_n,t^S,t_n^M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짧게 쓴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E_task,E_UE,E_ES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원문 기호를 줄였습니다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에너지를 더하며 별도 사용자별 배분 지표가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 배터리에서 소비된 에너지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독립적으로 배분된 사용자별 서버 에너지로 바꿔 설명하지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6-7; Eqs. 3-8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5834611-5542-4A06-96D2-89F9FAA03CF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작업을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q_n^M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ω_tG_t^M+ω_eG_e^M+ω_aG_a^M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execution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logistic offset x_0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baseline 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Eq.10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줄에는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1/Q_n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있지만 전개된 두 번째 줄에는 누락돼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첫 줄의 큐 평균 정의와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QoE=0.5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설명을 따릅니다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식의 불일치를 숨기거나 합계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평균인 것처럼 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7; Fig. 3; Eqs. 9-10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7982D4-8718-4EB6-A78D-5D1C066B184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기준보다 얼마나 좋아졌나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숫자는 논문 측정값이 아닌 재계산용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σ(z)=1/(1+exp(−z)); z_t=λ(t_local−t), z_e=β(E_local−E), z_a=η(ε−ε_local)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곱한 뒤 얻는 무차원 입력을 직접 가정했으며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성능을 가정하지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정확도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.475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뜻이 아니라 정확도 항의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logistic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작업 큐는 이 가중 점수를 작업 수로 나눠 평균합니다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벌점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 충족은 다음 단계에서 따로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7, Eq. 10; p. 12;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73F6224-C4C4-41CF-94CF-9CD4A03BD6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P0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요구하는 조건과 학습 결과를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11a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Σ_n QoE_n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최대화입니다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x_{k,n}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양 제약은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separate radio constraints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로도 적용됩니다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global 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주장하지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8; Eq. 11; §IV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7D8984-4D1E-4EB8-BB32-6D2599F31C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 → 공동 행동 → 결과 → 벌점 포함 보상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 (t_n^M−t_max)/t_max ]_+, [ (E_n^M−E_n^max)/E_n^max ]_+, [ (ε_min−ε_n^M)/ε_min ]_+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state/action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8 §IV-A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명시 목록을 요약했습니다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Markov Decision Process(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마르코프 결정 과정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최적화 목표와 할인된 보상 학습 목표를 완전히 동등한 전역 최적화 보장으로 설명하지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8; Eqs. 12-15; §IV-A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A0678D9-4EDD-4CF8-BC4B-42A9B394962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출력을 학습한다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재구성했습니다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경로는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FC256+ReLU+LayerNorm, FC256+ReLU+LayerNorm, multi-layer GRU, final FC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MLP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Multilayer Perceptron(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다층 퍼셉트론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), GRU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Gated Recurrent Unit(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게이트 순환 신경망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출력이 직렬로 연결되지 않으며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값이 곧 실행 행동도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μ/p/f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연속 결정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,ρ/x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이산 결정을 포함하지만 구체적인 모든 출력 분포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마스킹 방식은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나와 있지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도식은 이를 새로 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10–11; Table 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0127D4C-EC15-45E7-97FF-D3386775ECE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semantic-aware MAPPO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학습 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저장한다고 적고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on-policy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parallel 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small-batch multi-step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오래된 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무제한 재사용한다는 주장을 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GAE, Eqs. 23-28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clip/actor/critic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Generalized Advantage Estimation(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일반화 이득 추정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λ_GAE=.95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 logistic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기울기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λ=1000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다른 용도의 기호입니다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학습이 끝난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정책이 관측으로 행동을 출력하며 매 선택마다 전체 훈련을 다시 수행하는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9-10; Fig. 4; Algorithm 1; Eqs. 22-28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0315AD9-C760-4351-8797-6A0A8EE2EC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PPO 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확률 비율을 강제로 고정하지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Eq23–24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수치로 계산한 교육용 예시이며 실험값이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A&gt;0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r&gt;1+ε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방향의 추가 보상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A&lt;0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r&lt;1−ε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방향의 추가 보상을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surrogate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잘라냅니다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공유 파라미터와 다른 표본 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entropy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 때문에 실제 새 확률 비율이 범위 밖으로 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비율 제한 서술은 이 목적함수 효과를 단순화한 표현으로 읽고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trust-region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보장으로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TableIV ε=.2,γ=.99,λ_GAE=.95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9–11; Eqs. 23–28;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858E728-69FF-4BA9-BF3F-351D4C3110E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의미 추출이 줄인 전송 시간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숫자는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Eq2–5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구조를 보여 주기 위한 가상값이며 원문 실험 또는 정책 출력이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p=q=1, l_U/c_U=4, l_SE/c_U=.2, s/R=3, t_S=.5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고정한 단일 작업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μ=1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의미 추출 항이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.2/1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ρ=0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에너지가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지연만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μ=.1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늘어 총지연이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μ=.5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느립니다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에너지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공유 서버 변화와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계산하지 않았으므로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전체 문제의 최적해라고 결론 내리지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6–7; Eqs. 2–5;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912BCBC-BF74-4BA2-84E8-734D915E4C9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semantic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10 §V-A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구현 세부입니다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semantic transmission 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encoder/decoder FLOPs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l_n^SE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l_n^S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semantic model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AdamW, LR 3×10^-5, batch 50, weight decay 1×10^-4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RTX 4090/i9-13900K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환경에서 수행했습니다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BERT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Vision 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의미 모델의 특징 추출기입니다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Jetson Nano peak FLOPS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활용 가능성 서술은 해당 장치에서 이 자료가 실측한 벤치마크가 아니므로 실제 배포 보장으로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10; §V-A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40F88E-3FC5-4970-9840-EA98CCC9A46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QoE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읽기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transmit power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(10,90) mW, UE/ES energy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1×10^-26, 1.2×10^-26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MAPPO training batch size 2, epoch 5, learning rate 1×10^-4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11; Table IV; §V-A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DE2BC8F-C217-4603-A376-95D968D7509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무엇을 바꾸고 무엇을 고정했나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semantic-unaware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conventional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의존하고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adaptive semantic extraction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지원하지 않는다고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D3QN replay buffer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설정했습니다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11; §V-A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7230F1-DF28-4372-B581-94F5A86798C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QoE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곡선의 조건부 결론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Figs. 6-10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11-12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서술에 근거합니다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sub-channel bandwidth, Fig.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noise power, Fig.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number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execution QoE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11-12; Figs. 6-10; §V-B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AB5854-67D0-415F-800A-DA0A6C2F41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QoE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바꾸면 ‘최선’도 바뀐다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원문 수치를 그대로 옮겼습니다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§V-C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corresponding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retrain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delay/energy/accuracy preference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(1,0,0), (0,1,0), (0,0,1)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ε_min=50%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delay-preference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43.08%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이보다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§V-C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가중치와 재학습을 설명하나 이 차이를 해소할 별도 정확도 임계 변경을 명시하지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수치를 그대로 보존하며 제약 충족의 증거로 사용하지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13-14; Table V; §V-C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0C368B7-1AB1-447D-8D1B-56C2F73863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벌점이 있다는 것과 제약을 지킨다는 것은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수치의 불일치를 평가할 때 새로운 실험 실패 원인이나 저자의 의도를 추정하지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정확도 벌점은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max((ε_min−ε)/ε_min,0)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가상의 단일 작업 정확도를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.4308,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임계값을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놓으면 벌점은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.1384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유한합니다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계산은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평균을 실제 개별 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대입한 재현 결과가 아니며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벌점이 유한하다는 점만 보여줍니다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작업이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이상이었다면 같은 단위로 평균한 값도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이상이므로 표를 보편적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증명으로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 변경이나 평가 기준 차이는 추가 확인 사항입니다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p. 8, Eqs. 11–12; pp. 11,13, Tables IV–V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5B9104-199A-4D8D-85BF-D165B7C717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무엇이 아직 모델 밖에 남나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§V-D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trained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고정한 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λ,β,η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하나씩 바꿔 평가하며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λ=10^3, β=10, η=2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범위를 그대로 요약했습니다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0/1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포화로 설명한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표현과 달리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logistic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slope→0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모든 유한 입력은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있으며 범용 코덱과 경험 자료 기반 정량 관계 확립을 향후 과제로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5–7; pp. 14–15; Fig. 17; §VI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19D4824-9076-4FF0-A691-9E70E393FB6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줄로 다시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범위를 넘어 실제 배포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범용 코덱 품질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전역 최적해 또는 모든 제약 충족을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학습자료의 마지막에서는 세 실행 경로와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 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paper-v3 | pp. 5–15; Algorithm 1; §VI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Chen et al., QoE-Driven Multi-Task Offloading for Semantic-Aware Edge Computing Systems, arXiv:2407.11018v3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https://arxiv.org/abs/2407.11018v3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E68D564-AD7B-414F-A337-223D614B0D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의미 추출과 작업 전송의 공동 최적화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QoE-Driven Multi-Task Offloading for Semantic-Aware Edge Computing Systems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Xuyang Chen, Daquan Feng, Wei Jiang, Qu Luo, Gaojie Chen, Yao Sun (2026)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지연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정확도를 함께 고려하는 다중 작업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MAPPO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title page;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논문이 푸는 문제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서로 다른 작업의 지연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정확도를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척도로 맞춘 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의미 추출과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자원을 공동 최적화한다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텍스트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이미지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시각 질의응답은 계산량과 정확도 척도가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단말 실행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직접 전송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의미 추출 후 전송 중 실행 방식을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의미 추출 수준과 무선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자원을 함께 선택한다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정확도로 정의한 전체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합을 높인다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얼마나 전송할지와 어디서 계산할지를 함께 결정한다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1-2; §III-A; Eq.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구분할 구성요소와 기호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장치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방법을 구분하고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결정변수는 다음 그림에서 연결한다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34844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/ 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단말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서버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실행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OFDMA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직교 주파수 분할 다중 접속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상향 전송 자원 배분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VQA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이미지에 관한 질문에 답하기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텍스트와 영상을 함께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 / 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여부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 추출 계수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방식과 전송량 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다중 에이전트 정책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선택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작으면 더 압축하지만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단말 계산 부담이 늘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1, 5–6;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작업마다 세 실행 경로 중 하나를 고른다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단말에서 완료하거나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데이터를 보내거나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의미를 추출한 특징을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보낸다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mechanism-lane-local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완료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mechanism-lane-direct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직접 전송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mechanism-lane-semantic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의미 추출 전송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mechanism-edge-e2-segment-1"/>
          <p:cNvSpPr/>
          <p:nvPr/>
        </p:nvSpPr>
        <p:spPr>
          <a:xfrm>
            <a:off x="6362640" y="3568680"/>
            <a:ext cx="1206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mechanism-edge-e2-segment-2"/>
          <p:cNvSpPr/>
          <p:nvPr/>
        </p:nvSpPr>
        <p:spPr>
          <a:xfrm flipV="1">
            <a:off x="6483240" y="273024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edge-e2-segment-3"/>
          <p:cNvSpPr/>
          <p:nvPr/>
        </p:nvSpPr>
        <p:spPr>
          <a:xfrm>
            <a:off x="6483240" y="2730240"/>
            <a:ext cx="3618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mechanism-edge-e3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mechanism-edge-e4-segment-1"/>
          <p:cNvSpPr/>
          <p:nvPr/>
        </p:nvSpPr>
        <p:spPr>
          <a:xfrm>
            <a:off x="6362640" y="397476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mechanism-edge-e4-segment-2"/>
          <p:cNvSpPr/>
          <p:nvPr/>
        </p:nvSpPr>
        <p:spPr>
          <a:xfrm>
            <a:off x="660384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mechanism-edge-e4-segment-3"/>
          <p:cNvSpPr/>
          <p:nvPr/>
        </p:nvSpPr>
        <p:spPr>
          <a:xfrm>
            <a:off x="6603840" y="481320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mechanism-edge-e5-segment-1"/>
          <p:cNvSpPr/>
          <p:nvPr/>
        </p:nvSpPr>
        <p:spPr>
          <a:xfrm>
            <a:off x="8915400" y="37717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mechanism-edge-e5-segment-2"/>
          <p:cNvSpPr/>
          <p:nvPr/>
        </p:nvSpPr>
        <p:spPr>
          <a:xfrm flipV="1">
            <a:off x="9236880" y="35686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mechanism-edge-e5-segment-3"/>
          <p:cNvSpPr/>
          <p:nvPr/>
        </p:nvSpPr>
        <p:spPr>
          <a:xfrm>
            <a:off x="9236880" y="356868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mechanism-edge-e6-segment-1"/>
          <p:cNvSpPr/>
          <p:nvPr/>
        </p:nvSpPr>
        <p:spPr>
          <a:xfrm>
            <a:off x="8915400" y="4813200"/>
            <a:ext cx="16056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mechanism-edge-e6-segment-2"/>
          <p:cNvSpPr/>
          <p:nvPr/>
        </p:nvSpPr>
        <p:spPr>
          <a:xfrm flipV="1">
            <a:off x="907596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mechanism-edge-e6-segment-3"/>
          <p:cNvSpPr/>
          <p:nvPr/>
        </p:nvSpPr>
        <p:spPr>
          <a:xfrm>
            <a:off x="9075960" y="397476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mechanism-node-queue"/>
          <p:cNvSpPr/>
          <p:nvPr/>
        </p:nvSpPr>
        <p:spPr>
          <a:xfrm>
            <a:off x="173988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UE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mechanism-node-queue-queue-1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다양한 작업 유형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mechanism-node-queue-queue-2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작업 선택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node-choice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ρ, μ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자원에 맞춰 결정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node-local"/>
          <p:cNvSpPr/>
          <p:nvPr/>
        </p:nvSpPr>
        <p:spPr>
          <a:xfrm>
            <a:off x="6845400" y="24004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ρ=0; UE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완료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mechanism-node-raw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직접 전송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ρ=1; μ=1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mechanism-node-codec"/>
          <p:cNvSpPr/>
          <p:nvPr/>
        </p:nvSpPr>
        <p:spPr>
          <a:xfrm>
            <a:off x="6845400" y="4483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의미 추출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ρ=1; μ&lt;1; encoder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node-es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ES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 데이터로 작업 완료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7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Text 28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단말 완료 경로는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가지 않으며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직접 전송은 의미 추출을 생략한다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3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5; Fig. 1; §III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ρ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세 실행 방식을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작업의 완료 위치를 고르되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의미 전송에서는 일부 모델 계산을 단말이 수행한다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500200"/>
                <a:gridCol w="347868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단말에서 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작업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작업 실행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ρ=1, μ=1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 추출 없이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전송된 작업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ρ=1, μ&lt;1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특징 추출 후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특징으로 작업 완료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atomic 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임의의 작업 비율을 나누는 결정변수가 없다는 뜻이다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5–6; §III-A,C; Eqs. 2–3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작아질수록 무엇이 바뀌나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더 강한 의미 추출은 전송량을 줄이지만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부담과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server-side 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성능 손실 가능성을 함께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04380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의미 추출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상향 전송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성능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추출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추출에 의한 축소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추출 손실 없음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영향 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μ_min≤μ&lt;1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작으면 부담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작으면 전송량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과도한 압축 시 저하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배터리 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 범위의 최소 계수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설정만으로 충족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추출 계산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전송량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정확도의 상충관계를 함께 고려한다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5-6; Fig. 2; §III-A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OFDMA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채널을 받은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x_kn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채널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UE 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할당 여부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R_n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업로드 속도다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521784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 R_n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Σ_k B log2(1+x_kn|g_kn|²p_n/σ_z²)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Rayleigh fading, AWGN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upload time t_n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ρ_n s_n(μ_n)^p / R_n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ρ_n=0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upload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Σ_k x_kn≤ρ_n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최대 한 채널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Σ_n x_kn≤1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채널당 최대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채널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 배분은 함께 결정한다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6; Eqs. 1-2; Eq. 11d-e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어떻게 세나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ES compute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semantic mode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UE extraction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남는다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t_U: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또는 의미 추출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상향 전송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t_tx: ρ=1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 때 데이터 업로드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t_S: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계산량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/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 처리 능력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지연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t_task = t_U + ρ(t_tx + t_S)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8: E_task = E_UE + E_ES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 지연에서 단말 추출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업로드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 계산을 빠뜨리지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6-7; Eqs. 3-8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작업을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기준으로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time·energy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작을수록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accuracy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클수록 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logistic 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되며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합은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mechanism-lane-qo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per-task QoE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mechanism-edge-q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mechanism-edge-q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mechanism-edge-q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mechanism-node-metrics"/>
          <p:cNvSpPr/>
          <p:nvPr/>
        </p:nvSpPr>
        <p:spPr>
          <a:xfrm>
            <a:off x="1739880" y="33591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mechanism-node-metrics-queue-1"/>
          <p:cNvSpPr/>
          <p:nvPr/>
        </p:nvSpPr>
        <p:spPr>
          <a:xfrm>
            <a:off x="1739880" y="36133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t_n^M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mechanism-node-metrics-queue-2"/>
          <p:cNvSpPr/>
          <p:nvPr/>
        </p:nvSpPr>
        <p:spPr>
          <a:xfrm>
            <a:off x="1739880" y="38037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E_n^M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mechanism-node-metrics-queue-3"/>
          <p:cNvSpPr/>
          <p:nvPr/>
        </p:nvSpPr>
        <p:spPr>
          <a:xfrm>
            <a:off x="1739880" y="39942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ε_n^M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mechanism-node-baseline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baseline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단말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값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mechanism-node-score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logistic scores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감소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mechanism-node-qoeou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QoE_n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ω_t+ω_e+ω_a=1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지표를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 점수로 바꾼 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가중합과 큐 평균을 구한다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7; Fig. 3; Eqs. 9-10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local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기준보다 얼마나 좋아졌나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σ(z)=1/(1+exp(−z));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가상 입력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z=(1, 0.5, −0.1),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작업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가중치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1/3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532656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σ(z)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z_t=1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0.7311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z_e=0.5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0.6225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z_a=−0.1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0.4750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가중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(0.7311+0.6225+0.4750)/3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0.6095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같으면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z=0,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점수는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7, Eq. 10; p. 12;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P0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요구하는 조건과 학습 결과를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최적화 문제에는 제약이 있지만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조건이 모든 학습 행동에서 자동으로 만족된다는 보장은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6961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결정변수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ρ, 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여부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μ_min≤μ≤1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 추출 수준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p,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p≤p_max; f≤f_max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송신 전력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·GPU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주파수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t≤t_max; E≤E_max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배터리 한계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ε≥ε_min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작업별 최소 요구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연속 변수와 비선형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결합된 혼합 정수 최적화 문제다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8; Eq. 11; §IV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 → 공동 행동 → 결과 → 벌점 포함 보상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QoE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지연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정확도 위반 벌점을 빼고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단말의 보상을 합친다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계산량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ρ,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주파수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 실행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선택한 계산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전송으로 다음 상태와 성과 관측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단말 보상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QoE_n −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 벌점 − 에너지 벌점 − 정확도 벌점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목표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r_t = Σ_n r_n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기대 할인 누적값 최대화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유한한 벌점을 주는 것은 위반 행동을 항상 금지하는 것과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8; Eqs. 12-15; §IV-A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다른 출력을 학습한다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경로는 상태 입력을 받아 두 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256-unit MLP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거친다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화살표는 신경망 계산 순서다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mechanism-lane-actor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θ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mechanism-lane-critic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critic ϕ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mechanism-edge-actore1-segment-1"/>
          <p:cNvSpPr/>
          <p:nvPr/>
        </p:nvSpPr>
        <p:spPr>
          <a:xfrm>
            <a:off x="380988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mechanism-edge-actore2-segment-1"/>
          <p:cNvSpPr/>
          <p:nvPr/>
        </p:nvSpPr>
        <p:spPr>
          <a:xfrm>
            <a:off x="636264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mechanism-edge-actore3-segment-1"/>
          <p:cNvSpPr/>
          <p:nvPr/>
        </p:nvSpPr>
        <p:spPr>
          <a:xfrm>
            <a:off x="8915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mechanism-edge-critice1-segment-1"/>
          <p:cNvSpPr/>
          <p:nvPr/>
        </p:nvSpPr>
        <p:spPr>
          <a:xfrm>
            <a:off x="380988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mechanism-edge-critice2-segment-1"/>
          <p:cNvSpPr/>
          <p:nvPr/>
        </p:nvSpPr>
        <p:spPr>
          <a:xfrm>
            <a:off x="636264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mechanism-edge-critice3-segment-1"/>
          <p:cNvSpPr/>
          <p:nvPr/>
        </p:nvSpPr>
        <p:spPr>
          <a:xfrm>
            <a:off x="891540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mechanism-node-actor0"/>
          <p:cNvSpPr/>
          <p:nvPr/>
        </p:nvSpPr>
        <p:spPr>
          <a:xfrm>
            <a:off x="173988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MLP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256 units;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mechanism-node-actor1"/>
          <p:cNvSpPr/>
          <p:nvPr/>
        </p:nvSpPr>
        <p:spPr>
          <a:xfrm>
            <a:off x="429264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MLP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256 units;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특성 추출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mechanism-node-actor2"/>
          <p:cNvSpPr/>
          <p:nvPr/>
        </p:nvSpPr>
        <p:spPr>
          <a:xfrm>
            <a:off x="684540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multi-layer GRU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시간적 의존성 표현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mechanism-node-actor3"/>
          <p:cNvSpPr/>
          <p:nvPr/>
        </p:nvSpPr>
        <p:spPr>
          <a:xfrm>
            <a:off x="939816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 분포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FC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mechanism-node-critic0"/>
          <p:cNvSpPr/>
          <p:nvPr/>
        </p:nvSpPr>
        <p:spPr>
          <a:xfrm>
            <a:off x="173988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MLP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256 units;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mechanism-node-critic1"/>
          <p:cNvSpPr/>
          <p:nvPr/>
        </p:nvSpPr>
        <p:spPr>
          <a:xfrm>
            <a:off x="429264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MLP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256 units;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특성 추출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mechanism-node-critic2"/>
          <p:cNvSpPr/>
          <p:nvPr/>
        </p:nvSpPr>
        <p:spPr>
          <a:xfrm>
            <a:off x="684540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multi-layer GRU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시간적 의존성 표현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mechanism-node-critic3"/>
          <p:cNvSpPr/>
          <p:nvPr/>
        </p:nvSpPr>
        <p:spPr>
          <a:xfrm>
            <a:off x="939816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 가치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FC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행동 확률분포를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critic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상태의 누적 보상 추정값을 출력한다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10–11; Table 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semantic-aware MAPPO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학습 순서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sampling 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trajectory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모으고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GAE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clipped objective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actor·critic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epoch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갱신한다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정책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수집 정책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θ′, critic 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복사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episode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θ′ ← 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자료 수집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θ′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 step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trajectory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기대 이득 추정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·critic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epoch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actor: clip+entropy; critic: value loss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수집 정책의 자료를 여러 번 학습하고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수집 전에 정책을 갱신한다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9-10; Fig. 4; Algorithm 1; Eqs. 22-28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 clip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확률 비율을 강제로 고정하지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ε=0.2: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표본의 목적값은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min(rA, g)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새 정책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/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수집 정책의 행동 확률 비율이다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1956600"/>
                <a:gridCol w="282636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r, 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 항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목적값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1.1, +2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1.2×2=2.4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1.4, +2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1.2×2=2.4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0.9, −2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0.8×(−2)=−1.6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0.6, −2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0.8×(−2)=−1.6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r=1.4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존재해도 목적값은 더 커지지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; r≤1.2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9–11; Eqs. 23–28;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의미 추출이 줄인 전송 시간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가상 시간 단위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local=4,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=0.2/μ,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업로드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=3μ, ES=0.5; p=q=1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 한 작업을 가정한다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2500200"/>
                <a:gridCol w="304380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업로드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 지연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local: ρ=0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μ=1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3+0.5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μ=0.5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0.2/0.5=0.4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1.5+0.5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μ=0.1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0.2/0.1=2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0.3+0.5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항상 더 빠르지는 않다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;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선택에는 에너지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정확도도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6–7; Eqs. 2–5;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semantic 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semantic codec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하나의 범용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encoder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modality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사전 학습 모델이다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510912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dataset·encoder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complexity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텍스트 분류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SST-2; BERT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3.72 GFLOPs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이미지 분류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CIFAR-10; ViT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8.43 GFLOPs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시각 질의응답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VQAv2; BERT+ViT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8.31 GFLOPs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GFLOPs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모델의 연산량이며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특정 장치에서 측정한 지연 시간이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10; §V-A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읽기 위한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 곡선은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 UE·20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queue·10 MHz training point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등의 특정 환경에서 나온다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36961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해석상 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UE;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채널당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MHz;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잡음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mW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대역폭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잡음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sweep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UE 1280 cores, 1.5–1.7 GHz;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 65536 cores, 2.2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시뮬레이션 처리 능력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μ: (0.1,1);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정확도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50%;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지연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범용 앱 요구조건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300 episode;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회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큐 길이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환경의 비교 결과이며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장치 측정과 구분한다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11; Table IV; §V-A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무엇을 바꾸고 무엇을 고정했나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semantic awareness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continuous/hybrid action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처리의 차이를 분리해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565880"/>
                <a:gridCol w="250020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 추출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공간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적응적으로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혼합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MAPPO-discrete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적응적으로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행동을 이산화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unaware MAPPO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외 설정 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D3QN / unaware D3QN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적응 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 다 이산화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전부 단말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의미 추출 유무와 행동 이산화 여부는 서로 다른 비교 축이다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11; §V-A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곡선의 조건부 결론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 MHz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학습한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bandwidth·noise·UE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 조건에서 시험했을 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semantic-aware MAPPO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가장 높았다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500040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곡선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100; D3QN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2000 episode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벽시계 시간이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대역폭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제시한 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제안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MHz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후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unaware MAPPO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 12.68%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보고한 상대값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unaware D3QN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QoE 14.48%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이산 행동 비교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개선율에는 비교 방법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·QoE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학습과 평가 조건을 함께 붙인다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11-12; Figs. 6-10; §V-B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 weight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바꾸면 ‘최선’도 바뀐다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preference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맞춰 다시 학습한 결과이며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즉시 재가중한 결과라고 읽으면 안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2500200"/>
                <a:gridCol w="250020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preference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 (ms)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(J)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accuracy (%)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 preference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0.0186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51.37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delay: ω_t=1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0.369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0.0192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43.08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energy: ω_e=1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0.0163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56.85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accuracy: ω_a=1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1.67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0.0682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71.99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 우선의 정확도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43.08%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설정표의 최소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50%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맞지 않아 주의가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13-14; Table V; §V-C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벌점이 있다는 것과 제약을 지킨다는 것은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보고된 설정과 결과를 나란히 놓고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논문이 설명하지 않은 차이는 남겨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P0, Eq. 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ε≥ε_min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최적화 문제의 요구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Eq. 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위반량에 유한한 벌점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위반 금지와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IV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ε_min=50%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시뮬레이션 설정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 우선 정확도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43.08%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조건과 불일치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임계값 변경 여부를 명확히 설명하지 않아 충족 보장을 주장할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p. 8, Eqs. 11–12; pp. 11,13, Tables IV–V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무엇이 아직 모델 밖에 남나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logistic slope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μ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관계는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empirical abstraction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논문도 더 일반적인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정량 관계를 향후 과제로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기울기가 크면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logistic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점수가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가까워져 포화될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기울기가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가까우면 점수가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몰려 차이를 구별하기 어렵다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μ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계산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 관계는 경험적 모델이며 보편 법칙이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atomic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결과 다운로드 지연은 생략한다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가중치별 재학습과 고정 정책의 점수 함수 민감도 실험은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5–7; pp. 14–15; Fig. 17; §VI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줄로 다시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의미 추출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전송의 상충관계를 모델링하고 정책으로 선택한다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μ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자체가 목적은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모형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작업별 코덱과 세 실행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local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기준의 지연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QoE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방법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연속 결정을 함께 학습하는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조건부 시뮬레이션 결과와 미해결 제약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경로 → 비용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·QoE →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벌점과 학습 → 조건부 결과로 이해한다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paper-v3 pp. 5–15; Algorithm 1; §VI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2026-09-12T08:41:22Z</dcterms:created>
  <dc:creator>Research Seminars</dc:creator>
  <dc:description/>
  <dc:language>ko-KR</dc:language>
  <cp:lastModifiedBy>Research Seminars</cp:lastModifiedBy>
  <dcterms:modified xsi:type="dcterms:W3CDTF">2026-09-12T08:41:22Z</dcterms:modified>
  <cp:revision>1</cp:revision>
  <dc:subject>QoE-Driven Multi-Task Offloading for Semantic-Aware Edge Computing Systems</dc:subject>
  <dc:title>의미 추출과 작업 전송의 공동 최적화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