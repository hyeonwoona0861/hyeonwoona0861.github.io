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QuIP: 보장이 있는 2비트 LLM 양자화
발표 대본
QuIP은 이미 학습된 대규모 언어 모델의 weight를 매우 낮은 bit로 줄이는 사후 양자화 방법입니다. 핵심 질문은 각 weight가 원래 값과 얼마나 가까운지가 아니라, 대표 입력에서 linear layer의 출력이 얼마나 달라지는가입니다. QuIP은 먼저 weight와 입력 민감도가 특정 좌표에 몰리지 않도록 좌표계를 바꾸고, 그다음 LDL 분해에서 얻은 피드백으로 앞선 반올림 오차를 아직 양자화하지 않은 다음 좌표에 전달합니다. 형식적 보장은 이 layer-local proxy와 명시된 가정에 대한 것이며, 전체 LLM 정확도는 별도 실험으로 평가합니다.
공개 출처
neurips-record | title and abstract
QuIP, NeurIPS 2023 proceedings record
https://proceedings.neurips.cc/paper_files/paper/2023/hash/0df38cd13520747e1e64e5b123a78ef8-Abstract-Conference.html
neurips-paper | pp. 1-2, abstract and §1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QuIP의 문제 범위
발표 대본
QuIP은 weight-only post-training quantization입니다. 이미 학습한 모델의 linear layer weight를 calibration 입력을 이용해 양자화하며, activation quantization이나 전체 모델 재학습을 다루지 않습니다. 논문의 목적 함수는 한 layer의 출력 변화에 대한 quadratic proxy입니다. 정리는 이 proxy를 제한된 반올림 방법군에서 분석하고, LLM perplexity와 zero-shot 정확도는 별도 실험으로 보고합니다. 뒤에 등장하는 QuIP#은 별개의 후속 논문이며 QuIP 내부 구성 요소가 아닙니다.
공개 출처
neurips-paper | pp. 1-3, abstract and §§1-3
QuIP, NeurIPS 2023 paper
https://proceedings.neurips.cc/paper_files/paper/2023/file/0df38cd13520747e1e64e5b123a78ef8-Paper-Conference.pdf
quip-sharp | p. 1, abstract
QuIP#: Even Better LLM Quantization with Hadamard Incoherence and Lattice Codebooks
https://proceedings.mlr.press/v235/tseng24a.html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2비트에서 독립 반올림이 어려운 이유
발표 대본
2비트 scalar grid에는 표현 가능한 값이 매우 적습니다. 단순히 각 weight를 가장 가까운 값으로 보내면, calibration 입력이 자주 사용하는 방향에서 생긴 작은 오차가 layer 출력에서 크게 증폭될 수 있습니다. 또 몇 개의 큰 좌표가 전체 range를 정하면 작은 좌표들이 사용할 수 있는 grid resolution이 줄어듭니다. QuIP은 어떤 오차가 중요한지를 H로 나타내고, 서로 연관된 좌표의 반올림 오차를 순차 피드백으로 조정합니다.
공개 출처
neurips-paper | pp. 1-3, motivation and Eq. 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보존 대상은 calibration 입력에서의 layer 출력
발표 대본
W는 한 linear layer의 full-precision weight이고 W_hat은 양자화된 weight입니다. 같은 calibration 입력 x를 두 weight 경로에 넣고 출력 차이의 제곱을 평균한 값이 proxy loss입니다. H는 calibration 입력의 second-moment matrix라서 이 식을 trace 형태로 다시 쓸 수 있습니다. 이 등식은 weight 원소 거리보다 입력이 실제로 사용하는 방향을 반영합니다. 다만 한 layer의 calibration 분포에서 정의한 proxy이므로 전체 Transformer의 task loss와 동일하지 않습니다.
공개 출처
neurips-paper | p. 3, Eq. 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H는 입력 방향의 민감도와 상관을 기록한다
발표 대본
논문은 H를 calibration 입력의 second moment이자 proxy Hessian으로 해석합니다. 전체 Transformer의 모든 parameter에 대한 Hessian이 아닙니다. H의 대각 원소는 각 입력 좌표가 얼마나 크게 나타나는지를, off-diagonal 원소는 좌표들이 함께 움직이는 정도를 반영합니다. 뒤의 교육용 2차원 예시에서는 H의 off-diagonal을 0.8로 두어 같은 부호의 두 오차가 비싸고 반대 부호의 오차가 서로 상쇄되는 상황을 만듭니다.
공개 출처
neurips-paper | p. 3, Eq. 1 and symbol definitions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adaptive rounding은 과거 오차를 미래 좌표에 전달한다
발표 대본
QuIP의 adaptive rounding은 column을 정해진 순서로 처리합니다. 첫 column을 grid 값에 고정하면 원래 값과 code 사이의 residual이 생깁니다. 이 residual에 U의 해당 계수를 곱해 아직 양자화하지 않은 다음 column에 더합니다. 이미 고정한 code를 되돌리는 과정이 아닙니다. U가 strictly upper triangular이기 때문에 k번째 column은 앞에서 고정된 column들에만 의존하고 미래 column의 값은 참조하지 않습니다.
공개 출처
neurips-paper | pp. 3-4, Eq. 2 and §3.1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LDLQ 식에서 각 항의 역할
발표 대본
Eq. 2는 adaptive rounding family 전체를 나타냅니다. Q는 scalar quantizer이며 nearest 또는 unbiased stochastic rounding을 사용합니다. W minus W_hat에는 지금까지 고정한 column의 residual이 들어 있고, U는 이 residual을 뒤의 column에 전달합니다. 현재 column을 처리할 때 미래 W_hat 값은 아직 없으므로 strictly upper-triangular 구조가 계산 순서를 보장합니다. QuIP은 전처리 뒤 LDL 분해에서 U를 정한 LDLQ를 사용합니다.
공개 출처
neurips-paper | pp. 3-4, Eq. 2 and §3.1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H의 LDL 분해가 피드백 U를 정한다
발표 대본
Eq. 3에서 proxy는 quantizer 자체의 오차 eta와 U plus I의 inverse가 H를 감싼 형태로 나타납니다. H를 U_bar plus I, D, 그리고 transpose로 LDL 분해하고 U를 U_bar로 선택하면 이 triangular factor들이 상쇄되어 proxy가 diagonal D로 정리됩니다. 따라서 D의 trace가 LDLQ의 worst-case와 average-case bound에 나타납니다. 이 설명은 LDL 분해가 왜 단순한 계산 편의가 아니라 피드백 설계의 근거인지 보여 줍니다.
공개 출처
neurips-paper | p. 4, Eqs. 3-4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교육용 2×2 LDLQ 재계산의 설정
발표 대본
이 예시는 Eq. 2와 Eq. 4를 직접 계산하기 위해 만든 교육용 구성입니다. w는 0.49와 0.49를 가진 한 row이고, H의 off-diagonal은 0.8입니다. H는 upper triangular factor와 D로 정확히 분해되며 feedback coefficient U_12는 0.8입니다. 모든 integer로 반올림할 수 있는 unbounded grid를 사용하므로 실제 2비트 finite grid와 다릅니다. 숫자는 논문 표나 LLM 측정값이 아닙니다.
공개 출처
neurips-paper | pp. 3-4, Eqs. 2 and 4; educational calculation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첫 residual이 둘째 code를 0에서 1로 바꾼다
발표 대본
첫 coordinate 0.49는 nearest integer 0으로 고정되고 residual 0.49가 남습니다. 독립 반올림은 둘째 0.49도 0으로 보냅니다. LDLQ는 첫 residual에 U_12 0.8을 곱한 0.392를 둘째 값에 더해 0.882를 만들고, 이를 1로 반올림합니다. 최종 error를 q minus w로 쓰면 독립 방법은 두 값이 모두 negative이고 LDLQ는 서로 반대 부호입니다. H의 positive off-diagonal 때문에 이 부호 차이가 proxy를 크게 바꿉니다.
공개 출처
neurips-paper | pp. 3-4, Eqs. 2 and 4; educational calculation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교육용 proxy loss를 직접 확인한다
발표 대본
독립 nearest의 proxy는 0.49 squared 두 개와 positive cross term을 더해 0.86436입니다. LDLQ의 error는 minus 0.49와 plus 0.51이므로 cross term이 negative가 되어 0.10036입니다. 두 방법은 같은 integer grid와 column order를 사용하지만 피드백이 둘째 code를 바꿉니다. 이 계산은 해당 2차원 H와 w에 대한 정확한 산술일 뿐, 일반적인 개선율이나 실제 2비트 LLM 결과를 뜻하지 않습니다.
공개 출처
neurips-paper | pp. 3-4, Eqs. 1-4; educational calculation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Theorem 1이 실제로 보장하는 범위
발표 대본
Theorem 1은 Eq. 2로 정의한 linear-feedback 방법들 가운데 U가 H의 함수이고 W에는 의존하지 않는 경우를 비교합니다. H는 positive semidefinite이고, rounding은 모든 integer를 대상으로 nearest 또는 stochastic 방식입니다. 이 조건에서 LDLQ의 worst-case와 average-case proxy loss bound가 D의 trace로 표현되고 해당 방법군 안에서 최소입니다. finite clamped codebook, data-dependent feedback, 여러 layer의 공동 최적화, downstream task 정확도까지 전역 최적이라는 뜻은 아닙니다.
공개 출처
neurips-paper | p. 4, Theorem 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피드백만으로 해결되지 않는 좌표 집중
발표 대본
LDLQ가 residual을 조정하더라도 weight magnitude나 H의 sensitive direction이 한 coordinate axis에 몰려 있으면 매우 작은 uniform grid가 그 축을 충분히 표현하기 어렵습니다. W의 큰 entry는 range를 늘리고, H의 axis-aligned eigenvector는 특정 coordinate의 오차를 매우 중요하게 만듭니다. QuIP은 rounding rule만 바꾸지 않고 random orthogonal transform으로 W와 H의 구조를 여러 좌표에 분산합니다.
공개 출처
neurips-paper | pp. 4-6, Definition 1 and §4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incoherence는 고르게 퍼진 좌표 구조를 뜻한다
발표 대본
논문은 W와 H에 서로 다른 incoherence 정의를 둡니다. W는 각 entry가 전체 Frobenius norm에 비해 지나치게 크지 않아야 합니다. H는 eigenvector들이 coordinate axis에 강하게 정렬되지 않아야 합니다. μ는 이 분산 정도를 수치화하며, random orthogonal basis에서는 높은 확률로 polylog 수준의 μ를 얻습니다. 이는 모든 entry의 크기가 정확히 같아진다는 보장이 아닙니다.
공개 출처
neurips-paper | pp. 4-5, Definition 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Lemma 2의 low-rank 직관에는 조건이 붙는다
발표 대본
Lemma 2는 μ-incoherent positive semidefinite H에서 LDL diagonal D의 trace를 H의 spectrum으로 bound합니다. H가 rank k이고 μ squared times k가 n보다 작다는 조건을 더하면 LDLQ의 proxy bound를 plain rounding보다 작은 형태로 비교할 수 있습니다. 따라서 low-rank라는 사실만으로 항상 k over n만큼 좋아진다고 말하면 안 됩니다. μ와 dimension 조건을 함께 유지해야 하며 결과는 여전히 proxy loss에 대한 bound입니다.
공개 출처
neurips-paper | pp. 4-5, Lemma 2 and following comparison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QuIP의 전처리·양자화·후처리 경로
발표 대본
QuIP preprocessing은 H에 안정화 항을 더하고 W와 H를 diagonal rescaling한 뒤, seeded random orthogonal matrices로 둘을 같은 규칙에 따라 변환합니다. 변환된 basis에서 range scaling과 clamp를 적용하고 LDLQ로 code를 만듭니다. Post-processing은 같은 seed에서 orthogonal matrices를 다시 생성해 inverse 방향의 변환과 diagonal rescaling 복원을 수행합니다. Orthogonal identity는 quantization 전에 quadratic form을 보존합니다. Rounding과 clipping 뒤에는 W_hat이 W와 정확히 같아지는 것이 아니라 낮은 proxy를 목표로 하는 근사입니다.
공개 출처
neurips-paper | pp. 5-7, Algorithms 1-3 and Lemma 5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Algorithm 3의 실제 데이터와 seed 의존성
발표 대본
Algorithm 3은 W와 H를 preprocessing하고 transformed basis에서 LDLQ를 수행한 뒤 post-processing합니다. Random orthogonal matrices U와 V는 seed에서 재생성되므로 큰 dense matrix를 그대로 저장할 필요는 없습니다. 그러나 inference convention과 post-processing에는 같은 transform pair가 필요합니다. 논문 실험은 빠른 multiplication을 위해 두 factor의 Kronecker product를 사용하고, attention-head correlation을 줄이기 위해 permutation도 더합니다. 이 그림의 dashed edge는 data 자체가 아니라 동일 transform state의 의존성을 나타냅니다.
공개 출처
neurips-paper | pp. 5-7, Algorithms 1-3 and §4.1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unbounded 정리와 finite grid의 조건 차이
발표 대본
Section 3의 Theorem 1은 모든 integer로 rounding하는 설정을 분석합니다. 실제 b-bit quantizer는 weight를 finite range로 scale하고 밖으로 나간 값을 clamp합니다. Clamp가 발생하면 planned feedback error와 실제 code error가 달라져 뒤 column의 보정도 달라질 수 있습니다. 논문의 counterexample은 이 작은 차이가 asymptotic behavior를 악화할 수 있음을 보입니다. 따라서 practical base QuIP의 clamped path와 unbounded theorem path를 구분해야 합니다.
공개 출처
neurips-paper | pp. 7-8, §5.2 and Fig. 4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finite-grid 보장에는 별도 알고리즘이 필요하다
발표 대본
Section 5.2는 finite 4-bit grid에서 clamped LDLQ가 불리해지는 counterexample을 제시합니다. 이를 이론적으로 다루기 위해 Algorithm 5는 별도의 convex optimization으로 feedback matrix를 제한하고 stochastic rounding을 사용합니다. Theorem 7은 이 procedure의 hyperparameter를 적절히 고르면 overflow 없이 finite grid에 머무는 경우와 proxy bound를 제시합니다. 그러나 저자들은 clamping 문제가 실제 실험에서 드물고 추가 계산이 크다는 이유로 보통 base QuIP과 nearest rounding을 사용합니다.
공개 출처
neurips-paper | pp. 7-8, Eq. 7, Theorem 7; Supplement p. 29, Algorithm 5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LDLQ와 OPTQ의 관계는 지정된 알고리즘에 한정된다
발표 대본
Theorem 6은 논문이 지정한 OPTQ가 Eq. 2의 linear-feedback family에 들어가며 LDLQ와 equivalent하다고 설명합니다. LDLQ implementation은 H inversion 없이 한 번의 Cholesky decomposition을 사용해 더 효율적이라고 보고합니다. 이 결과를 모든 코드베이스나 다른 clamp, order, numerical detail로 확장하면 안 됩니다. 또한 QuIP은 LDLQ alone이 아니라 LDLQ와 incoherence processing을 합친 이름입니다.
공개 출처
neurips-paper | pp. 6-7, §5.1 and Theorem 6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calibration의 blockwise 전파
발표 대본
실험은 C4에서 무작위로 뽑은 128개 segment를 사용하며 각 segment 길이는 2048 token입니다. 모델 전체를 한 번에 GPU에 올려 공동 최적화하지 않고 Transformer block을 하나씩 처리합니다. 현재 block의 H를 계산하고 weight를 양자화한 다음, calibration input을 그 quantized block에 통과시켜 다음 block의 input을 만듭니다. 따라서 뒤 block의 calibration geometry에는 앞선 quantization error가 전파된 상태가 반영됩니다. 이 protocol은 보고된 결과를 해석하는 조건입니다.
공개 출처
neurips-paper | p. 8, §6 Setup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Llama 2 70B 2비트 결과의 조건부 비교
발표 대본
Table 1은 Llama 2 70B를 같은 평가 protocol에서 비교합니다. WikiText2와 C4 perplexity는 낮을수록 좋고 ArcE와 PiQA accuracy는 높을수록 좋습니다. QuIP 2-bit의 WikiText2 perplexity는 6.326이고 OPTQ 2-bit는 123.908입니다. QuIP 2-bit의 ArcE는 54.38이고 FP16은 59.72입니다. 이 결과는 해당 model, calibration, dataset, metric 조건에서의 empirical evidence이며 모든 모델이나 task에 대한 보장이 아닙니다. StoryCloze 등 다른 열은 원문 표에 있습니다.
공개 출처
neurips-paper | p. 9, Table 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OPT-30B 2비트 ablation에서 IncP의 영향
발표 대본
Table 2는 OPT-30B에서 quantization method와 preprocessing을 조합한 ablation입니다. WikiText2 perplexity 기준으로 OPTQ baseline processing은 71.70이고 QuIP, 즉 LDLQ plus IncP는 11.48입니다. Plain nearest는 baseline processing에서 41547.8이지만 IncP와 결합하면 12.04입니다. 이 결과는 named table configuration 안에서 incoherence processing의 동기를 지지합니다. 모든 random transform, model, dataset에서 같은 크기의 개선을 보장한다는 뜻은 아닙니다.
공개 출처
neurips-paper | p. 9, Table 2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reported inference time에는 hardware 조건이 붙는다
발표 대본
Table 4는 NVIDIA A6000 GPU에서 OPT-66B를 batch size 1로 실행하고 길이 128의 sequence를 생성할 때 평균 per-token time을 보고합니다. QuIP은 81 milliseconds, OPTQ는 53 milliseconds로 QuIP implementation이 약 1.5배 느립니다. 논문은 이를 throughput comparison 문맥에서 제시하지만 표 값의 단위는 milliseconds per token이므로 여기서는 time 또는 latency로 부릅니다. Kernel, metadata, retained precision, batch, sequence length, hardware가 달라지면 결과도 달라질 수 있습니다.
공개 출처
neurips-paper | pp. 9-10, Table 4 and Throughput Comparison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QuIP이 확립한 것과 남은 경계
발표 대본
QuIP은 layer-local quadratic proxy를 사용해 중요한 입력 방향을 반영하고, LDLQ와 incoherence processing을 결합합니다. Theorem 1은 제한된 linear-feedback family와 integer rounding 조건의 proxy bound를 다룹니다. Lemma 5는 random orthogonal processing이 높은 확률로 incoherence를 만든다는 구조적 결과입니다. Practical finite grid에는 clamp가 있으며 stronger guarantee는 별도 Algorithm 5에 붙습니다. 2-bit LLM 품질은 지정된 실험에서 관찰된 결과입니다. 이 경계들을 유지해야 논문 제목의 guarantees를 과장하지 않습니다. 발표 마무리에서는 H가 weight MSE 대신 calibration 입력이 증폭하는 방향을 반영한다고 짚습니다. Adaptive feedback은 확정된 과거 code를 바꾸지 않고 이후 column의 residual만 보정합니다. 직교 전처리의 exact identity는 quantization 전 quadratic form에 한정되며 rounding 뒤에는 근사 오차가 남습니다. QuIP#은 별도 ICML 2024 후속 방법입니다.
공개 출처
neurips-paper | pp. 3-11, Theorems 1, 4, 7 and §7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QuIP과 QuIP#은 별개 방법이다
발표 대본
QuIP#은 QuIP 이후에 발표된 별도 방법입니다. QuIP은 random orthogonal matrices를 두 factor의 Kronecker product로 구성하고 scalar LDLQ를 사용합니다. QuIP#은 randomized Hadamard transform, BlockLDLQ와 E8 lattice 기반 vector codebook, inter-layer fine-tuning을 도입합니다. 두 방법은 incoherence와 adaptive rounding의 계보를 공유하지만 구현과 representation이 다릅니다. 따라서 QuIP을 설명할 때 QuIP#의 RHT, E8P, residual vector quantization, fine-tuning을 원 논문의 구성으로 넣으면 안 됩니다.
공개 출처
neurips-paper | pp. 5-7, Algorithms 1-3
QuIP, NeurIPS 2023 paper
https://proceedings.neurips.cc/paper_files/paper/2023/file/0df38cd13520747e1e64e5b123a78ef8-Paper-Conference.pdf
quip-sharp | pp. 1-2, abstract and overview
QuIP#: Even Better LLM Quantization with Hadamard Incoherence and Lattice Codebooks
https://proceedings.mlr.press/v235/tseng24a.html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핵심 notation
발표 대본
W와 W_hat은 각각 full-precision과 quantized weight입니다. x는 calibration set에서 관찰한 한 layer의 입력이고 H는 그 입력의 second moment입니다. U는 앞선 residual을 뒤 column에 전달하는 strictly upper-triangular feedback matrix이며, D는 H의 LDL decomposition에 나타나는 diagonal matrix입니다. μ는 weight 또는 H가 coordinate axis에 얼마나 집중되어 있는지를 나타내는 incoherence parameter입니다.
공개 출처
neurips-paper | pp. 3-5, Eqs. 1-4 and Definition 1
QuIP, NeurIPS 2023 paper
https://proceedings.neurips.cc/paper_files/paper/2023/file/0df38cd13520747e1e64e5b123a78ef8-Paper-Conference.pdf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공개 출처
발표 대본
주요 기술 설명과 실험 수치는 NeurIPS 2023 공개 논문을 기준으로 합니다. Proceedings record와 arXiv record는 제목, 저자, 공개 version을 확인하는 데 사용합니다. 저자 code repository는 구현 접근 지점입니다. QuIP#과의 차이는 ICML 2024 PMLR 공개 논문의 abstract와 overview를 기준으로 분리했습니다.
공개 출처
neurips-record | paper record
QuIP, NeurIPS 2023 proceedings record
https://proceedings.neurips.cc/paper_files/paper/2023/hash/0df38cd13520747e1e64e5b123a78ef8-Abstract-Conference.html
neurips-paper | pp. 1-11
QuIP, NeurIPS 2023 paper
https://proceedings.neurips.cc/paper_files/paper/2023/file/0df38cd13520747e1e64e5b123a78ef8-Paper-Conference.pdf
arxiv-record | version history
QuIP arXiv record and version history
https://arxiv.org/abs/2307.13304
code | repository root
QuIP authors' code repository
https://github.com/Cornell-RelaxML/QuIP
quip-sharp | paper record and abstract
QuIP#: Even Better LLM Quantization with Hadamard Incoherence and Lattice Codebooks
https://proceedings.mlr.press/v235/tseng24a.html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QuIP: 보장이 있는 2비트 LLM 양자화</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QuIP: 2-Bit Quantization of Large Language Models With Guarantees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Jerry Chee, Yaohui Cai, Volodymyr Kuleshov, Christopher M. De Sa (2023)</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좌표계를 바꾸고 오차를 다음 좌표에 전달해 layer 출력 proxy를 줄이는 weight-only PTQ</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neurips-record title and abstract; neurips-paper pp. 1-2, abstract and §1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QuIP의 문제 범위</a:t>
            </a:r>
            <a:endParaRPr lang="en-US" sz="3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QuIP이 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 밖의 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linear layer의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전체 양자화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뒤 calibration으로 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 모델의 재학습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 출력 변화의 quadratic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task loss 직접 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bit의 scalar 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QuIP#의 vector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정리의 proxy bound와 LLM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2비트 모델의 정확도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QuIP은 weight-only PTQ이며 이론과 end-to-end 실험을 서로 다른 증거로 제시한다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1-3, abstract and §§1-3; quip-sharp p. 1, abstract</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2비트에서 독립 반올림이 어려운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크기의 weight 오차도 입력이 자주 쓰는 방향에 따라 출력 영향이 달라진다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80492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 오차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출력에 미치는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자주 쓰는 입력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작아 보여도 반복 증폭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 출력 변화가 클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드문 입력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크기의 오차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영향이 상대적으로 작을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소수의 큰 좌표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좁은 grid range를 차지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나머지 좌표의 resolution을 줄임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반올림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좌표를 따로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상쇄할 기회를 사용하지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QuIP은 weight MSE 대신 입력 민감도로 가중한 출력 proxy를 사용한다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1-3, motivation and Eq.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보존 대상은 calibration 입력에서의 layer 출력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proxy: E_x ‖(W_hat−W)x‖² = tr((W_hat−W)H(W_hat−W)^T)</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calibration 입력 x</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한 linear layer가 받는 대표 입력</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원래 출력</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full-precision weight W로 Wx 계산</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양자화 출력</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quantized weight W_hat으로 W_hat x 계산</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출력 차이</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입력에서 두 출력의 차를 계산</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quadratic proxy</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차이의 평균 제곱을 줄이는 weight 선택</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 3, Eq.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H는 입력 방향의 민감도와 상관을 기록한다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H=E[xx^T]는 calibration 입력의 second moment이며 whole-model Hessian이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261360"/>
                <a:gridCol w="56530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형식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m×n weight matrix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양자화할 한 linear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W와 같은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 값으로 표현한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n차원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 set에서 뽑은 layer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방향의 크기와 좌표 간 상관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H_12=0.8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교육용 correlated 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1번과 2번 좌표의 오차가 함께 작용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H의 off-diagonal 항이 크면 두 좌표의 오차 부호 조합도 proxy를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 3, Eq. 1 and symbol definitions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adaptive rounding은 과거 오차를 미래 좌표에 전달한다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이미 grid에 고정한 column은 되돌리지 않고 아직 자유로운 column만 보정한다</a:t>
            </a:r>
            <a:endParaRPr lang="en-US" sz="1900" dirty="0"/>
          </a:p>
        </p:txBody>
      </p:sp>
      <p:sp>
        <p:nvSpPr>
          <p:cNvPr id="4" name="mechanism-lane-round"/>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column order</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firs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column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Q로 code를 고정</a:t>
            </a:r>
            <a:endParaRPr lang="en-US" sz="1150" dirty="0"/>
          </a:p>
        </p:txBody>
      </p:sp>
      <p:sp>
        <p:nvSpPr>
          <p:cNvPr id="9" name="mechanism-node-residual"/>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residual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W_1−W_hat_1 계산</a:t>
            </a:r>
            <a:endParaRPr lang="en-US" sz="1150" dirty="0"/>
          </a:p>
        </p:txBody>
      </p:sp>
      <p:sp>
        <p:nvSpPr>
          <p:cNvPr id="10" name="mechanism-node-feedback"/>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linear feedback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residual과 U_12를 곱해 더함</a:t>
            </a:r>
            <a:endParaRPr lang="en-US" sz="1150" dirty="0"/>
          </a:p>
        </p:txBody>
      </p:sp>
      <p:sp>
        <p:nvSpPr>
          <p:cNvPr id="11" name="mechanism-node-second"/>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column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보정된 값을 Q로 고정</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strictly upper-triangular U가 앞선 column에서 뒤 column으로만 피드백을 보낸다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3-4, Eq. 2 and §3.1</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LDLQ 식에서 각 항의 역할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W_hat=Q(W+(W−W_hat)U), U는 strictly upper triangular</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5218176"/>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 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nearest 또는 unbiased stochastic rounding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column의 code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W−W_hat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이미 처리한 column의 residual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뒤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residual을 뒤 column에 전달하는 계수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H에서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W+(W−W_hat)U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보정된 아직 자유로운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rounding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column 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1부터 n까지 순서대로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code는 아직 미정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LDLQ의 Q는 scalar quantizer이고 성능 차이는 피드백 U와 전처리에서 나온다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3-4, Eq. 2 and §3.1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H의 LDL 분해가 피드백 U를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H=(U_bar+I)D(U_bar+I)^T로 분해하고 U=U_bar를 선택한다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proxy geometry H</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입력 민감도와 상관을 담음</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LDL factorization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H를 triangular factor와 diagonal D로 분해</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feedback U</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strict upper factor U_bar를 사용</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sequential rounding</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앞선 residual을 뒤 column에 전달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proxy bound</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loss가 tr(D)로 표현됨</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LDLQ는 H의 좌표 결합 구조를 rounding 순서의 보정 계수로 바꾼다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 4, Eqs. 3-4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2×2 LDLQ 재계산의 설정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실험이 아닌 unbounded integer grid 예시이며 nearest rounding을 사용한다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13105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row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 0.49]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column을 1번부터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[[1,0.8],[0.8,1]]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positive correlation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diag(0.36,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 diagonal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U_12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residual을 둘째 값에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integer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2-bit grid가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예시는 feedback 방향과 proxy 산술만 검산하며 LLM 성능을 나타내지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3-4, Eqs. 2 and 4; educational calculation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첫 residual이 둘째 code를 0에서 1로 바꾼다</a:t>
            </a:r>
            <a:endParaRPr lang="en-US" sz="3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369620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독립 nearest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LDLQ feedback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residual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0.49−0=0.49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0.49−0=0.49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둘째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0.49+0.49×0.8=0.882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둘째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error q−w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[−0.49,−0.49]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[−0.49,0.51]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positive coupling에서는 같은 부호의 두 오차보다 반대 부호 오차가 덜 비쌀 수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3-4, Eqs. 2 and 4; educational calculation</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proxy loss를 직접 확인한다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row의 proxy는 eHe^T이며 e=q−w로 계산한다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043936"/>
                <a:gridCol w="217424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error 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eHe^T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nearest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[−0.49,−0.49]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0.86436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부호가 coupling을 더함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[−0.49,0.51]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0.10036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반대 부호가 coupling을 상쇄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grid와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0.76400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예시 안에서만 성립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LDLQ는 개별 error가 아니라 결합된 quadratic cost를 줄인다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3-4, Eqs. 1-4; educational calculation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1이 실제로 보장하는 범위</a:t>
            </a:r>
            <a:endParaRPr lang="en-US" sz="3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521817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방법군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2의 linear-feedback rounding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U는 H에만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geometry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positive semidefinite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layer-local proxy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integer로 rounding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clamp는 별도 문제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nearest 또는 stochastic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정리의 지정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LDLQ가 stated worst·average bound 최소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end-to-end 정확도 정리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여기서 optimal은 제한된 방법군과 proxy bound에 대한 표현이다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 4, Theorem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피드백만으로 해결되지 않는 좌표 집중</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중요한 크기나 민감도 방향이 특정 축에 몰리면 작은 uniform grid가 불리하다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집중된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rounding에 생기는 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소수 entry가 매우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range가 큰 entry에 맞춰짐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geometry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eigenvector가 coordinate axis와 정렬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중요 방향이 한 좌표에 집중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low-bit 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표현 level 수가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집중된 축을 세밀하게 표현하기 어려움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오차 결합은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나쁜 좌표계 자체는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QuIP의 두 번째 전략은 rounding 전에 더 고른 좌표계로 바꾸는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4-6, Definition 1 and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incoherence는 고르게 퍼진 좌표 구조를 뜻한다</a:t>
            </a:r>
            <a:endParaRPr lang="en-US" sz="3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521817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교육적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entry가 Frobenius norm에 비해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몇 weight가 range를 독점하지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eigenvector entry가 μ/√n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 방향이 한 축에 정렬되지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incoherence 정도를 나타내는 상수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작을수록 더 고르게 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basis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높은 확률로 μ가 polylog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entry가 정확히 같다는 뜻은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incoherence는 정보 삭제가 아니라 같은 양을 다른 basis에 분산하는 구조적 조건이다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4-5, Definition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Lemma 2의 low-rank 직관에는 조건이 붙는다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tr(D) ≤ (μ²/n)(tr(H^1/2))²이며 rank(H)=k이면 spectrum bound를 연결할 수 있다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34848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bound에서의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생략하면 안 되는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 PSD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LDL과 proxy geometry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행렬에 적용하지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μ-incoherent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tr(D)를 spectrum으로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μ가 크면 이득이 약해짐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rank(H)=k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trace 관계로 k를 도입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무조건적인 k/n 개선이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μ²k&lt;n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baseline보다 작은 asymptotic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dimension과 rank 조건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low-rank 이점은 incoherence·μ·k·n 조건을 함께 만족할 때의 proxy bound다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4-5, Lemma 2 and following comparison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QuIP의 전처리·양자화·후처리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W,H를 rescale하고 같은 seed의 직교 basis에서 LDLQ한 뒤 matched inverse를 적용한다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W,H 입력</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full-precision weight와 calibration geometry</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rescale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diagonal conditioning과 finite range 준비</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orthogonal basis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W와 H를 incoherent basis로 이동</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LDLQ와 clamp</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피드백 rounding으로 low-bit code 생성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inverse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seed로 원래 convention에 복원</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transform 전 proxy identity와 rounding 뒤 approximation은 다르다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5-7, Algorithms 1-3 and Lemma 5</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3의 실제 데이터와 seed 의존성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main path는 W,H에서 W_hat으로 진행하고 seed는 transform과 inverse를 같은 쌍으로 묶는다</a:t>
            </a:r>
            <a:endParaRPr lang="en-US" sz="1900" dirty="0"/>
          </a:p>
        </p:txBody>
      </p:sp>
      <p:sp>
        <p:nvSpPr>
          <p:cNvPr id="4" name="mechanism-lane-main"/>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data path</a:t>
            </a:r>
            <a:endParaRPr lang="en-US" sz="1250" dirty="0"/>
          </a:p>
        </p:txBody>
      </p:sp>
      <p:sp>
        <p:nvSpPr>
          <p:cNvPr id="5" name="mechanism-edge-e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input"/>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weight와 input geometry</a:t>
            </a:r>
            <a:endParaRPr lang="en-US" sz="1150" dirty="0"/>
          </a:p>
        </p:txBody>
      </p:sp>
      <p:sp>
        <p:nvSpPr>
          <p:cNvPr id="10" name="mechanism-node-scale"/>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rescale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diagonal·range 조정</a:t>
            </a:r>
            <a:endParaRPr lang="en-US" sz="1150" dirty="0"/>
          </a:p>
        </p:txBody>
      </p:sp>
      <p:sp>
        <p:nvSpPr>
          <p:cNvPr id="11" name="mechanism-node-rotate"/>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basis change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 W V^T, V H V^T</a:t>
            </a:r>
            <a:endParaRPr lang="en-US" sz="1150" dirty="0"/>
          </a:p>
        </p:txBody>
      </p:sp>
      <p:sp>
        <p:nvSpPr>
          <p:cNvPr id="12" name="mechanism-node-round"/>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LDLQ</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feedback와 clamp</a:t>
            </a:r>
            <a:endParaRPr lang="en-US" sz="1150" dirty="0"/>
          </a:p>
        </p:txBody>
      </p:sp>
      <p:sp>
        <p:nvSpPr>
          <p:cNvPr id="13" name="mechanism-node-outpu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inverse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same seed로 basis 복원</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seed가 transform과 inverse를 같은 orthogonal pair로 묶는다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5-7, Algorithms 1-3 and §4.1</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unbounded 정리와 finite grid의 조건 차이</a:t>
            </a:r>
            <a:endParaRPr lang="en-US" sz="3100" dirty="0"/>
          </a:p>
        </p:txBody>
      </p:sp>
      <p:sp>
        <p:nvSpPr>
          <p:cNvPr id="3" name="Shape 1"/>
          <p:cNvSpPr/>
          <p:nvPr/>
        </p:nvSpPr>
        <p:spPr>
          <a:xfrm>
            <a:off x="6096000" y="2324100"/>
            <a:ext cx="0" cy="1905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3302000" y="2514600"/>
            <a:ext cx="5588000" cy="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6" name="Shape 4"/>
          <p:cNvSpPr/>
          <p:nvPr/>
        </p:nvSpPr>
        <p:spPr>
          <a:xfrm>
            <a:off x="8890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3302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3302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8890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6731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546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2" name="Shape 10"/>
          <p:cNvSpPr/>
          <p:nvPr/>
        </p:nvSpPr>
        <p:spPr>
          <a:xfrm>
            <a:off x="673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096000" y="4800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4" name="Text 12"/>
          <p:cNvSpPr txBox="1"/>
          <p:nvPr/>
        </p:nvSpPr>
        <p:spPr>
          <a:xfrm>
            <a:off x="4191000" y="1727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adaptive rounding</a:t>
            </a:r>
            <a:endParaRPr lang="en-US" sz="1750" dirty="0"/>
          </a:p>
        </p:txBody>
      </p:sp>
      <p:sp>
        <p:nvSpPr>
          <p:cNvPr id="15" name="Text 13"/>
          <p:cNvSpPr txBox="1"/>
          <p:nvPr/>
        </p:nvSpPr>
        <p:spPr>
          <a:xfrm>
            <a:off x="4191000" y="2006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H에서 얻은 feedback으로 column을 순차 처리</a:t>
            </a:r>
            <a:endParaRPr lang="en-US" sz="1500" dirty="0"/>
          </a:p>
        </p:txBody>
      </p:sp>
      <p:sp>
        <p:nvSpPr>
          <p:cNvPr id="16" name="Text 14"/>
          <p:cNvSpPr txBox="1"/>
          <p:nvPr/>
        </p:nvSpPr>
        <p:spPr>
          <a:xfrm>
            <a:off x="1270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Theorem 1 path</a:t>
            </a:r>
            <a:endParaRPr lang="en-US" sz="1750" dirty="0"/>
          </a:p>
        </p:txBody>
      </p:sp>
      <p:sp>
        <p:nvSpPr>
          <p:cNvPr id="17" name="Text 15"/>
          <p:cNvSpPr txBox="1"/>
          <p:nvPr/>
        </p:nvSpPr>
        <p:spPr>
          <a:xfrm>
            <a:off x="1270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integer로 rounding하며 clamp 없음</a:t>
            </a:r>
            <a:endParaRPr lang="en-US" sz="1500" dirty="0"/>
          </a:p>
        </p:txBody>
      </p:sp>
      <p:sp>
        <p:nvSpPr>
          <p:cNvPr id="18" name="Text 16"/>
          <p:cNvSpPr txBox="1"/>
          <p:nvPr/>
        </p:nvSpPr>
        <p:spPr>
          <a:xfrm>
            <a:off x="6858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base QuIP path</a:t>
            </a:r>
            <a:endParaRPr lang="en-US" sz="1750" dirty="0"/>
          </a:p>
        </p:txBody>
      </p:sp>
      <p:sp>
        <p:nvSpPr>
          <p:cNvPr id="19" name="Text 17"/>
          <p:cNvSpPr txBox="1"/>
          <p:nvPr/>
        </p:nvSpPr>
        <p:spPr>
          <a:xfrm>
            <a:off x="6858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b-bit range로 scale한 뒤 code를 clamp</a:t>
            </a:r>
            <a:endParaRPr lang="en-US" sz="1500" dirty="0"/>
          </a:p>
        </p:txBody>
      </p:sp>
      <p:sp>
        <p:nvSpPr>
          <p:cNvPr id="20" name="Text 18"/>
          <p:cNvSpPr txBox="1"/>
          <p:nvPr/>
        </p:nvSpPr>
        <p:spPr>
          <a:xfrm>
            <a:off x="4191000" y="4191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조건 비교</a:t>
            </a:r>
            <a:endParaRPr lang="en-US" sz="1750" dirty="0"/>
          </a:p>
        </p:txBody>
      </p:sp>
      <p:sp>
        <p:nvSpPr>
          <p:cNvPr id="21" name="Text 19"/>
          <p:cNvSpPr txBox="1"/>
          <p:nvPr/>
        </p:nvSpPr>
        <p:spPr>
          <a:xfrm>
            <a:off x="4191000" y="4470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clamp가 feedback 경로를 바꿈</a:t>
            </a:r>
            <a:endParaRPr lang="en-US" sz="1500" dirty="0"/>
          </a:p>
        </p:txBody>
      </p:sp>
      <p:sp>
        <p:nvSpPr>
          <p:cNvPr id="22" name="Text 20"/>
          <p:cNvSpPr txBox="1"/>
          <p:nvPr/>
        </p:nvSpPr>
        <p:spPr>
          <a:xfrm>
            <a:off x="4191000" y="5232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적용 경계</a:t>
            </a:r>
            <a:endParaRPr lang="en-US" sz="1750" dirty="0"/>
          </a:p>
        </p:txBody>
      </p:sp>
      <p:sp>
        <p:nvSpPr>
          <p:cNvPr id="23" name="Text 21"/>
          <p:cNvSpPr txBox="1"/>
          <p:nvPr/>
        </p:nvSpPr>
        <p:spPr>
          <a:xfrm>
            <a:off x="4191000" y="5511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finite clamp는 Theorem 1 밖</a:t>
            </a:r>
            <a:endParaRPr lang="en-US" sz="150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7-8, §5.2 and Fig. 4</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finite-grid 보장에는 별도 알고리즘이 필요하다</a:t>
            </a:r>
            <a:endParaRPr lang="en-US" sz="3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8920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동작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QuIP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 뒤 finite range에 clamp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실험에서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clipping이 feedback trace를 왜곡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4 counterexample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Algorithm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convex program과 stochastic rounding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finite-grid bound용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적절한 조건에서 no overflow와 proxy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path의 자동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실용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clipping이 드물어 base QuIP 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계산을 피함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stronger finite-grid theorem은 더 비싼 special procedure에 붙어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7-8, Eq. 7, Theorem 7; Supplement p. 29, Algorithm 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LDLQ와 OPTQ의 관계는 지정된 알고리즘에 한정된다</a:t>
            </a:r>
            <a:endParaRPr lang="en-US" sz="3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500075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방법군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OPTQ가 Eq. 2의 linear feedback에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OPTQ 구현 전체가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paper setup에서 LDLQ와 equivalence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clamp·order 조건을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LDLQ는 inversion 없이 one Cholesky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구현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QuIP=LDLQ+incoherence processing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 단독과 QuIP을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QuIP의 차별점은 LDLQ 피드백뿐 아니라 incoherence pre·post processing의 결합이다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6-7, §5.1 and Theorem 6</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calibration의 blockwise 전파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128개의 C4 segment를 사용하고 각 segment 길이는 2048 token이다</a:t>
            </a:r>
            <a:endParaRPr lang="en-US" sz="1900" dirty="0"/>
          </a:p>
        </p:txBody>
      </p:sp>
      <p:sp>
        <p:nvSpPr>
          <p:cNvPr id="4" name="mechanism-lane-blocks"/>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blockwise PTQ</a:t>
            </a:r>
            <a:endParaRPr lang="en-US" sz="1250" dirty="0"/>
          </a:p>
        </p:txBody>
      </p:sp>
      <p:sp>
        <p:nvSpPr>
          <p:cNvPr id="5" name="mechanism-edge-e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c4"/>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C4 calibration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128 segments × 2048 tokens</a:t>
            </a:r>
            <a:endParaRPr lang="en-US" sz="1150" dirty="0"/>
          </a:p>
        </p:txBody>
      </p:sp>
      <p:sp>
        <p:nvSpPr>
          <p:cNvPr id="10" name="mechanism-node-b1"/>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block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 계산 뒤 weight quantize</a:t>
            </a:r>
            <a:endParaRPr lang="en-US" sz="1150" dirty="0"/>
          </a:p>
        </p:txBody>
      </p:sp>
      <p:sp>
        <p:nvSpPr>
          <p:cNvPr id="11" name="mechanism-node-out1"/>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quant output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block input</a:t>
            </a:r>
            <a:endParaRPr lang="en-US" sz="1150" dirty="0"/>
          </a:p>
        </p:txBody>
      </p:sp>
      <p:sp>
        <p:nvSpPr>
          <p:cNvPr id="12" name="mechanism-node-b2"/>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block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quant input으로 H 계산</a:t>
            </a:r>
            <a:endParaRPr lang="en-US" sz="1150" dirty="0"/>
          </a:p>
        </p:txBody>
      </p:sp>
      <p:sp>
        <p:nvSpPr>
          <p:cNvPr id="13" name="mechanism-node-later"/>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later blocks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같은 절차 반복</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뒤 block의 H는 앞서 quantized된 출력의 영향을 반영한다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 8, §6 Setup</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Llama 2 70B 2비트 결과의 조건부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1의 같은 protocol 안에서 PPL은 낮을수록 좋고 task accuracy는 높을수록 좋다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174240"/>
                <a:gridCol w="1956816"/>
                <a:gridCol w="1956816"/>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WikiText2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PiQA↑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5.709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59.72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 2-bit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123.908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70.541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2-bit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8.937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59.81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표는 해당 Llama 2 70B 평가에서 QuIP 2-bit와 OPTQ 2-bit의 큰 차이를 보여 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 9,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OPT-30B 2비트 ablation에서 IncP의 영향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2의 WikiText2 PPL이며 동일 model·bit·metric 조건 안에서 비교한다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391664"/>
                <a:gridCol w="2609088"/>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rounding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baseline processing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incoherence processing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 / QuIP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71.70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 계열에 IncP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LDLQ-RG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reorder·greedy variant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4816.6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Table 2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41547.8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IncP 뒤 nearest도 viable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reference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양쪽 표의 동일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control은 OPT-30B Table 2에서 preprocessing이 2비트 결과를 크게 바꾼다는 증거다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 9,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reported inference time에는 hardware 조건이 붙는다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A6000, OPT-66B, batch 1, generated sequence length 128의 average per-token time</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152648"/>
                <a:gridCol w="2391664"/>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평균 per-token 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53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efficient quantized forward pass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1.5× 느림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IncP addition은 PyTorch 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측정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A6000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OPT-66B, length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용어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latency/time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낮을수록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paper heading의 throughput과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2 bits per weight만으로 total deployment memory나 speed가 자동 결정되지는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9-10, Table 4 and Throughput Comparison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QuIP이 확립한 것과 남은 경계</a:t>
            </a:r>
            <a:endParaRPr lang="en-US" sz="3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확립한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확립하지 않은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 input으로 가중한 quadratic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whole-model task loss와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LDLQ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제한된 linear-feedback family의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codebook의 global optimum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incoherence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높은 확률의 구조 개선과 proxy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 error 소멸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Algorithm 5와 Theorem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clamp path의 자동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LLM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지정 model·dataset의 empirical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2-bit LLM 정확도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QuIP의 guarantee는 좋은 basis와 feedback 아래의 proxy를 다룬다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3-11, Theorems 1, 4, 7 and §7</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QuIP과 QuIP#은 별개 방법이다</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QuIP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QuIP#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발표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NeurIPS 2023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ICML 2024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incoherence transform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orthogonal Kronecker factors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randomized Hadamard transform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scalar LDLQ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BlockLDLQ와 E8 lattice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단계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method에 fine-tuning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inter-layer fine-tuning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incoherence와 feedback의 출발점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계보를 확장한 후속 논문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Hadamard·E8 codebook·fine-tuning을 QuIP의 내부 단계로 설명하면 논문이 섞인다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5-7, Algorithms 1-3; quip-sharp pp. 1-2, abstract and overview</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notation</a:t>
            </a:r>
            <a:endParaRPr lang="en-US" sz="3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4343400"/>
        </p:xfrm>
        <a:graphic>
          <a:graphicData uri="http://schemas.openxmlformats.org/drawingml/2006/table">
            <a:tbl>
              <a:tblPr/>
              <a:tblGrid>
                <a:gridCol w="2174240"/>
                <a:gridCol w="54356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결정되는 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linear layer의 full-precision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quantization 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 code를 거친 quantized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rounding 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 set의 layer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forward 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E[xx^T] second-moment geometry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calibration에서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U,D,μ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feedback, LDL diagonal, incoherence 정도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factorization·analysis에서 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5" name="Text 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pp. 3-5, Eqs. 1-4 and Definition 1</a:t>
            </a:r>
            <a:endParaRPr lang="en-US" sz="1050" dirty="0"/>
          </a:p>
        </p:txBody>
      </p:sp>
      <p:sp>
        <p:nvSpPr>
          <p:cNvPr id="6" name="Text 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4343400"/>
        </p:xfrm>
        <a:graphic>
          <a:graphicData uri="http://schemas.openxmlformats.org/drawingml/2006/table">
            <a:tbl>
              <a:tblPr/>
              <a:tblGrid>
                <a:gridCol w="2717800"/>
                <a:gridCol w="467461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공개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proceedings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NeurIPS 2023 paper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서지와 abstract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paper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NeurIPS public PDF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식·정리·알고리즘·실험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arXiv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2307.13304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version history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github.com/Cornell-RelaxML/QuIP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 공개 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paper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PMLR 235, tseng24a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후속 방법의 경계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5" name="Text 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neurips-record paper record; neurips-paper pp. 1-11; arxiv-record version history; code repository root; quip-sharp paper record and abstract</a:t>
            </a:r>
            <a:endParaRPr lang="en-US" sz="1050" dirty="0"/>
          </a:p>
        </p:txBody>
      </p:sp>
      <p:sp>
        <p:nvSpPr>
          <p:cNvPr id="6" name="Text 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QuIP: 보장이 있는 2비트 LLM 양자화</dc:title>
  <dc:subject>QuIP: 2-Bit Quantization of Large Language Models With Guarantees</dc:subject>
  <dc:creator>Research Seminars</dc:creator>
  <cp:lastModifiedBy>Research Seminars</cp:lastModifiedBy>
  <cp:revision>1</cp:revision>
  <dcterms:created xsi:type="dcterms:W3CDTF">2026-09-12T05:13:14Z</dcterms:created>
  <dcterms:modified xsi:type="dcterms:W3CDTF">2026-09-12T05:13:14Z</dcterms:modified>
</cp:coreProperties>
</file>