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1D619708-3224-430C-96CC-5FBAA4C63CD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QuIP: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보장이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학습된 대규모 언어 모델의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매우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줄이는 사후 양자화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원래 값과 얼마나 가까운지가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 입력에서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출력이 얼마나 달라지는가입니다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입력 민감도가 특정 좌표에 몰리지 않도록 좌표계를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분해에서 얻은 피드백으로 앞선 반올림 오차를 아직 양자화하지 않은 다음 좌표에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형식적 보장은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layer-local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명시된 가정에 대한 것이며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정확도는 별도 실험으로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neurips-record |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https://proceedings.neurips.cc/paper_files/paper/2023/hash/0df38cd13520747e1e64e5b123a78ef8-Abstract-Conference.html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1-2, abstract and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8E0F2B-EB77-4032-AD7F-E23E996B4A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문제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post-training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학습한 모델의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입력을 이용해 양자화하며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activation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전체 모델 재학습을 다루지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목적 함수는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 변화에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quadratic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제한된 반올림 방법군에서 분석하고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LLM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zero-shot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정확도는 별도 실험으로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등장하는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별개의 후속 논문이며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구성 요소가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1-3, abstract and §§1-3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quip-sharp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QuIP#: Even Better LLM Quantization with Hadamard Incoherence and Lattice Codebooks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EC6A7C-15B7-454C-B700-8870FFAF7A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비트에서 독립 반올림이 어려운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표현 가능한 값이 매우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단순히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가장 가까운 값으로 보내면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입력이 자주 사용하는 방향에서 생긴 작은 오차가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출력에서 크게 증폭될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 몇 개의 큰 좌표가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정하면 작은 좌표들이 사용할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resolution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어떤 오차가 중요한지를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나타내고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연관된 좌표의 반올림 오차를 순차 피드백으로 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1-3, motivation and Eq.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F3FCFC4-55AB-4D2F-B78D-8FF82F3A63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보존 대상은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양자화된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경로에 넣고 출력 차이의 제곱을 평균한 값이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second-moment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라서 이 식을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형태로 다시 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등식은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원소 거리보다 입력이 실제로 사용하는 방향을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분포에서 정의한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동일하지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p. 3, Eq.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42A04CE-BC16-4FC0-997C-B9DA8AF427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입력 방향의 민감도와 상관을 기록한다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moment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대각 원소는 각 입력 좌표가 얼마나 크게 나타나는지를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off-diagonal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원소는 좌표들이 함께 움직이는 정도를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뒤의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예시에서는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off-diagonal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두어 같은 부호의 두 오차가 비싸고 반대 부호의 오차가 서로 상쇄되는 상황을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p. 3, Eq. 1 and symbol definitions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031F890-9202-4935-B211-9B04E33A2C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adaptive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과거 오차를 미래 좌표에 전달한다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정해진 순서로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값에 고정하면 원래 값과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해당 계수를 곱해 아직 양자화하지 않은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고정한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되돌리는 과정이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strictly upper triangular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이기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앞에서 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들에만 의존하고 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값은 참조하지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3-4, Eq. 2 and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B5A268-B3B0-4B03-9F4C-A32FF1D66F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LDLQ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식에서 각 항의 역할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rounding family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unbiased stochastic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 minus W_hat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지금까지 고정한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들어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처리할 때 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아직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strictly upper-triangular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구조가 계산 순서를 보장합니다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전처리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3-4, Eq. 2 and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8F21B2A-541F-4304-9A55-24CD4F5CA8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분해가 피드백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자체의 오차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 plus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감싼 형태로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U_bar plus I, 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분해하고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U_bar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선택하면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triangular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들이 상쇄되어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worst-case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average-case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설명은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분해가 왜 단순한 계산 편의가 아니라 피드백 설계의 근거인지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p. 4, Eqs. 3-4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0537857-0489-4461-B5D9-018A2FD18C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2×2 LDLQ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재계산의 설정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계산하기 위해 만든 교육용 구성입니다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off-diagonal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upper triangular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정확히 분해되며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 coefficient U_12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반올림할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unbounded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사용하므로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숫자는 논문 표나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3-4, Eqs. 2 and 4; educational calculation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AEBE04-C8F8-4CD7-B1DC-770F20D06E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둘째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0.49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integer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고정되고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0.49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 반올림은 둘째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U_12 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0.392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둘째 값에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0.882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반올림합니다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minus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쓰면 독립 방법은 두 값이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반대 부호입니다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off-diagonal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이 부호 차이가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크게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3-4, Eqs. 2 and 4; educational calculation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1613B0-521B-47AF-9410-4979A93AC6A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확인한다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0.49 squared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cross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0.86436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minus 0.49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plus 0.51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0.10036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방법은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사용하지만 피드백이 둘째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정확한 산술일 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일반적인 개선율이나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3-4, Eqs. 1-4; educational calculation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8BCB89-7B13-49AB-8953-675F310E920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실제로 보장하는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linear-feedback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방법들 가운데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함수이고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의존하지 않는 경우를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semidefinite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stochastic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worst-case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average-case proxy loss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표현되고 해당 방법군 안에서 최소입니다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finite clamped codebook, data-dependent feedback,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공동 최적화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downstream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정확도까지 전역 최적이라는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p. 4,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51F9C5-C1B3-403B-B798-A399B2D1789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피드백만으로 해결되지 않는 좌표 집중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조정하더라도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sensitive 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axis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몰려 있으면 매우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축을 충분히 표현하기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늘리고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axis-aligned eigenvector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오차를 매우 중요하게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바꾸지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orthogonal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구조를 여러 좌표에 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4-6, Definition 1 and §4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0AB6AE-1A26-4143-B086-C43F58E225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고르게 퍼진 좌표 구조를 뜻한다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Frobenius 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비해 지나치게 크지 않아야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eigenvector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axis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강하게 정렬되지 않아야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분산 정도를 수치화하며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random orthogonal basis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높은 확률로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polylog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크기가 정확히 같아진다는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4-5, Definition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71ADCF-AF88-49C1-AEDB-D83EE527DB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Lemma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low-rank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직관에는 조건이 붙는다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μ-incoherent positive semidefinite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 diagonal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spectrum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 squared times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작다는 조건을 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plain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작은 형태로 비교할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low-rank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사실만으로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over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좋아진다고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dimension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함께 유지해야 하며 결과는 여전히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4-5, Lemma 2 and following comparison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EEF920-27FD-42AA-AD0D-0CAE5791F3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전처리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후처리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 preprocessing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안정화 항을 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rescaling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seeded random orthogonal matrices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둘을 같은 규칙에 따라 변환합니다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변환된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 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Post-processing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 matrices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생성해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방향의 변환과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rescaling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복원을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Orthogonal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quadratic 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정확히 같아지는 것이 아니라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목표로 하는 근사입니다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5-7, Algorithms 1-3 and Lemma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35D1DF2-9038-4083-A641-8C2668DE9E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데이터와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의존성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basis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 orthogonal matrices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재생성되므로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저장할 필요는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convention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실험은 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Kronecker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attention-head correlation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dashed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아니라 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의존성을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5-7, Algorithms 1-3 and §4.1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3545D6-F547-4451-8D09-DB81668B03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unbounded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설정을 분석합니다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b-bit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밖으로 나간 값을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발생하면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planned feedback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보정도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counterexample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작은 차이가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asymptotic behavior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악화할 수 있음을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practical base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clamped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unbounded theorem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7-8, §5.2 and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0DF500-9954-4964-9A63-7858CF55996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finite-grid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보장에는 별도 알고리즘이 필요하다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4-bit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clamped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불리해지는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counterexample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이론적으로 다루기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convex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stochastic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procedure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적절히 고르면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overflow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머무는 경우와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clamping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문제가 실제 실험에서 드물고 추가 계산이 크다는 이유로 보통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7-8, Eq. 7, Theorem 7; Supplement p. 29, Algorithm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C45E53-5233-462F-87AC-C8FAB02251B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관계는 지정된 알고리즘에 한정된다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논문이 지정한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linear-feedback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들어가며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equivalent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LDLQ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inversion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한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사용해 더 효율적이라고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결과를 모든 코드베이스나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clamp, order, numerical detail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확장하면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 alone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합친 이름입니다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6-7, §5.1 and Theorem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9DD8278-A016-4330-B46D-D4389801A35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blockwise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무작위로 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사용하며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전체를 한 번에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올려 공동 최적화하지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하나씩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양자화한 다음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calibration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통과시켜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geometry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앞선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전파된 상태가 반영됩니다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보고된 결과를 해석하는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p. 8, §6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FBC5982-5A26-4912-AD8E-8FF643E178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Llama 2 70B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결과의 조건부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2 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평가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WikiText2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낮을수록 좋고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높을수록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 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WikiText2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6.326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 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123.908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 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54.38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59.72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model, calibration, dataset, metric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모든 모델이나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StoryCloze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다른 열은 원문 표에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p. 9,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DD8378-2170-43EA-88FB-1E70717B32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OPT-30B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영향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OPT-30B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조합한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WikiText2 perplexity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OPTQ baseline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71.70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 plus IncP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Plain nearest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41547.8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결합하면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12.04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named table configuration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동기를 지지합니다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transform, model,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크기의 개선을 보장한다는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p. 9,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103404-E635-4FDF-B08E-D9EB14595FE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reported inference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조건이 붙는다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NVIDIA A6000 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OPT-66B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실행하고 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생성할 때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per-token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81 milliseconds, OPTQ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53 milliseconds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느립니다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 comparison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문맥에서 제시하지만 표 값의 단위는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milliseconds per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Kernel, metadata, retained precision, batch, sequence length, 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달라지면 결과도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9-10, Table 4 and Throughput Comparison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0A9365-E56E-4C89-A263-DE8B3E4F02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확립한 것과 남은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layer-local quadratic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중요한 입력 방향을 반영하고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제한된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linear-feedback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 rounding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orthogonal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높은 확률로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만든다는 구조적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Practical finite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stronger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2-bit 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품질은 지정된 실험에서 관찰된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경계들을 유지해야 논문 제목의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guarantees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마무리에서는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입력이 증폭하는 방향을 반영한다고 짚습니다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Adaptive 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확정된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바꾸지 않고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직교 전처리의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quadratic 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한정되며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뒤에는 근사 오차가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ICML 2024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후속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3-11, Theorems 1, 4, 7 and §7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E59142-89F1-4367-94F8-9E80E29C7D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별개 방법이다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이후에 발표된 별도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orthogonal matrices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Kronecker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randomized Hadamard transform, 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 lattice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codebook, inter-layer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도입합니다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계보를 공유하지만 구현과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RHT, E8P, residual vector quantization,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원 논문의 구성으로 넣으면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5-7, Algorithms 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quip-sharp | pp. 1-2, abstract and overview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QuIP#: Even Better LLM Quantization with Hadamard Incoherence and Lattice Codebooks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9292BE-8FC7-446A-8C47-34A01C8B59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관찰한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입력이고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입력의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moment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앞선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strictly upper-triangular feedback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나타나는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axis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얼마나 집중되어 있는지를 나타내는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3-5, Eqs. 1-4 and Definition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336E3AB-3F6A-4EAE-BF85-8CCE8C3DCE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주요 기술 설명과 실험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논문을 기준으로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Proceedings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제목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확인하는 데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구현 접근 지점입니다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과의 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ICML 2024 PMLR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overview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분리했습니다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neurips-record |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https://proceedings.neurips.cc/paper_files/paper/2023/hash/0df38cd13520747e1e64e5b123a78ef8-Abstract-Conference.html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neurips-paper | pp. 1-11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QuIP, NeurIPS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https://proceedings.neurips.cc/paper_files/paper/2023/file/0df38cd13520747e1e64e5b123a78ef8-Paper-Conference.pdf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arxiv-record |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 arXiv record and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https://arxiv.org/abs/2307.13304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| repository root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 authors' code repository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https://github.com/Cornell-RelaxML/QuIP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quip-sharp | paper record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QuIP#: Even Better LLM Quantization with Hadamard Incoherence and Lattice Codebooks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https://proceedings.mlr.press/v235/tseng24a.html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CFC3D66-66F5-4AB3-8CF9-D340A00274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QuIP: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보장이 있는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비트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QuIP: 2-Bit Quantization of Large Language Models With Guarantees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Jerry Chee, Yaohui Cai, Volodymyr Kuleshov, Christopher M. De Sa (2023)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좌표계를 바꾸고 오차를 다음 좌표에 전달해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줄이는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weight-only PTQ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neurips-record title and abstract; neurips-paper pp. 1-2, abstract and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문제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 밖의 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양자화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 모델의 재학습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변화의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quadratic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loss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비트 모델의 정확도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weight-only 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이론과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실험을 서로 다른 증거로 제시한다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1-3, abstract and §§1-3; quip-sharp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비트에서 독립 반올림이 어려운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크기의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오차도 입력이 자주 쓰는 방향에 따라 출력 영향이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8048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출력에 미치는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자주 쓰는 입력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작아 보여도 반복 증폭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변화가 클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드문 입력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크기의 오차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영향이 상대적으로 작을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소수의 큰 좌표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 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차지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나머지 좌표의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resolution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줄임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반올림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좌표를 따로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상쇄할 기회를 사용하지 못함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MSE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입력 민감도로 가중한 출력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1-3, motivation and Eq.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 대상은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입력에서의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proxy: E_x ‖(W_hat−W)x‖² = tr((W_hat−W)H(W_hat−W)^T)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linear layer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받는 대표 입력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출력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full-precision weight W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Wx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출력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weight W_hat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W_hat x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차이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입력에서 두 출력의 차를 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quadratic proxy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차이의 평균 제곱을 줄이는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p. 3, Eq.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입력 방향의 민감도와 상관을 기록한다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H=E[xx^T]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second moment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whole-model Hessian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261240"/>
                <a:gridCol w="5652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m×n weight matrix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양자화할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layer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같은 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값으로 표현한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차원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E[xx^T]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방향의 크기와 좌표 간 상관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H_12=0.8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correlated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 좌표의 오차가 함께 작용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off-diagonal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항이 크면 두 좌표의 오차 부호 조합도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p. 3, Eq. 1 and symbol definitions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adaptive rounding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과거 오차를 미래 좌표에 전달한다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고정한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되돌리지 않고 아직 자유로운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보정한다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mechanism-lane-round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mechanism-node-first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mechanism-node-residual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W_1−W_hat_1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mechanism-node-feedback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linear feedback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U_12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곱해 더함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mechanism-node-second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보정된 값을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고정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strictly upper-triangular 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앞선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으로만 피드백을 보낸다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3-4, Eq. 2 and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식에서 각 항의 역할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W_hat=Q(W+(W−W_hat)U), 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strictly upper triangular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52178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unbiased stochastic rounding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W−W_hat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 처리한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뒤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전달하는 계수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W+(W−W_hat)U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보정된 아직 자유로운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 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순서대로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아직 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quantizer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성능 차이는 피드백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전처리에서 나온다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3-4, Eq. 2 and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분해가 피드백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H=(U_bar+I)D(U_bar+I)^T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분해하고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U=U_bar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 geometry 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민감도와 상관을 담음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LDL factorization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triangular factor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 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분해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feedback U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strict upper factor U_bar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sequential rounding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전달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 bound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tr(D)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표현됨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좌표 결합 구조를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순서의 보정 계수로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p. 4, Eqs. 3-4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2×2 LDLQ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재계산의 설정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실험이 아닌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unbounded integer grid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예시이며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nearest rounding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1310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[0.49, 0.49]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번부터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[[1,0.8],[0.8,1]]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positive correlation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diag(0.36, 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 diagonal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U_12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둘째 값에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2-bit grid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예시는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산술만 검산하며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성능을 나타내지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3-4, Eqs. 2 and 4; educational calculation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둘째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36961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feedback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q1=0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q1=0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0.49−0=0.49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0.49−0=0.49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둘째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0.49+0.49×0.8=0.882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q2=0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q2=1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q−w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[−0.49,−0.49]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[−0.49,0.51]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positive coupling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같은 부호의 두 오차보다 반대 부호 오차가 덜 비쌀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3-4, Eqs. 2 and 4; educational calculation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loss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확인한다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eHe^T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e=q−w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043800"/>
                <a:gridCol w="21740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eHe^T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[−0.49,−0.49]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0.86436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부호가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coupling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더함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[−0.49,0.51]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0.10036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반대 부호가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coupling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상쇄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0.76400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예시 안에서만 성립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개별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결합된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quadratic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3-4, Eqs. 1-4; educational calculation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실제로 보장하는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52178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linear-feedback rounding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에만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geometry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positive semidefinite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layer-local proxy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clamp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별도 문제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stochastic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정리의 지정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stated worst·average bound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 정리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여기서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제한된 방법군과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표현이다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p. 4,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피드백만으로 해결되지 않는 좌표 집중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중요한 크기나 민감도 방향이 특정 축에 몰리면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uniform grid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불리하다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집중된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생기는 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소수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매우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맞춰짐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geometry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eigenvector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 axis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정렬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중요 방향이 한 좌표에 집중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low-bit 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수가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집중된 축을 세밀하게 표현하기 어려움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 결합은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나쁜 좌표계 자체는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번째 전략은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더 고른 좌표계로 바꾸는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4-6, Definition 1 and §4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incoherence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고르게 퍼진 좌표 구조를 뜻한다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956600"/>
                <a:gridCol w="52178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교육적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Frobenius norm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비해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몇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독점하지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eigenvector entry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μ/√n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 방향이 한 축에 정렬되지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정도를 나타내는 상수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작을수록 더 고르게 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basis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높은 확률로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polylog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정확히 같다는 뜻은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incoherence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정보 삭제가 아니라 같은 양을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basis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분산하는 구조적 조건이다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4-5, Definition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Lemma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low-rank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직관에는 조건이 붙는다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tr(D) ≤ (μ²/n)(tr(H^1/2))²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rank(H)=k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spectrum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연결할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3484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생략하면 안 되는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 PSD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geometry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행렬에 적용하지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μ-incoherent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tr(D)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spectrum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크면 이득이 약해짐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rank(H)=k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도입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무조건적인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k/n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μ²k&lt;n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asymptotic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dimension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low-rank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incoherence·μ·k·n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함께 만족할 때의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4-5, Lemma 2 and following comparison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전처리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후처리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W,H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rescale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하고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직교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basis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matched inverse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적용한다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W,H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full-precision 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geometry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rescale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 conditioning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 range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준비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orthogonal basis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incoherent basis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clamp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피드백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low-bit code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inverse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원래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convention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복원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identity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5-7, Algorithms 1-3 and Lemma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데이터와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의존성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main path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W,H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W_hat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진행하고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transform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inverse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같은 쌍으로 묶는다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mechanism-lane-main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mechanism-edge-e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mechanism-edge-e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mechanism-edge-e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mechanism-edge-e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mechanism-node-input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W,H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geometry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mechanism-node-scale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rescale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diagonal·range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mechanism-node-rotate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basis change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 W V^T, V H V^T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mechanism-node-round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LDLQ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clamp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mechanism-node-outpu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inverse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same seed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basis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inverse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orthogonal pair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묶는다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5-7, Algorithms 1-3 and §4.1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unbounded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 grid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"/>
          <p:cNvSpPr/>
          <p:nvPr/>
        </p:nvSpPr>
        <p:spPr>
          <a:xfrm>
            <a:off x="6095880" y="2323800"/>
            <a:ext cx="360" cy="190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Shape 2"/>
          <p:cNvSpPr/>
          <p:nvPr/>
        </p:nvSpPr>
        <p:spPr>
          <a:xfrm>
            <a:off x="3301920" y="251460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330192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Shape 4"/>
          <p:cNvSpPr/>
          <p:nvPr/>
        </p:nvSpPr>
        <p:spPr>
          <a:xfrm>
            <a:off x="888984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5"/>
          <p:cNvSpPr/>
          <p:nvPr/>
        </p:nvSpPr>
        <p:spPr>
          <a:xfrm>
            <a:off x="330192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3301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Shape 7"/>
          <p:cNvSpPr/>
          <p:nvPr/>
        </p:nvSpPr>
        <p:spPr>
          <a:xfrm>
            <a:off x="888984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Shape 8"/>
          <p:cNvSpPr/>
          <p:nvPr/>
        </p:nvSpPr>
        <p:spPr>
          <a:xfrm>
            <a:off x="6730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Shape 9"/>
          <p:cNvSpPr/>
          <p:nvPr/>
        </p:nvSpPr>
        <p:spPr>
          <a:xfrm>
            <a:off x="546084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Shape 10"/>
          <p:cNvSpPr/>
          <p:nvPr/>
        </p:nvSpPr>
        <p:spPr>
          <a:xfrm>
            <a:off x="673092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Shape 11"/>
          <p:cNvSpPr/>
          <p:nvPr/>
        </p:nvSpPr>
        <p:spPr>
          <a:xfrm>
            <a:off x="6095880" y="480060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12"/>
          <p:cNvSpPr/>
          <p:nvPr/>
        </p:nvSpPr>
        <p:spPr>
          <a:xfrm>
            <a:off x="4191120" y="1727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adaptive rounding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3"/>
          <p:cNvSpPr/>
          <p:nvPr/>
        </p:nvSpPr>
        <p:spPr>
          <a:xfrm>
            <a:off x="4191120" y="200664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얻은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순차 처리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4"/>
          <p:cNvSpPr/>
          <p:nvPr/>
        </p:nvSpPr>
        <p:spPr>
          <a:xfrm>
            <a:off x="127008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Theorem 1 path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5"/>
          <p:cNvSpPr/>
          <p:nvPr/>
        </p:nvSpPr>
        <p:spPr>
          <a:xfrm>
            <a:off x="127008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integer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하며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clamp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6"/>
          <p:cNvSpPr/>
          <p:nvPr/>
        </p:nvSpPr>
        <p:spPr>
          <a:xfrm>
            <a:off x="685800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QuIP path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7"/>
          <p:cNvSpPr/>
          <p:nvPr/>
        </p:nvSpPr>
        <p:spPr>
          <a:xfrm>
            <a:off x="685800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b-bit range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clamp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8"/>
          <p:cNvSpPr/>
          <p:nvPr/>
        </p:nvSpPr>
        <p:spPr>
          <a:xfrm>
            <a:off x="4191120" y="4191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 비교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9"/>
          <p:cNvSpPr/>
          <p:nvPr/>
        </p:nvSpPr>
        <p:spPr>
          <a:xfrm>
            <a:off x="4191120" y="4470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clamp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경로를 바꿈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0"/>
          <p:cNvSpPr/>
          <p:nvPr/>
        </p:nvSpPr>
        <p:spPr>
          <a:xfrm>
            <a:off x="4191120" y="52322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적용 경계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1"/>
          <p:cNvSpPr/>
          <p:nvPr/>
        </p:nvSpPr>
        <p:spPr>
          <a:xfrm>
            <a:off x="4191120" y="55119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 clamp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7-8, §5.2 and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finite-grid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보장에는 별도 알고리즘이 필요하다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892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QuIP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clamp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실험에서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clipping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feedback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왜곡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 counterexample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convex program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stochastic rounding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finite-grid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적절한 조건에서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overflow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자동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실용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clipping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드물어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QuIP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계산을 피함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stronger finite-grid 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더 비싼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special procedure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붙어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7-8, Eq. 7, Theorem 7; Supplement p. 29, Algorithm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관계는 지정된 알고리즘에 한정된다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50004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feedback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 전체가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setup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equivalence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clamp·order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조건을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inversion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Cholesky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구현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QuIP=LDLQ+incoherence processing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단독과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차별점은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피드백뿐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incoherence pre·post processing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6-7, §5.1 and Theorem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blockwise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C4 segment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사용하고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segment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길이는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2048 token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mechanism-lane-blocks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blockwise PTQ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mechanism-edge-e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mechanism-edge-e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mechanism-edge-e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mechanism-edge-e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mechanism-node-c4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C4 calibration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128 segments × 2048 tokens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mechanism-node-b1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뒤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quantize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mechanism-node-out1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input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mechanism-node-b2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 input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mechanism-node-later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later blocks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절차 반복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앞서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된 출력의 영향을 반영한다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p. 8, §6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 2 70B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비트 결과의 조건부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protocol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낮을수록 좋고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accuracy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높을수록 좋다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174040"/>
                <a:gridCol w="1956600"/>
                <a:gridCol w="195660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WikiText2 PPL↓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ArcE↑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PiQA↑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3.319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5.709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59.72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80.90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2-bit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123.908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70.541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25.34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50.54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 2-bit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6.326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8.937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54.38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 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3.853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6.135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59.81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표는 해당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 2 70B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 2-bit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OPTQ 2-bit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큰 차이를 보여 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p. 9,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OPT-30B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영향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WikiText2 PPL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동일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model·bit·metric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 안에서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391480"/>
                <a:gridCol w="260892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 processing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 processing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 / QuIP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71.70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계열에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LDLQ-RG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49.40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11.68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reorder·greedy variant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4816.6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11.59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41547.8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12.04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양쪽 표의 동일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OPT-30B Table 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preprocessing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비트 결과를 크게 바꾼다는 증거다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p. 9,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inference time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조건이 붙는다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A6000, OPT-66B, batch 1, generated sequence length 128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per-token time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3152520"/>
                <a:gridCol w="23914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per-token 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53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efficient quantized forward pass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81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느림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IncP addition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PyTorch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A6000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OPT-66B, length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latency/time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낮을수록 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heading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 bits per 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deployment memory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자동 결정되지는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9-10, Table 4 and Throughput Comparison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확립한 것과 남은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확립한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확립하지 않은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input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가중한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quadratic 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whole-model task 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제한된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linear-feedback family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optimum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높은 확률의 구조 개선과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소멸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clamp path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자동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model·dataset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LLM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좋은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basis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3-11, Theorems 1, 4, 7 and §7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QuIP#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별개 방법이다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NeurIPS 2023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ICML 2024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 transform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orthogonal Kronecker factors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randomized Hadamard transform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LDLQ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BlockLDLQ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 lattice 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단계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method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fine-tuning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inter-layer fine-tuning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feedback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출발점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계보를 확장한 후속 논문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Hadamard·E8 codebook·fine-tuning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내부 단계로 설명하면 논문이 섞인다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5-7, Algorithms 1-3; quip-sharp pp. 1-2, abstract and overview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notation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8" name="Table 0"/>
          <p:cNvGraphicFramePr/>
          <p:nvPr/>
        </p:nvGraphicFramePr>
        <p:xfrm>
          <a:off x="660240" y="1676520"/>
          <a:ext cx="10870920" cy="4343040"/>
        </p:xfrm>
        <a:graphic>
          <a:graphicData uri="http://schemas.openxmlformats.org/drawingml/2006/table">
            <a:tbl>
              <a:tblPr/>
              <a:tblGrid>
                <a:gridCol w="2174040"/>
                <a:gridCol w="54352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결정되는 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full-precision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 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거친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quantized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forward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E[xx^T] second-moment geometry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U,D,μ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feedback, LDL diagonal, incoherence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factorization·analysis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9" name="Shape 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Text 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neurips-paper pp. 3-5, Eqs. 1-4 and Definition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3" name="Table 0"/>
          <p:cNvGraphicFramePr/>
          <p:nvPr/>
        </p:nvGraphicFramePr>
        <p:xfrm>
          <a:off x="660240" y="1676520"/>
          <a:ext cx="10870920" cy="4343040"/>
        </p:xfrm>
        <a:graphic>
          <a:graphicData uri="http://schemas.openxmlformats.org/drawingml/2006/table">
            <a:tbl>
              <a:tblPr/>
              <a:tblGrid>
                <a:gridCol w="2717640"/>
                <a:gridCol w="467460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 proceedings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NeurIPS 2023 paper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서지와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 paper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NeurIPS public PDF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알고리즘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 arXiv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2307.13304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version history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 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github.com/Cornell-RelaxML/QuIP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 공개 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 paper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PMLR 235, tseng24a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후속 방법의 경계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4" name="Shape 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Text 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neurips-record paper record; neurips-paper pp. 1-11; arxiv-record version history; code repository root; quip-sharp paper record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2026-09-12T05:13:14Z</dcterms:created>
  <dc:creator>Research Seminars</dc:creator>
  <dc:description/>
  <dc:language>ko-KR</dc:language>
  <cp:lastModifiedBy>Research Seminars</cp:lastModifiedBy>
  <dcterms:modified xsi:type="dcterms:W3CDTF">2026-09-12T05:13:14Z</dcterms:modified>
  <cp:revision>1</cp:revision>
  <dc:subject>QuIP: 2-Bit Quantization of Large Language Models With Guarantees</dc:subject>
  <dc:title>QuIP: 보장이 있는 2비트 LLM 양자화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28</vt:r8>
  </property>
  <property fmtid="{D5CDD505-2E9C-101B-9397-08002B2CF9AE}" pid="3" name="PresentationFormat">
    <vt:lpwstr>On-screen Show (16:9)</vt:lpwstr>
  </property>
  <property fmtid="{D5CDD505-2E9C-101B-9397-08002B2CF9AE}" pid="4" name="Slides">
    <vt:r8>28</vt:r8>
  </property>
</Properties>
</file>