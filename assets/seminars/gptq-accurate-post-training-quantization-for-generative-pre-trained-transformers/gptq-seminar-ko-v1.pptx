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3E93BCCB-B8B6-41E0-BB98-B8777C37EC9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GPTQ: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대규모 언어 모델의 정확한 사후 양자화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이미 학습된 대규모 언어 모델의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수준으로 줄이는 사후 양자화 방법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질문은 단순히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가장 가까운 값으로 반올림하는 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 입력을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통과시켰을 때 원래 출력과 양자화한 출력이 최대한 비슷하도록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생긴 오차를 아직 고정하지 않은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보상하는 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문제와 기호를 정의하고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계산으로 보상 원리를 확인한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아이디어를 거대한 행렬까지 확장한 세 가지 변경과 실제 배포 조건을 구분해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1, Abstract and §1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F4BBC0B-1C0D-4B2A-A016-79ECF41FD6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출발점인가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억 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weight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GB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관례로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326GB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KV cache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포함한 전체 추론 메모리가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저장만을 강조한 출발점입니다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당시 최고급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컸기 때문에 모델을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나눠야 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이미 학습된 모델을 다시 학습시키지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bit-width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낮추면서 정확도를 유지하려고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목표는 파일 크기만 줄이는 것이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대표 입력에 대해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비슷한 출력을 내도록 만드는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1-2, §1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F2CD64-F293-4379-BBF6-FBCB6B750A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구분할 네 가지 용어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낮은 정밀도로 바꾸되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원래 정밀도에 두는 설정입니다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post-training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약자로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사전 학습을 끝낸 모델을 재학습하지 않고 양자화합니다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데이터는 전체 학습 데이터가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실제로 자주 받는 입력 방향을 관찰하기 위한 작은 표본입니다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압축된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읽어 실제 곱셈을 수행하는 실행 장치입니다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알고리즘은 어떤 양자화 값을 선택할지를 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bit packing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값을 어떻게 저장하고 실행할지를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둘을 섞으면 정확도 개선과 속도 개선의 원인을 잘못 설명하게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2-3, §2-3; p. 9, §6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6F46975-560A-46FB-9EBB-CB04A88073B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허용된 값의 집합이다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선택할 수 있는 유한한 값들의 집합입니다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quant(w)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주어진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한 값으로 보냅니다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뒤의 계산 예시에서는 원리를 쉽게 확인하기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논문의 주요 실험은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범위를 정하는 균일한 비대칭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min-max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원래 수치 범위를 알 수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 point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말이 모델 전체가 정확히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§3; p. 6,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0CB2AA8-E82E-4F3F-AFC9-DF86E3C6E16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독립 반올림 전에 행렬 기호부터 읽자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 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행렬이고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그중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들어온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하나입니다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해당 출력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표본에 대해 만든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W_hat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양자화된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크기의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오차라도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자주 나타나는 방향과 겹치면 출력 오차가 커질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원소 차이만 최소화하지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WX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슬라이드의 숫자는 다음 계산을 위한 교육용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§3, Eq.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CD3104-7057-4FF6-B72D-851CAA4C7E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목표는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 재구성이다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목적식은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출력 오차의 제곱합을 가장 작게 하는 것을 찾는다는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양자화된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경로에 들어가므로 두 출력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W_hat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비교할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목적은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표본에 대한 재구성입니다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downstream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성질을 직접 최적화하거나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보지 않은 모든 입력에서 같은 출력을 보장하는 목적은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§3, Eq.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3A98C8C-F509-4C7A-83E2-5700D0FD5B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입력 방향의 민감도를 담는다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재구성 목적은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분리할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양자화를 시작할 때 전체 좌표의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H=2XX^T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iteration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진행되어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좌표 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남으면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대상은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H_F=2X_F X_F^T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H_F^-1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그 행렬의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mathematical 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오차와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free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보상 방향을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이미 고정한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precision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복구하는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값만 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damping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다른 시작 행렬과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 working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쓰므로 이 기호와 구분하겠습니다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3-4, §3, Eqs. 2-3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DB61684-97B5-4D38-8E21-CCDC4569CD6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OBQ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고정하고 나머지를 보상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Optimal Brain Quantization,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보상 아이디어에서 출발합니다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양자화했을 때 추가 오차가 가장 작은 좌표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값에 고정한 다음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오차와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이용해 아직 자유로운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움직입니다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제거하고 다시 다음 좌표를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scaled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양자화 오차의 제곱과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대각이 함께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정확한 식 자체보다 중요한 점은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고정한 오차가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값과 반올림 결과까지 바꿀 수 있다는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3-4, §3, Eqs. 2-3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C515E21-8F92-48F1-B976-BDC60E979D9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준비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논문의 모델 실험값이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보상 의미를 검산하기 위한 작은 구성입니다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0.55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값을 가진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갖습니다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2XX^T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H^-1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번째 좌표를 먼저 양자화한 뒤 두 번째 좌표가 어떻게 이동하고 최종 반올림이 어떻게 달라지는지 보겠습니다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column,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비대칭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grid, damping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처리를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Eqs. 1-2; educational calculation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B0A3D7-6E8B-4A3E-B227-1852B088A01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최종 반올림을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0.80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고정하면 원래 값에서 고정 값으로의 차이는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-0.20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inverse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적용하면 남아 있는 둘째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-0.10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보상이 들어가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둘째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반올림되고 최종 벡터는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[1,0]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출력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[1.35,0.55]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[1,0]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[1,0]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제곱을 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각각 독립 반올림한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[1,1]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[2,1]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제곱을 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모델 전체 성능을 보장하는 예시가 아니라 보상으로 다음 반올림이 바뀔 수 있음을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3, Eq. 2; educational calculation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5FA040-502D-4B0F-B23D-6F306BD2CE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그대로의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거대 행렬에서 비싸다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양자화 오차를 보고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고정할 때마다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에서도 그 좌표를 제거하는 갱신이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구조의 계산량은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d_row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세제곱으로 주어집니다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규모의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ResNet-50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약 한 시간이 걸리는 예를 들며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수십억에서 수천억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parameter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모델에는 그대로 적용하기 어렵다고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순차 보상의 핵심을 유지하면서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공유할 수 있는 순서와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 실행으로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3-4, §3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C06D2FD-45EF-4ED4-B2B1-9CF5E93AA3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OBQ: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3×4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행렬은 논문 수치를 복사한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상태를 보이는 교육용 좌표 그림입니다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c2, r2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c4, r3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고른 상태입니다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세로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동시에 처리하지 않으므로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집합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진행이 서로 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다음 좌표를 고르기 때문에 이런 분기가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슬라이드에서는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어떻게 세로로 맞추는지 같은 좌표 표로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§4 Step 1 and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19E435-8092-4839-9D18-CE04C74CCDA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GPTQ: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세로로 정렬된다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같은 순간에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고정되었고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하나의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H_F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공통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계산되므로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 working progression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다시 만들 필요가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한 번 공유하면서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병렬로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fixed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greedy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비슷한 오차를 보였다고 관찰했지만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순서가 동일하다는 정리는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§4 Step 1 and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89B5842-086C-4DCE-9B10-8B41E2FECDD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공통 순서가 바꾸는 계산 복잡도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OBQ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갱신 진행을 되풀이하므로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O(d_row d_col^3)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쓰면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관련 진행을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d_col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번만 수행하고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계산을 행렬 연산으로 공유할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결과 복잡도를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O(max(d_row d_col^2, d_col^3))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제시하며 원래보다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min(d_row,d_col)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계수만큼 줄었다고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구조 변화이고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lazy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이론적 계산량 자체보다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실행 효율을 개선합니다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4, §4 Step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CF75F46-2313-4F2C-9DA7-7CF516F844B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Lazy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B=2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행렬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B=128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좌표 상태를 읽기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B=2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줄인 교육용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schematic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논문의 측정 행렬이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이미 양자화가 끝난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past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양자화하고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다음에 처리할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즉시 보상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지금은 손대지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끝날 때까지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결정에는 아직 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필요하지 않기 때문에 이 지연이 가능하며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슬라이드의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오차를 모아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번에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§4 Step 2, Eqs. 4-5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BAE727F-CE9D-4BE1-990C-0623AE793C3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E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 column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scaled quantization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별로 저장하는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d_row×B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즉시 채워지고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처리할 때 둘째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채워집니다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내부 보상에도 사용되며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끝난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working factor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block-to-later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조각과 곱해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번에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E1, E2, E3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R_block,c4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잇는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working-factor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미뤄지는 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기록이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later-column global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행렬 연산 묶음이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memory-throughput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활용을 높이지만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nominal compute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§4 Step 2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508620-9024-4F21-9FCF-8A527D12251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3: damping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안정화한다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모델에서는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inverse 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반복하면서 수치 오차가 누적되어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indefinite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H_tilde=2XX^T+lambda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 대각값의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H_tilde^-1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damped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mathematical 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이어서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전치한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working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여기서는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편의상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H^-1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이라는 변수 이름에 덮어쓰지만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inverse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원소가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 working factor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원소입니다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재구성은 안정성과 효율을 위한 것이며 양자화를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만들지는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§4 Step 3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1D5BCF2-D8C2-4750-BE20-5B18F8D5FF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다섯 동작으로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damped inverse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 working factor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이 단계 뒤에도 변수 이름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H^-1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재사용하지만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수업에서는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true inverse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구분하려고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부릅니다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최종 양자화 행렬이고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scaled error 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column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양자화한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R[j,j:block]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종료 뒤에는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R[block,later]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곱해 뒤쪽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번에 갱신합니다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행렬이지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전체의 하나의 전역 행렬이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5,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9BF5F52-C10A-4203-AF6D-1A0CEA8B48E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출력을 이어받는다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데이터는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무작위로 뽑은 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 token segment 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동시에 올리지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차례로 적재합니다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누적하고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양자화합니다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그런 다음 같은 입력을 완전히 양자화된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다시 통과시켜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입력을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뒤쪽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경로의 입력이 아니라 앞선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양자화 영향이 포함된 입력을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end-to-end retraining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전달입니다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§5 Setup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6EC83F3-6858-4D4D-A160-F391293B5F2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주요 대규모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round-to-nearest, 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정확히 같은 균일한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비대칭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min-max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가장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값으로 독립 반올림합니다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second-order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정보를 이용해 한 좌표의 오차를 남은 좌표에 보상합니다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accuracy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더 세밀한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사용한 결과라고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적용한 별도 행에서는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 granularity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비용이 달라지므로 구분해야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6, §5 Setup and Baselines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961AC4B-3A1F-43BE-86FC-E743D7BABF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OPT-175B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perplexity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표는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OPT-175B WikiText2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결과만 추린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낮을수록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8.37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precision 8.34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가깝고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10.54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8.68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제곱으로 크게 무너집니다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OPT-175B, WikiText2,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 한정됩니다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모델에서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실패한다거나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PPL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안전성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추론 능력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downstream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대표한다고 일반화하면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7, Table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A212CEC-0115-4B0F-B90E-17BBA6B85B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Grouping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정확도와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묶음마다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grid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범위에 더 잘 맞을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자주 저장해야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OPT-175B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WikiText2 PPL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8.68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g1024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8.45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결과에서는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9.58, g32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8.94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 point metadata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포함해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각각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같은 정확한 저장비용의 비교로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8-9, Tables 5 and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8D0EE1-2193-400E-9D66-4FAA435CD41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Algorithm, packing,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서로 다른 단계다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알고리즘은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재구성 오차를 줄이도록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결정합니다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packed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grid level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같은 정수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표현하고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 point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흐름은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byte layout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정의한다는 뜻이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추론에서는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압축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동적으로 복원하면서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full-precision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없다면 양자화된 값은 작게 저장되어도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개선이 그대로 나오지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표현도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조건에서는 성능이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Practical Speedups; p. 13, A.2.2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D4D2C4B-E2A1-45A2-B92D-1B2C85AF16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수치에는 실행 조건이 붙는다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OPT-175B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유지한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포함해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63GB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2048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KV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80GB A100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대에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size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생성할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A100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5-GPU FP16 230ms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1-GPU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71ms, A6000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8-GPU FP16 589ms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2-GPU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130ms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표현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GPU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함께 바뀐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숫자를 현재 모든 하드웨어나 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고정 배율로 인용하면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8, Table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CBD2DED-CB44-4FA8-91D3-6889B2EF6E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속도는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memory-bound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생성에서 나온다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Autoregressive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생성은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하나씩 처리하므로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행렬과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곱이 반복되고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병목이 되기 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계산 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추가 연산을 감수하는 대신 훨씬 적은 압축 데이터를 읽습니다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A.2.2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communication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미만이며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HuggingFace, attention, residual, LayerNorm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비양자화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비교에서 같다고 설명하므로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거의 전부를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matrix-vector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귀속합니다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matrix-matrix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곱에는 같은 결과를 일반화할 수 없고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포함하지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p. 9, §6; p. 13, A.2.2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13B5E3-ECB0-43E3-AD01-D165A3758ED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확립한 것과 남겨 둔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입력에서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출력을 재구성하도록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순차 양자화하고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inverse-Hessian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정보로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거대 모델까지 확장하기 위해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공유하고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128-column lazy block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묶으며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damping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Cholesky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수치적으로 안정화합니다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결과와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custom kernel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평가했습니다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가져왔으므로 완전히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zero-shot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repository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후대 기능인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act-order, true-sequential, LLaMA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frozen ICLR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결과로 섞지 않아야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pp. 3-9; pp. 13-14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GPTQ, arXiv v2 and ICLR 2023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https://arxiv.org/pdf/2210.17323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| repository version context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GPTQ author repository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https://github.com/IST-DASLab/gptq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AE0052-DED9-4F7D-963E-014C36B9AF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GPTQ: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대규모 언어 모델의 정확한 사후 양자화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GPTQ: Accurate Post-Training Quantization for Generative Pre-trained Transformers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Elias Frantar, Saleh Ashkboos, Torsten Hoefler, Dan Alistarh (2023)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재학습 없이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줄이되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calibration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입력에서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출력을 보존하는 방법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1, Abstract and §1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memory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출발점인가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175B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규모에서는 추론을 시작하기 전부터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저장이 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요구한다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GPT-3 175B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326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만으로 단일 고용량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넘음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기존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비용과 배치 복잡도가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질문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비트 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재학습 없이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출력을 보존할 수 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압축률만이 아니라 양자화 뒤의 출력 오차가 핵심 제약이다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1-2, §1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구분할 네 가지 용어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380484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양자화는 실험 범위 밖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뒤에 수행하는 양자화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재학습이나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fine-tuning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작은 대표 입력 표본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민감도를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Inference kernel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곱셈을 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값 선택 규칙과 별도 계층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weight-only one-shot 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2-3, §2-3; p. 9, §6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grid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허용된 값의 집합이다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quant(w)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full-precision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정해진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grid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값으로 보낸다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69612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주의할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0.80, 0.55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연속적인 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{0, 1}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논문 설정보다 단순한 예시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저장되는 양자화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level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번호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zero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복원하는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 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수와 전체 저장량은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주 실험은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비대칭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min-max grid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§3; p. 6,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독립 반올림 전에 행렬 기호부터 읽자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linear layer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출력은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입력의 곱으로 결정된다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23972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교육용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뜻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[0.80, 0.55]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[[1,0],[1,1]]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[1.35, 0.55]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두 출력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W_hat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허용된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값으로 만든 행렬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입력에서의 출력 차이를 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§3, Eq.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목표는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 재구성이다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calibration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||WX - W_hat X||^2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작게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9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X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원래 출력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 weight W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WX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 출력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W_hat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W_hat X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출력 차이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출력의 차를 구함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제곱합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차이의 제곱합을 최소화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§3, Eq.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입력 방향의 민감도를 담는다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iteration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H_F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구분하면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OBQ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보상식을 정확히 읽을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34844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교육용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2XX^T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양자화 시작 전 전체 좌표의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2X_F X_F^T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free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좌표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남긴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Hessian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H_F^-1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H_F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 inverse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Eq. 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제거에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고정하지 않은 좌표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보상을 받을 수 있는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이번에 양자화할 좌표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뒤 되돌리지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오며 전체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Transformer Hessian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3-4, §3, Eqs. 2-3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고정하고 나머지를 보상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Greedy order: (quant(w_q)-w_q)^2 / [H_F^-1]qq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작은 좌표부터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좌표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scaled 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고른다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grid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고정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w_q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quant(w_q)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정한다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오차 계산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고정 전후 차이를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H_F^-1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대각으로 나눈다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H_F^-1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 column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방향으로 남은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좌표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제거한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inverse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과정을 반복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정확도의 원천은 독립 반올림이 아니라 순차 보상이다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3-4, §3, Eqs. 2-3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준비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실제 모델 측정이 아니라 보상 계산을 다시 수행할 수 있게 만든 작은 예시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78332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[0.80, 0.55]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{0, 1}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가장 가까운 값으로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[[1,0],[1,1]]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column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true H^-1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[[2,2],[2,4]], [[1,-0.5],[-0.5,0.5]]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곱하면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첫 좌표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0.80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먼저 양자화하고 둘째 좌표의 변화를 추적한다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Eqs. 1-2; educational calculation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보상은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0.55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최종 반올림을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52178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좌표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q0=1,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0.80-1=-0.20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남은 좌표 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delta=-(-0.20)/1 × [1,-0.5]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0.55 -&gt; 0.45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둘째 좌표 고정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반올림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[1,0]: 0.425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[1,1]: 0.625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예시에서는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Hessian-aware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순차 보상이 출력 재구성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낮춘다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3, Eq. 2; educational calculation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그대로의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거대 행렬에서 비싸다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696120"/>
                <a:gridCol w="32612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OBQ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 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greedy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탐색과 상태가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inverse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고정할 때마다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많은 작은 갱신이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d_row × d_col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O(d_row d_col^3)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중간 규모 사례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ResNet-50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보상 원리를 버리지 않고 반복 구조를 재배치한다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3-4, §3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OBQ: row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column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고정 완료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next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이번 선택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F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아직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free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인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좌표다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337120"/>
                <a:gridCol w="2337120"/>
                <a:gridCol w="2337120"/>
                <a:gridCol w="2337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w11: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w12: next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w13: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w14: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w21: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w22: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w23: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w24: next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w31: next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w32: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w33: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w34: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F_r mask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H_F_r^-1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진행이 달라져 하나의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update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공유하기 어렵다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§4 Step 1 and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active column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세로로 정렬된다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처리하므로 하나의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 mask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working progression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공유한다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337120"/>
                <a:gridCol w="2337120"/>
                <a:gridCol w="2337120"/>
                <a:gridCol w="2337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w11: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w12: next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w13: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w14: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w21: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w22: next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w23: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w24: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w31: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w32: next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w33: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w34: 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에만 의존하므로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progression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d_col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번만 갱신한다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§4 Step 1 and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공통 순서가 바꾸는 계산 복잡도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369612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복잡도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줄어드는가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O(d_row d_col^3)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inverse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진행을 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 Step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O(max(d_row d_col^2, d_col^3))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inverse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진행을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min(d_row, d_col)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재구조화의 이론적 감소 계수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개선은 공통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순서에서 생기며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실행의 역할과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4, §4 Step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Lazy 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상태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B=2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행렬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B=128;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여기서는 좌표 상태를 보이려고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그린다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337120"/>
                <a:gridCol w="2337120"/>
                <a:gridCol w="2337120"/>
                <a:gridCol w="2337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c1 past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c2 active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c3 block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later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w11: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w12: quant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w13: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w14: defer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w21: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w22: quant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w23: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w24: defer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w31: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w32: quant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w33: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w34: defer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inner 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즉시 갱신하지만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c4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종료 전까지 바꾸지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§4 Step 2, Eqs. 4-5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 buffer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later column update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inner loop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즉시 기록되고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later update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끝까지 지연된다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282760"/>
                <a:gridCol w="228276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E[:,0]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E[:,1]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global update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e10 from w12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e11 from w13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w14 &lt;- w14 - E1 R_block,c4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e20 from w22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e21 from w23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w24 &lt;- w24 - E2 R_block,c4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e30 from w32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e31 from w33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w34 &lt;- w34 - E3 R_block,c4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전체식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W[:,later] &lt;- W[:,later] - E R[block,later]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§4 Step 2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변경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3: damping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Cholesky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안정화한다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반복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inverse update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수치 오차가 누적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damped Hessian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H_tilde=2XX^T+lambda I, lambda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평균 대각의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1%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true inverse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수치적으로 안정화한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H_tilde^-1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working factor 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R=chol(H_tilde^-1)^T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미리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순차 사용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 loop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필요한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조각을 읽음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Cholesky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exactness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보장이 아니라 안정성과 효율을 위한 재구성이다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§4 Step 3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다섯 동작으로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양자화 출력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scaled error buffer, 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Cholesky working factor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준비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R=chol((2XX^T+lambda I)^-1)^T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준비하고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 column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범위를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column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W[:,j]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Q[:,j]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고정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R[j,j:block]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남은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뒤쪽 보상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 R[block,later]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이후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한 번에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행렬에서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column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병렬로 처리한다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5,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quantized block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출력을 이어받는다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표본 수집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2048-token segment 128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2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적재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Transformer 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묶음을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올림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7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누적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실제 입력으로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누적하고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출력을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입력으로 전달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block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앞선 양자화 오차가 반영된 입력으로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§5 Setup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RTN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grid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비교한다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비대칭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min-max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동일한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비대칭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min-max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 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독립 반올림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순차 양자화와 오차 보상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 선택에 사용하지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재구성 민감도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 목적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빠른 대규모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절차의 정확도 효과 확인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주요 비교의 차이는 더 유리한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grid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reconstruction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절차다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6, §5 Setup and Baselines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OPT-175B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perplexity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WikiText2 PPL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낮을수록 좋다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1521720"/>
                <a:gridCol w="195660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precision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비압축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10.54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독립 반올림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8.68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설정에서 낮은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7.3e3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모델과 설정에서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collapse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데이터셋의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결과이며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모델 품질을 대표하지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7, Table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정확도와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metadata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717640"/>
                <a:gridCol w="3043800"/>
                <a:gridCol w="5109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OPT-175B Wiki2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 3-bit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8.68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 g1024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8.45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1024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연속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3-bit g128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8.45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zero metadata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g128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9.58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 bit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라는 별도 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2-bit g32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8.94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2.6 bit, metadata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 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비교하지 말고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크기와 평균 저장비용을 함께 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8-9, Tables 5 and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Algorithm, packing, kernel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서로 다른 단계다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GPTQ algorithm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재구성 오차를 보고 양자화 값을 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code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grid level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낮은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정수로 표현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0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Packed storage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일반적 배포에서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scale, zero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배치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Runtime kernel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동적으로 복원하며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곱함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0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 output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KV cache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비양자화 연산을 포함해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second-order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 선택만으로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자동 개선되지는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Practical Speedups; p. 13, A.2.2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수치에는 실행 조건이 붙는다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2174040"/>
                <a:gridCol w="25002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 3-bit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5×A100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63GB, 1×A100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OPT-175B, embedding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KV history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2048 token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A100 latency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230 ms/token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71 ms/token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GPU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GPU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A6000 latency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589 ms/token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130 ms/token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 GPU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GPU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 공통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길이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128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custom kernel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kernel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비교이므로 보편 배율이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8, Table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속도는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memory-bound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생성에서 나온다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152520"/>
                <a:gridCol w="304380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형태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주된 병목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생성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matrix-vector memory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읽고 동적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dequantize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dequantization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감소로 상쇄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matrix-matrix compute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custom kernel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결과를 일반화 못함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논문의 병목 대상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실험에서는 양자화하지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movement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줄이며 수학적 곱셈 횟수를 줄인다고 주장하지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p. 9, §6; p. 13, A.2.2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확립한 것과 남겨 둔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확립한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확립하지 않은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BLOOM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weight-only 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양자화한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 재구성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unseen 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성질의 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shared order, lazy block, Cholesky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순서가 같다는 이론적 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custom-kernel latency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speedup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ICLR 2023 paper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후대의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act-order, true-sequential, LLaMA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 선택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확장 구조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 형식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kernel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분리하면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정확히 설명할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pp. 3-9; pp. 13-14; code repository version context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2026-09-12T03:53:18Z</dcterms:created>
  <dc:creator>Research Seminars</dc:creator>
  <dc:description/>
  <dc:language>ko-KR</dc:language>
  <cp:lastModifiedBy>Research Seminars</cp:lastModifiedBy>
  <dcterms:modified xsi:type="dcterms:W3CDTF">2026-09-12T03:53:18Z</dcterms:modified>
  <cp:revision>1</cp:revision>
  <dc:subject>GPTQ: Accurate Post-Training Quantization for Generative Pre-trained Transformers</dc:subject>
  <dc:title>GPTQ: 대규모 언어 모델의 정확한 사후 양자화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26</vt:r8>
  </property>
  <property fmtid="{D5CDD505-2E9C-101B-9397-08002B2CF9AE}" pid="3" name="PresentationFormat">
    <vt:lpwstr>On-screen Show (16:9)</vt:lpwstr>
  </property>
  <property fmtid="{D5CDD505-2E9C-101B-9397-08002B2CF9AE}" pid="4" name="Slides">
    <vt:r8>26</vt:r8>
  </property>
</Properties>
</file>