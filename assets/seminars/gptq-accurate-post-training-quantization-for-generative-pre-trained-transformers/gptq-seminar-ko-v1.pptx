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GPTQ: 대규모 언어 모델의 정확한 사후 양자화
발표 대본
이 논문은 이미 학습된 대규모 언어 모델의 weight를 3비트나 4비트 수준으로 줄이는 사후 양자화 방법 GPTQ를 제안합니다. 핵심 질문은 단순히 각 weight를 가장 가까운 값으로 반올림하는 법이 아닙니다. 대표 입력을 layer에 통과시켰을 때 원래 출력과 양자화한 출력이 최대한 비슷하도록, 한 weight에서 생긴 오차를 아직 고정하지 않은 다른 weight에 보상하는 법입니다. 먼저 문제와 기호를 정의하고, 작은 계산으로 보상 원리를 확인한 뒤, 이 아이디어를 거대한 행렬까지 확장한 세 가지 변경과 실제 배포 조건을 구분해 보겠습니다.
공개 출처
paper | p. 1, Abstract and §1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weight memory가 출발점인가
발표 대본
논문은 1750억 개 parameter의 FP16 weight memory가 binary GB 관례로 약 326GB라고 설명합니다. 이것은 activation이나 KV cache까지 포함한 전체 추론 메모리가 아니라 weight 저장만을 강조한 출발점입니다. 당시 최고급 단일 GPU보다 컸기 때문에 모델을 여러 GPU에 나눠야 했습니다. GPTQ는 이미 학습된 모델을 다시 학습시키지 않고 weight bit-width를 낮추면서 정확도를 유지하려고 합니다. 따라서 목표는 파일 크기만 줄이는 것이 아니라, 양자화된 layer가 대표 입력에 대해 원래 layer와 비슷한 출력을 내도록 만드는 것입니다.
공개 출처
paper | pp. 1-2, §1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먼저 구분할 네 가지 용어
발표 대본
Weight-only는 weight를 낮은 정밀도로 바꾸되 activation은 원래 정밀도에 두는 설정입니다. PTQ는 post-training quantization의 약자로, 사전 학습을 끝낸 모델을 재학습하지 않고 양자화합니다. Calibration 데이터는 전체 학습 데이터가 아니라 layer가 실제로 자주 받는 입력 방향을 관찰하기 위한 작은 표본입니다. 마지막으로 inference kernel은 압축된 code를 읽어 실제 곱셈을 수행하는 실행 장치입니다. GPTQ 알고리즘은 어떤 양자화 값을 선택할지를 정하고, bit packing과 kernel은 그 값을 어떻게 저장하고 실행할지를 정합니다. 이 둘을 섞으면 정확도 개선과 속도 개선의 원인을 잘못 설명하게 됩니다.
공개 출처
paper | pp. 2-3, §2-3; p. 9, §6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양자화 grid는 허용된 값의 집합이다
발표 대본
양자화 grid는 weight가 선택할 수 있는 유한한 값들의 집합입니다. quant(w)는 주어진 weight를 이 grid의 한 값으로 보냅니다. 뒤의 계산 예시에서는 원리를 쉽게 확인하기 위해 0과 1만 있는 grid를 사용합니다. 실제 논문의 주요 실험은 각 row마다 범위를 정하는 균일한 비대칭 min-max grid를 사용합니다. 정수 code만으로 원래 수치 범위를 알 수 없으므로 scale과 zero point 같은 metadata도 필요합니다. 따라서 3비트 code라는 말이 모델 전체가 정확히 parameter당 3비트라는 뜻은 아닙니다.
공개 출처
paper | p. 3, §3; p. 6, Setup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독립 반올림 전에 행렬 기호부터 읽자
발표 대본
W는 한 linear layer의 full-precision weight 행렬이고, w는 그중 한 row입니다. X의 각 column은 이 layer에 들어온 calibration 입력 하나입니다. 따라서 WX의 각 row는 해당 출력 channel이 calibration 표본에 대해 만든 값입니다. W_hat은 양자화된 weight 행렬입니다. 같은 크기의 weight 오차라도 X에서 자주 나타나는 방향과 겹치면 출력 오차가 커질 수 있습니다. 그래서 GPTQ는 W와 W_hat의 원소 차이만 최소화하지 않고, WX와 W_hat X의 차이를 줄입니다. 이 슬라이드의 숫자는 다음 계산을 위한 교육용 예시입니다.
공개 출처
paper | p. 3, §3, Eq. 1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GPTQ의 목표는 layer 출력 재구성이다
발표 대본
목적식은 quantized weight 후보 W_hat 중에서 calibration 입력 X에 대한 출력 오차의 제곱합을 가장 작게 하는 것을 찾는다는 뜻입니다. 같은 X가 원래 W와 양자화된 W_hat 두 경로에 들어가므로 두 출력 WX와 W_hat X를 직접 비교할 수 있습니다. 이 목적은 layer별이고 calibration 표본에 대한 재구성입니다. 전체 Transformer의 모든 downstream 성질을 직접 최적화하거나, 보지 않은 모든 입력에서 같은 출력을 보장하는 목적은 아닙니다.
공개 출처
paper | p. 3, §3, Eq. 1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Hessian은 입력 방향의 민감도를 담는다
발표 대본
재구성 목적은 W의 각 row에 대해 분리할 수 있습니다. 양자화를 시작할 때 전체 좌표의 Hessian을 H=2XX^T로 씁니다. iteration이 진행되어 free 좌표 집합 F만 남으면 Eq. 2의 대상은 H_F=2X_F X_F^T이고, H_F^-1은 그 행렬의 mathematical inverse입니다. 이 true inverse의 q column이 한 weight 오차와 다른 free weight의 보상 방향을 연결합니다. 이미 고정한 q를 다시 full precision으로 복구하는 것이 아니라 F의 값만 조정합니다. 뒤의 Algorithm 1은 damping을 포함한 다른 시작 행렬과 Cholesky working factor를 쓰므로 이 기호와 구분하겠습니다.
공개 출처
paper | pp. 3-4, §3, Eqs. 2-3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OBQ의 핵심: 하나를 고정하고 나머지를 보상
발표 대본
GPTQ는 Optimal Brain Quantization, 즉 OBQ의 보상 아이디어에서 출발합니다. 원래 OBQ는 현재 양자화했을 때 추가 오차가 가장 작은 좌표 q를 greedy하게 고릅니다. q를 grid 값에 고정한 다음, 그 오차와 inverse Hessian의 q column을 이용해 아직 자유로운 weight F를 움직입니다. 이후 q를 inverse에서 제거하고 다시 다음 좌표를 고릅니다. scaled error에는 양자화 오차의 제곱과 inverse Hessian 대각이 함께 들어갑니다. 정확한 식 자체보다 중요한 점은, 한 weight를 고정한 오차가 다음 weight의 값과 반올림 결과까지 바꿀 수 있다는 것입니다.
공개 출처
paper | pp. 3-4, §3, Eqs. 2-3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교육용 두 weight 예시: 입력 준비
발표 대본
이 예시는 논문의 모델 실험값이 아니라 Eq. 2의 보상 의미를 검산하기 위한 작은 구성입니다. w는 0.80과 0.55 두 값을 가진 한 row이고, grid는 0과 1입니다. X는 두 calibration 입력을 column으로 갖습니다. 2XX^T를 계산하면 H가 되고, 그 inverse는 표의 H^-1입니다. 첫 번째 좌표를 먼저 양자화한 뒤 두 번째 좌표가 어떻게 이동하고 최종 반올림이 어떻게 달라지는지 보겠습니다. 실제 GPTQ는 많은 row와 column, row별 비대칭 grid, damping과 block 처리를 사용합니다.
공개 출처
paper | p. 3, Eqs. 1-2; educational calculation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보상은 0.55의 최종 반올림을 바꾼다
발표 대본
첫 weight 0.80을 1로 고정하면 원래 값에서 고정 값으로의 차이는 -0.20입니다. inverse Hessian의 첫 column과 Eq. 2를 적용하면 남아 있는 둘째 weight에는 -0.10의 보상이 들어가 0.55가 0.45가 됩니다. 따라서 둘째 weight는 0으로 반올림되고 최종 벡터는 [1,0]입니다. 원래 출력 wX는 [1.35,0.55]입니다. [1,0]의 출력은 [1,0]이므로 loss는 0.35의 제곱과 0.55의 제곱을 더한 0.425입니다. 원래 weight를 각각 독립 반올림한 [1,1]의 출력은 [2,1]이고 loss는 0.65의 제곱과 0.45의 제곱을 더한 0.625입니다. 실제 모델 전체 성능을 보장하는 예시가 아니라 보상으로 다음 반올림이 바뀔 수 있음을 보여 줍니다.
공개 출처
paper | p. 3, Eq. 2; educational calculation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그대로의 OBQ는 거대 행렬에서 비싸다
발표 대본
OBQ는 각 row에서 양자화 오차를 보고 서로 다른 greedy 순서를 선택합니다. 한 weight를 고정할 때마다 inverse Hessian에서도 그 좌표를 제거하는 갱신이 필요합니다. 이 구조의 계산량은 d_row 곱하기 d_col의 세제곱으로 주어집니다. 논문은 2500만 parameter 규모의 ResNet-50도 단일 GPU에서 약 한 시간이 걸리는 예를 들며, 수십억에서 수천억 parameter 모델에는 그대로 적용하기 어렵다고 설명합니다. GPTQ는 순차 보상의 핵심을 유지하면서 모든 row가 공유할 수 있는 순서와 block 단위 실행으로 바꿉니다.
공개 출처
paper | pp. 3-4, §3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OBQ: row마다 active column이 다르다
발표 대본
이 3×4 행렬은 논문 수치를 복사한 것이 아니라 row별 greedy order의 상태를 보이는 교육용 좌표 그림입니다. r1은 c2, r2는 c4, r3는 c1을 다음 weight로 고른 상태입니다. 같은 세로 column을 동시에 처리하지 않으므로 각 row의 free 집합 F_r와 inverse 진행이 서로 달라집니다. 원래 OBQ는 각 row의 scaled error에 따라 다음 좌표를 고르기 때문에 이런 분기가 생깁니다. 다음 슬라이드에서는 GPTQ가 모든 row의 active column을 어떻게 세로로 맞추는지 같은 좌표 표로 비교합니다.
공개 출처
paper | p. 4, §4 Step 1 and Fig. 2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GPTQ: 같은 active column이 세로로 정렬된다
발표 대본
GPTQ에서는 같은 순간에 모든 row가 c2를 처리합니다. c1은 이미 Q로 고정되었고 c3와 c4는 모두 free이므로, 세 row가 하나의 공통 F mask를 갖습니다. H_F는 weight row가 아니라 공통 layer 입력 X_F에서 계산되므로 inverse 또는 Cholesky working progression도 row마다 다시 만들 필요가 없습니다. 이를 column마다 한 번 공유하면서 W의 모든 row를 병렬로 처리합니다. 논문은 큰 layer에서 이 arbitrary fixed order가 greedy order와 비슷한 오차를 보였다고 관찰했지만, 모든 순서가 동일하다는 정리는 아닙니다.
공개 출처
paper | p. 4, §4 Step 1 and Fig. 2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공통 순서가 바꾸는 계산 복잡도
발표 대본
d_row는 weight 행렬의 row 수이고 d_col은 column 수입니다. 원래 OBQ는 row마다 inverse 갱신 진행을 되풀이하므로 O(d_row d_col^3)입니다. 모든 row가 같은 column 순서를 쓰면 inverse 관련 진행을 d_col번만 수행하고 row 계산을 행렬 연산으로 공유할 수 있습니다. 논문은 결과 복잡도를 O(max(d_row d_col^2, d_col^3))로 제시하며 원래보다 min(d_row,d_col) 계수만큼 줄었다고 설명합니다. 이것은 Step 1의 구조 변화이고, 다음 lazy block은 이 이론적 계산량 자체보다 GPU 실행 효율을 개선합니다.
공개 출처
paper | p. 4, §4 Step 1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Lazy block 상태: B=2 교육용 행렬
발표 대본
논문의 실제 block size는 B=128입니다. 이 표는 좌표 상태를 읽기 위해 B=2로 줄인 교육용 schematic이며 논문의 측정 행렬이 아닙니다. c1은 이미 양자화가 끝난 past column입니다. 현재 c2를 모든 row에서 양자화하고, 같은 block 안에서 다음에 처리할 c3는 즉시 보상 update를 받습니다. 반면 c4는 later column이므로 지금은 손대지 않고 block이 끝날 때까지 defer합니다. c2 결정에는 아직 먼 c4 update가 필요하지 않기 때문에 이 지연이 가능하며, 다음 슬라이드의 E buffer가 c2와 c3의 오차를 모아 c4를 한 번에 갱신합니다.
공개 출처
paper | p. 5, §4 Step 2, Eqs. 4-5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E buffer가 later column update를 모은다
발표 대본
E는 현재 block의 scaled quantization error를 row별로 저장하는 실제 d_row×B buffer입니다. c2를 처리할 때 E의 첫 column이 즉시 채워지고, c3를 처리할 때 둘째 column이 채워집니다. 이 E는 block 내부 보상에도 사용되며, block이 끝난 뒤 working factor R의 block-to-later 조각과 곱해 c4 같은 later column을 한 번에 갱신합니다. 표의 E1, E2, E3는 E의 각 row이고 R_block,c4는 현재 block row와 later column을 잇는 working-factor 조각입니다. 따라서 미뤄지는 것은 E 기록이 아니라 later-column global update입니다. 이 행렬 연산 묶음이 memory-throughput 활용을 높이지만 nominal compute를 줄이지는 않습니다.
공개 출처
paper | p. 5, §4 Step 2 and Algorithm 1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변경 3: damping과 Cholesky로 안정화한다
발표 대본
큰 모델에서는 block inverse update를 반복하면서 수치 오차가 누적되어 남은 inverse Hessian이 indefinite가 될 수 있습니다. 논문은 먼저 H_tilde=2XX^T+lambda I를 만들며 lambda는 H 평균 대각값의 1%입니다. H_tilde^-1은 이 damped Hessian의 mathematical inverse입니다. 이어서 그 inverse의 Cholesky factor를 전치한 working factor를 여기서는 R이라고 부릅니다. 원문 Algorithm 1은 편의상 R를 다시 H^-1이라는 변수 이름에 덮어쓰지만, 그 이후 entry는 raw inverse 원소가 아니라 Cholesky working factor의 원소입니다. 이 재구성은 안정성과 효율을 위한 것이며 양자화를 exact하게 만들지는 않습니다.
공개 출처
paper | p. 5, §4 Step 3 and Algorithm 1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Algorithm 1을 다섯 동작으로 읽기
발표 대본
Algorithm 1은 먼저 calibration 입력 X로 damped inverse Hessian을 만들고 그 Cholesky working factor R를 계산합니다. 원문은 이 단계 뒤에도 변수 이름 H^-1을 재사용하지만, 수업에서는 true inverse와 구분하려고 R로 부릅니다. Q는 최종 양자화 행렬이고 E는 현재 block의 scaled error buffer입니다. column j를 모든 row에서 양자화한 뒤 E와 R[j,j:block]으로 block 안의 남은 weight를 갱신합니다. block 종료 뒤에는 E와 R[block,later]를 곱해 뒤쪽 모든 column을 한 번에 갱신합니다. W는 현재 linear layer의 행렬이지 Transformer 전체의 하나의 전역 행렬이 아닙니다.
공개 출처
paper | p. 5, Algorithm 1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Calibration은 quantized block 출력을 이어받는다
발표 대본
논문의 calibration 데이터는 C4에서 무작위로 뽑은 길이 2048 token segment 128개입니다. 전체 full-precision 모델을 GPU에 동시에 올리지 않고 Transformer block 하나, 즉 여섯 layer를 차례로 적재합니다. 현재 block 입력으로 layer Hessian을 누적하고 weight를 양자화합니다. 그런 다음 같은 입력을 완전히 양자화된 현재 block에 다시 통과시켜 다음 block의 입력을 만듭니다. 따라서 뒤쪽 layer는 원래 full-precision 경로의 입력이 아니라 앞선 block의 양자화 영향이 포함된 입력을 봅니다. 이것은 global end-to-end retraining이 아니라 layer와 block 단위 calibration 전달입니다.
공개 출처
paper | p. 6, §5 Setup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RTN과 GPTQ는 같은 grid에서 비교한다
발표 대본
논문의 주요 대규모 baseline은 round-to-nearest, RTN입니다. RTN과 GPTQ는 정확히 같은 균일한 row별 비대칭 min-max grid를 사용합니다. RTN은 각 weight를 가장 가까운 grid 값으로 독립 반올림합니다. GPTQ는 calibration X에서 얻은 second-order 정보를 이용해 한 좌표의 오차를 남은 좌표에 보상합니다. 따라서 표의 accuracy 차이를 GPTQ만 더 세밀한 grid를 사용한 결과라고 설명하면 안 됩니다. 다만 grouping을 적용한 별도 행에서는 grid granularity와 metadata 비용이 달라지므로 구분해야 합니다.
공개 출처
paper | p. 6, §5 Setup and Baselines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OPT-175B에서 본 perplexity 차이
발표 대본
표는 논문 Table 3의 OPT-175B WikiText2 결과만 추린 것입니다. Perplexity는 낮을수록 좋습니다. 4비트 GPTQ는 8.37로 full precision 8.34와 가깝고, 같은 grid의 4비트 RTN은 10.54입니다. 3비트에서는 GPTQ가 8.68인 반면 RTN은 7.3 곱하기 10의 3제곱으로 크게 무너집니다. 이 수치는 OPT-175B, WikiText2, 논문의 calibration과 grid 조건에 한정됩니다. 모든 모델에서 3비트 RTN이 실패한다거나, PPL 하나가 안전성·추론 능력·모든 downstream task를 대표한다고 일반화하면 안 됩니다.
공개 출처
paper | p. 7, Table 3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Grouping은 정확도와 metadata를 함께 바꾼다
발표 대본
Grouping은 연속 weight 묶음마다 별도의 quantization grid를 두는 방법입니다. 작은 group은 현재 weight 범위에 더 잘 맞을 수 있지만 scale과 zero point를 더 자주 저장해야 합니다. Table 5에서 OPT-175B의 3비트 GPTQ WikiText2 PPL은 8.68이고 g1024와 g128은 모두 8.45입니다. Table 7의 2비트 결과에서는 g128이 9.58, g32가 8.94입니다. 그러나 논문은 scale과 zero point metadata를 포함해 평균 bit 수를 각각 약 2.2와 2.6으로 계산합니다. 따라서 group 결과를 같은 정확한 저장비용의 비교로 읽으면 안 됩니다.
공개 출처
paper | pp. 8-9, Tables 5 and 7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Algorithm, packing, kernel은 서로 다른 단계다
발표 대본
GPTQ 알고리즘은 calibration 재구성 오차를 줄이도록 각 weight의 grid 값을 결정합니다. 일반적인 packed deployment에서는 그 grid level을 3비트 같은 정수 code로 표현하고 scale과 zero point를 함께 저장합니다. 이 흐름은 Algorithm 1이 특정 byte layout까지 정의한다는 뜻이 아닙니다. 논문의 추론에서는 별도 kernel이 압축 weight를 동적으로 복원하면서 full-precision vector와 곱합니다. 이 kernel이 없다면 양자화된 값은 작게 저장되어도 논문의 latency 개선이 그대로 나오지 않습니다. 같은 표현도 다른 kernel과 batch 조건에서는 성능이 달라질 수 있습니다.
공개 출처
paper | p. 8, Practical Speedups; p. 13, A.2.2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Memory와 latency 수치에는 실행 조건이 붙는다
발표 대본
논문은 3비트 OPT-175B weight가 FP16으로 유지한 embedding과 output layer를 포함해 약 63GB이고, 2048 token의 전체 KV history가 약 9GB라고 설명합니다. 그래서 80GB A100 한 대에 들어갑니다. Table 6은 batch size 1로 길이 128을 생성할 때 A100에서는 5-GPU FP16 230ms와 1-GPU 3비트 71ms, A6000에서는 8-GPU FP16 589ms와 2-GPU 3비트 130ms를 비교합니다. 모델 표현, GPU 수, kernel이 함께 바뀐 end-to-end 조건입니다. 이 숫자를 현재 모든 하드웨어나 임의 batch에서의 GPTQ 고정 배율로 인용하면 안 됩니다.
공개 출처
paper | p. 8, Table 6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속도는 memory-bound 생성에서 나온다
발표 대본
Autoregressive 생성은 낮은 batch에서 token 하나씩 처리하므로 큰 weight 행렬과 vector의 곱이 반복되고 memory bandwidth가 병목이 되기 쉽습니다. 논문의 custom kernel은 계산 중 weight를 dequantize하는 추가 연산을 감수하는 대신 훨씬 적은 압축 데이터를 읽습니다. Appendix A.2.2에서 communication은 전체 runtime의 5% 미만이며 HuggingFace, attention, residual, LayerNorm 같은 비양자화 overhead는 두 비교에서 같다고 설명하므로, 논문은 speedup의 거의 전부를 quantized matrix-vector kernel에 귀속합니다. 큰 batch의 matrix-matrix 곱에는 같은 결과를 일반화할 수 없고, 실험은 activation quantization도 포함하지 않습니다.
공개 출처
paper | p. 9, §6; p. 13, A.2.2
GPTQ, arXiv v2 and ICLR 2023 paper
https://arxiv.org/pdf/2210.17323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GPTQ가 확립한 것과 남겨 둔 경계
발표 대본
정리하면 GPTQ는 calibration 입력에서 한 linear layer의 출력을 재구성하도록 weight를 순차 양자화하고, inverse-Hessian 정보로 남은 weight를 보상합니다. 거대 모델까지 확장하기 위해 모든 row가 column 순서를 공유하고, 128-column lazy block으로 update를 묶으며, damping과 Cholesky로 수치적으로 안정화합니다. 이 논문은 OPT와 BLOOM의 weight-only 결과와 특정 custom kernel 조건을 평가했습니다. C4 평가는 calibration도 C4 training에서 가져왔으므로 완전히 zero-shot이 아닙니다. 저자 repository의 후대 기능인 act-order, true-sequential, LLaMA 결과는 이 frozen ICLR 논문의 결과로 섞지 않아야 합니다.
공개 출처
paper | pp. 3-9; pp. 13-14
GPTQ, arXiv v2 and ICLR 2023 paper
https://arxiv.org/pdf/2210.17323
code | repository version context
GPTQ author repository
https://github.com/IST-DASLab/gptq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GPTQ: 대규모 언어 모델의 정확한 사후 양자화</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GPTQ: Accurate Post-Training Quantization for Generative Pre-trained Transformers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Elias Frantar, Saleh Ashkboos, Torsten Hoefler, Dan Alistarh (2023)</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재학습 없이 weight를 줄이되, calibration 입력에서 layer 출력을 보존하는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 Abstract and §1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weight memory가 출발점인가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175B 규모에서는 추론을 시작하기 전부터 weight 저장이 여러 GPU를 요구한다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7178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GPT-3 175B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약 326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weight만으로 단일 고용량 GPU를 넘음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다중 GPU 추론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비용과 배치 복잡도가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GPTQ의 질문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3비트 또는 4비트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재학습 없이 layer 출력을 보존할 수 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압축률만이 아니라 양자화 뒤의 출력 오차가 핵심 제약이다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먼저 구분할 네 가지 용어</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3804920"/>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GPTQ에서의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weight만 낮은 bit로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양자화는 실험 범위 밖</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뒤에 수행하는 양자화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재학습이나 fine-tuning을 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대표 입력 표본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 입력 X와 민감도를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Inference kernel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 weight로 곱셈을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GPTQ의 값 선택 규칙과 별도 계층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GPTQ는 weight-only one-shot PTQ이며 새 Transformer 구조가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2-3, §2-3; p. 9, §6</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양자화 grid는 허용된 값의 집합이다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quant(w)는 full-precision weight를 정해진 grid 값으로 보낸다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696208"/>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주의할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0.80, 0.55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아직 연속적인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교육용 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논문 설정보다 단순한 예시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또는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저장되는 양자화 level의 번호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Scale와 zero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grid를 복원하는 metadata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 bit 수와 전체 저장량은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주 실험은 row별 비대칭 min-max grid를 사용한다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§3; p. 6,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독립 반올림 전에 행렬 기호부터 읽자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linear layer의 출력은 weight와 입력의 곱으로 결정된다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239768"/>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교육용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[0.80, 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W의 한 row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calibration 입력을 column으로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[1.35, 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row의 두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W_hat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양자화된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허용된 grid 값으로 만든 행렬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작은 weight 차이보다 calibration 입력에서의 출력 차이를 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§3, Eq.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GPTQ의 목표는 layer 출력 재구성이다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목표: calibration 입력 X에서 ||WX - W_hat X||^2를 작게 만든다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입력 X</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한 layer의 calibration 표본</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원래 출력</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full weight W로 WX 계산</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양자화 출력</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W_hat으로 W_hat X 계산</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출력 차이</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두 출력의 차를 구함</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제곱합</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차이의 제곱합을 최소화</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§3, Eq.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Hessian은 입력 방향의 민감도를 담는다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초기 H와 iteration의 H_F를 구분하면 OBQ 보상식을 정확히 읽을 수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348480"/>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교육용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2XX^T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양자화 시작 전 전체 좌표의 Hessian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H_F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2X_F X_F^T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free 좌표 F만 남긴 Hessian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H_F^-1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H_F의 true inverse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2 보상과 Eq. 3 제거에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아직 고정하지 않은 좌표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보상을 받을 수 있는 weight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이번에 양자화할 좌표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뒤 되돌리지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H_F는 한 layer의 X_F에서 오며 전체 Transformer Hessian이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3-4, §3, Eqs.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OBQ의 핵심: 하나를 고정하고 나머지를 보상</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Greedy order: (quant(w_q)-w_q)^2 / [H_F^-1]qq가 작은 좌표부터</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좌표 q 선택</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scaled error가 작은 weight를 고른다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grid에 고정</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w_q를 quant(w_q)로 정한다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오차 계산</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고정 전후 차이를 H_F^-1 대각으로 나눈다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F를 보상</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H_F^-1의 q column 방향으로 남은 weight를 이동</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다음 좌표</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q를 제거한 inverse로 과정을 반복</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정확도의 원천은 독립 반올림이 아니라 순차 보상이다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3-4, §3, Eqs. 2-3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두 weight 예시: 입력 준비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실제 모델 측정이 아니라 보상 계산을 다시 수행할 수 있게 만든 작은 예시</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783328"/>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row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[0.80, 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두 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가까운 값으로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calibration column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H와 true H^-1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[[2,2],[2,4]], [[1,-0.5],[-0.5,0.5]]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곱하면 identity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첫 좌표 0.80을 먼저 양자화하고 둘째 좌표의 변화를 추적한다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Eqs. 1-2; educational calculation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보상은 0.55의 최종 반올림을 바꾼다</a:t>
            </a:r>
            <a:endParaRPr lang="en-US" sz="3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5218176"/>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좌표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q0=1, 오차 0.80-1=-0.20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weight는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좌표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delta=-(-0.20)/1 × [1,-0.5]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0.55 -&gt; 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둘째 좌표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0.45를 grid에 반올림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 [1,0]: 0.425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 [1,1]: 0.625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예시에서는 Hessian-aware 순차 보상이 출력 재구성 loss를 낮춘다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Eq. 2; educational calculation</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그대로의 OBQ는 거대 행렬에서 비싸다</a:t>
            </a:r>
            <a:endParaRPr lang="en-US" sz="3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696208"/>
                <a:gridCol w="3261360"/>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OBQ 동작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반복 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순서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row마다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row별 탐색과 상태가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inverse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weight를 고정할 때마다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많은 작은 갱신이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행렬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d_row × d_col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O(d_row d_col^3)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중간 규모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ResNet-50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GPU에서 약 1시간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GPTQ는 보상 원리를 버리지 않고 반복 구조를 재배치한다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3-4, §3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OBQ: row마다 active column이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Q는 고정 완료, next는 이번 선택, F는 아직 free인 실제 weight 좌표다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337308"/>
                <a:gridCol w="2337308"/>
                <a:gridCol w="2337308"/>
                <a:gridCol w="23373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row</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w11: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w12: next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w13: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w14: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w21: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w22: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w23: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w24: next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w31: next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w32: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w33: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w34: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row별 F_r mask와 H_F_r^-1 진행이 달라져 하나의 column update로 공유하기 어렵다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§4 Step 1 and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GPTQ: 같은 active column이 세로로 정렬된다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세 row가 같은 c2를 처리하므로 하나의 F mask와 working progression을 공유한다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337308"/>
                <a:gridCol w="2337308"/>
                <a:gridCol w="2337308"/>
                <a:gridCol w="23373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row</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w11: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w12: next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w13: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w14: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w21: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w22: next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w23: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w24: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w31: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w32: next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w33: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w34: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H_F는 X_F에만 의존하므로 모든 row의 progression을 d_col번만 갱신한다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§4 Step 1 and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공통 순서가 바꾸는 계산 복잡도</a:t>
            </a:r>
            <a:endParaRPr lang="en-US" sz="3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3696208"/>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복잡도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줄어드는가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OBQ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O(d_row d_col^3)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row별 inverse 진행을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 Step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O(max(d_row d_col^2, d_col^3))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inverse 진행을 column별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min(d_row, d_col) 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재구조화의 이론적 감소 계수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개선은 공통 column 순서에서 생기며 block 실행의 역할과 다르다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§4 Step 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Lazy block 상태: B=2 교육용 행렬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B=128; 여기서는 좌표 상태를 보이려고 c2와 c3만 한 block으로 그린다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337308"/>
                <a:gridCol w="2337308"/>
                <a:gridCol w="2337308"/>
                <a:gridCol w="23373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row</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c1 past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c2 active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c3 block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 later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w11: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w12: quant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w13: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w14: defer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w21: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w22: quant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w23: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w24: defer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w31: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w32: quant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w33: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w34: defer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c3는 inner loop에서 즉시 갱신하지만 c4는 block 종료 전까지 바꾸지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5, §4 Step 2, Eqs. 4-5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 buffer가 later column update를 모은다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e는 inner loop에서 즉시 기록되고, later update만 block 끝까지 지연된다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282952"/>
                <a:gridCol w="2282952"/>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row</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 global update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e10 from w12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e11 from w13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w14 &lt;- w14 - E1 R_block,c4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e20 from w22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e21 from w23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w24 &lt;- w24 - E2 R_block,c4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e30 from w32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e31 from w33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w34 &lt;- w34 - E3 R_block,c4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전체식: W[:,later] &lt;- W[:,later] - E R[block,later]</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5, §4 Step 2 and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변경 3: damping과 Cholesky로 안정화한다</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문제</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반복 inverse update의 수치 오차가 누적</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damped Hessian</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H_tilde=2XX^T+lambda I, lambda는 평균 대각의 1%</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true inverse</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수치적으로 안정화한 H_tilde^-1을 계산</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working factor R</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R=chol(H_tilde^-1)^T를 미리 계산</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순차 사용</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column loop에서 R의 필요한 row 조각을 읽음</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Cholesky는 exactness 보장이 아니라 안정성과 효율을 위한 재구성이다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5, §4 Step 3 and Algorithm 1</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1을 다섯 동작으로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Q는 양자화 출력, E는 scaled error buffer, R은 Cholesky working factor다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 준비</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R=chol((2XX^T+lambda I)^-1)^T를 계산</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block 시작</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Q와 E를 준비하고 B column 범위를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column 양자화</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row의 W[:,j]를 Q[:,j]로 고정</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block 보상</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E와 R[j,j:block]으로 block의 남은 weight 갱신</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뒤쪽 보상</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 R[block,later]로 이후 column을 한 번에 갱신</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하나의 layer 행렬에서 같은 column을 모든 row가 병렬로 처리한다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5, Algorithm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Calibration은 quantized block 출력을 이어받는다</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표본 수집</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C4에서 2048-token segment 128개 선택</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block 적재</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Transformer 6개 layer 묶음을 GPU에 올림</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 누적</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block의 실제 입력으로 layer별 X와 H 계산</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block 양자화</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layer의 Hessian을 누적하고 GPTQ를 적용</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다음 입력</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양자화된 block의 출력을 다음 block 입력으로 전달</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후반 block은 앞선 양자화 오차가 반영된 입력으로 calibration된다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§5 Setup</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RTN과 GPTQ는 같은 grid에서 비교한다</a:t>
            </a:r>
            <a:endParaRPr lang="en-US" sz="3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RTN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GPTQ</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row별 비대칭 min-max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동일한 row별 비대칭 min-max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값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weight를 독립 반올림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순차 양자화와 오차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값 선택에 사용하지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X에서 H와 재구성 민감도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목적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빠른 대규모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 절차의 정확도 효과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주요 비교의 차이는 더 유리한 grid가 아니라 reconstruction 절차다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§5 Setup and Baselines</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OPT-175B에서 본 perplexity 차이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WikiText2 PPL이며 낮을수록 좋다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1521968"/>
                <a:gridCol w="1956816"/>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precision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비압축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기준보다 0.03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grid의 독립 반올림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설정에서 낮은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7.3e3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모델과 설정에서 collapse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데이터셋의 PPL 결과이며 모든 task와 모델 품질을 대표하지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Table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Grouping은 정확도와 metadata를 함께 바꾼다</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3043936"/>
                <a:gridCol w="51094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OPT-175B Wiki2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 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row 전체 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 g1024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1024개 연속 weight마다 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 g128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128개마다 scale과 zero metadata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2-bit g128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약 2.2 bit라는 별도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2-bit g32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약 2.6 bit, metadata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code bit만 비교하지 말고 group 크기와 평균 저장비용을 함께 본다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8-9, Tables 5 and 7</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packing, kernel은 서로 다른 단계다</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GPTQ algorithm</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재구성 오차를 보고 양자화 값을 결정</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Weight code</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선택한 grid level을 낮은 bit 정수로 표현</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Packed storage</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일반적 배포에서 code와 scale, zero를 함께 배치</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Runtime kernel</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code를 동적으로 복원하며 vector와 곱함</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Model output</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KV cache와 비양자화 연산을 포함해 token 생성</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GPTQ의 second-order 값 선택만으로 latency가 자동 개선되지는 않는다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8, Practical Speedups; p. 13, A.2.2</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Memory와 latency 수치에는 실행 조건이 붙는다</a:t>
            </a:r>
            <a:endParaRPr lang="en-US" sz="3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2174240"/>
                <a:gridCol w="250037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FP16</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GPTQ 3-bit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63GB, 1×A100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OPT-175B, embedding과 output은 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KV history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9GB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2048 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A100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230 ms/token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71 ms/token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GPU 대 1 GPU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A6000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589 ms/token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130 ms/token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GPU 대 2 GPU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측정 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길이 128 생성, custom kernel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GPU 수와 kernel까지 다른 end-to-end 비교이므로 보편 배율이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8, Table 6</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속도는 memory-bound 생성에서 나온다</a:t>
            </a:r>
            <a:endParaRPr lang="en-US" sz="3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152648"/>
                <a:gridCol w="3043936"/>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실행 형태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주된 병목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batch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matrix-vector memory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 code를 읽고 동적 dequantize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compute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dequantization 연산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읽는 memory 감소로 상쇄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batch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matrix-matrix compute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custom kernel 결과를 일반화 못함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논문의 병목 대상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실험에서는 양자화하지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memory movement를 줄이며 수학적 곱셈 횟수를 줄인다고 주장하지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§6; p. 13, A.2.2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GPTQ가 확립한 것과 남겨 둔 경계</a:t>
            </a:r>
            <a:endParaRPr lang="en-US" sz="3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확립한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확립하지 않은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OPT와 BLOOM의 weight-only 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activation까지 양자화한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 X의 layer 출력 재구성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unseen task와 성질의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shared order, lazy block, Cholesky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순서가 같다는 이론적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조건부 custom-kernel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batch와 hardware의 고정 speedup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ICLR 2023 paper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후대의 act-order, true-sequential, LLaMA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값 선택, 확장 구조, 저장 형식, 실행 kernel을 분리하면 GPTQ를 정확히 설명할 수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3-9; pp. 13-14; code repository version context</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GPTQ: 대규모 언어 모델의 정확한 사후 양자화</dc:title>
  <dc:subject>GPTQ: Accurate Post-Training Quantization for Generative Pre-trained Transformers</dc:subject>
  <dc:creator>Research Seminars</dc:creator>
  <cp:lastModifiedBy>Research Seminars</cp:lastModifiedBy>
  <cp:revision>1</cp:revision>
  <dcterms:created xsi:type="dcterms:W3CDTF">2026-09-12T03:53:18Z</dcterms:created>
  <dcterms:modified xsi:type="dcterms:W3CDTF">2026-09-12T03:53:18Z</dcterms:modified>
</cp:coreProperties>
</file>