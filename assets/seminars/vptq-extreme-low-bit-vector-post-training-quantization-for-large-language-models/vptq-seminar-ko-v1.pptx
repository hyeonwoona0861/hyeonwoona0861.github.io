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C991D05-F99E-4850-A3F4-9E9A9565AE5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VPTQ: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초저비트 벡터 사후 양자화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이미 학습된 대규모 언어 모델의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매우 낮은 유효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폭으로 줄이는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post-training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출발점은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스칼라 양자화가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네 개의 값만 허용한다는 한계입니다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인접한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묶고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저장 구조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순서대로 처리하며 오차를 전달하는 방법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선택적으로 붙는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실제 추론 경로를 차례로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EEF582B-83D8-4A76-B423-48C19C12C1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초저비트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다루는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바꾸는 방법이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표현을 줄이는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극저비트 스칼라 양자화의 표현력 부족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방법에서 생길 수 있는 오차 누적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읽어 복원하는 비용을 함께 문제로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결과를 단순한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k-means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결과나 단순한 파일 압축 결과로 설명하면 부족합니다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정확도와 속도는 표현 형식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구현의 결합된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1-3,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386CE7-752A-4A2F-95C5-A51F8582CD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스칼라 양자화와 벡터 양자화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스칼라 양자화에서는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허용된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level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인접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들을 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가장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저장되는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아니라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공유합니다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동시에 복원합니다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저장해야 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수만 보면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폭을 잘못 이해할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3-4, Fig. 1 and Eq.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49C3A9-83F1-42BB-A7AD-88EBC197D4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값은 논문 실험이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단위를 보여 주는 교육용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Codebook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정확히 두 개이므로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비용만 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복원됩니다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좌표 차이를 제곱해 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예에서 완전 복원이 나오지 않는 점이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오차를 없애는 기법이 아니라 제한된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오차를 줄이는 표현입니다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3-4, Eq. 2; illustrative arithmetic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18C4555-6F77-4D49-8F91-260596C7D4A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index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유효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저장하는 비용은 따로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모두를 포함해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bitwidth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Residual 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쓰면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들어가고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outlier 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쓰는 경우도 형식 비용이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2.26-bit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계산한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format-effective bitwidth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똑같이 두 개 또는 두 점 이육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저장된다는 뜻으로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12, Appendix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CAC7EF9-4746-4BC2-A8FD-97D94253F9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오차를 단순 거리보다 민감하게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양자화된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더한 것으로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Taylor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근사를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optimum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first-order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작다고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quadratic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주목합니다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관점에서는 숫자상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오차라도 민감한 방향에서는 더 큰 손실을 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실제로 전체 모델의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저장해 정확히 최소화하는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inverse-Hessian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보상을 사용하며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설계 근거로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Eq. 1 and Sec.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87E7AA7-8A83-4F28-A112-6119C2B14E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순서대로 고정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한꺼번에 고정하지는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선택하고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들로 나누어 병렬로 양자화합니다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그때 생긴 오차는 아직 양자화하지 않은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반영됩니다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동시에 처리하는 방식과 이 순서를 대조하며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 이르게 적용한다는 동기를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channel-independent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서로 무관하다는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4-5, Algorithm 1 and Sec. 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24FB94E-96F0-409C-9F82-2713D67F04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오차를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전달한다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순서를 축소해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W[:, t]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안의 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조각들을 병렬로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할당합니다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결과와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current-column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생기며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inverse-Hessian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 계수를 사용해 아직 양자화하지 않은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정해진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되돌리는 절차가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순서가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앞쪽의 근사 오차를 고려하도록 수정된 값에서 출발합니다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4-5,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698CB6-F687-4923-9FB9-ECA42E11C5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Codebook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초기화에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Hessian-weighted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part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off-diagonal part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diagonal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지배적이라는 근사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k-means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initialization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가중치가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대표 오차는 더 크게 취급됩니다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단계는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시작시키는 방법이며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정해진다는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off-diagonal interaction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수학적으로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선택은 극저비트에서 좋은 시작점을 만들기 위한 계산 가능한 근사입니다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Sec. 3.2.1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F1D7535-4E85-4EC2-9602-2BEA5AE826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 양자화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흐름은 논문의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Calibration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변화에 대한 정보를 준비하고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diagonal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가중치로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초기화합니다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양자화합니다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발생한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값에 반영됩니다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공유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Residual VQ, outlier codebook,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기본 절차에 붙을 수 있는 선택 경로이며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결과 행이 그 옵션을 쓴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4-7, Algorithms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492C3E4-8CA9-4C12-A5AF-BA7B4D44FF2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Residual 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첫 근사의 남은 오차를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첫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centroid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다시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복원할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centroid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표현력이 늘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codebook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 비용이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예시와 달리 이 절차가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reconstruction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만드는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선택적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refinement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제시하며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2.02-bit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표의 행이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반드시 사용한다는 식으로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Sec. 3.2.2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5027DA-26E0-48A8-9F22-FD1CE6EDA0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선택 경로다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외에 세 가지 선택 경로를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Outlier elimination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Residual 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양자화 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layer-wise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조정하는 경로입니다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이들은 모두 결과를 바꿀 수 있으므로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Appendix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한 묶음으로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슬라이드나 표에는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표시해야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6-7, Algorithm 2; p. 13, Appendix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5130430-C3F5-482E-A0D8-7AAFEFD4B8A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2.02-bit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2.26-bit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읽는 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bitwidth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index, base codebook,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저장량까지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attention-linear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FFN-linear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bitwidth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계산한다고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2.26-bit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단순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level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수나 모델 전체 하나의 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Vector length, codebook size, grouping, optional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달라지므로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 memory 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12, Appendix B; p. 7,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446807-97CD-43DE-8F4B-7C3CE72259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Prompt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실행 경로를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D.2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prompt phase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 phase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다르게 구현합니다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Long prompt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처리할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복원한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torch.matmul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autoregressive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lookup, dequantization, GEMV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QGemv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결합해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매번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materialize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않도록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decode-phase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prompt latency, time-to-first-token,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PyTorch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구현의 속도로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성능을 설명할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model, phase, GPU,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말해야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15, Appendix D.2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31E3EF-3731-49BC-A02C-FC2A498622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LLaMA-2 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2(a)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 7B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행을 다시 정리한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기준점이고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갖는 비교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VPTQ 2.02-bit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WikiText-2 6.13, C4 8.07, 39.9 decode tok/s, 2.28GB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2.26-bit 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많은 형식 예산으로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낮추지만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표가 보여 주는 것은 단일 최고 수치보다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accuracy, format size, decoding throughput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configuration 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외부 구현에서 같은 순위가 항상 나온다는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Table 2(a)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840F65-DA60-43E0-9788-02F01F44975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LLaMA-2 13B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폭과 속도의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 13B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2(b)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2.02-bit 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WikiText-2 5.32, C4 7.15, 26.9 tok/s, 4.03GB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2.18-bit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7.04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더 낮지만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18.5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4.31GB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두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size, codebook configuration, 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효과가 함께 반영된 측정점입니다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 하나만으로 속도나 정확도를 단조롭게 예측하지 말아야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operating points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주며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보편 법칙을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Table 2(b)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1D8484B-ABFA-4489-8E34-8EA60C8740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 13B, nominal 2.02-bit, vector length 6, codebook size 4096, WikiText-2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sequence length 4096, group number 1, residual codebook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k2=-1,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없음이라는 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Channel-independent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WikiText-2 6.29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8.29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논문이 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column-by-column error 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근거입니다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이 표 하나가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model, vector size,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causal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 고정된 조건을 함께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10, Table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7E3922-0FE3-4290-ABEE-FB80A30FAF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속도와 양자화 비용의 측정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무작위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calibration 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80GB A100 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측정한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Decode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prompt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256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생성하고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시간을 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D.1 procedure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D.2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prompt phase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matmul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fused QGemv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빠르다고 보고하지만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baseline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 밖의 일반 속도 법칙으로 읽을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7, 9, Tables 2-3; Appendix A.1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1DB424-76AE-43A9-8748-E08D8DBCCD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가까운 방법과 다른 표현 단위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column-by-column compensation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GPTVQ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쓰므로 차이는 단순히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 여부가 아니라 논문이 강조한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channel-independent processing 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AQLM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additive vector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optimization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fine-tuning, runtime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다를 수 있으므로 표의 숫자만으로 구조가 같다고 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LUT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FP16 value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결합한다는 점에서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codebook format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2-5, related work and Sec.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8D52CC0-8519-46AB-813F-2FD38CAA16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남긴 경계와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자체의 한계를 마지막에 분명히 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Diagonal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사용하는 것은 계산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위한 근사이고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모든 상호작용을 보존하지는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Residual VQ, outlier elimination,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각기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Decode-phase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prompt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처리나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저자는 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70B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제한과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비교하지 못한 점을 언급합니다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발표자는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extreme low-bit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설계와 측정 결과로 소개해야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6, 9, 12-15, limitations and appendices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A71C468-E0A0-477A-9F35-C04760A99A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문장씩 정리하면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요약하면 중요한 절반을 놓칩니다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절차는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처리한 뒤 그 오차를 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Deployed 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prompt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fused decode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조건을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비교할 때는 유효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optional residual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path, fine-tuning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dataset, phase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구분이 있으면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단순한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숫자가 아니라 재현 가능한 설계로 설명할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3-7, 9, 12, 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E3081CE-8C94-4452-952C-6D6AA33A70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VPTQ: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초저비트 벡터 사후 양자화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VPTQ: Extreme Low-bit Vector Post-Training Quantization for Large Language Models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Yifei Liu et al.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스칼라 하나가 아니라 짧은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패턴을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codebook index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저장하는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weight-only PTQ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초저비트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weight-only 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낮은 저장량만으로는 좋은 복원과 빠른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보장하지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02228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어려운가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대응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scalar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하나당 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패턴을 함께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앞선 오차가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보상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복원이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지배할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lookup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GEMV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표현력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오차 전달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경로를 함께 다룬다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1-3,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스칼라 양자화와 벡터 양자화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스칼라는 값 하나를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VQ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길이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패턴 하나를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codebook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고른다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8048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 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표현할 수 있는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스칼라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하나의 근사값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벡터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 vector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공동 패턴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shared centroid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내부의 상관된 모양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숫자 하나가 아니라 대표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전체를 가리킨다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3-4, Fig. 1 and Eq.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entry codebook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보는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VQ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v=2, codebook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C0=(1,1), C1=(-1,-1)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1956600"/>
                <a:gridCol w="336996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복원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제곱 오차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v1=(0.9,1.1)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C0=(1,1)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v2=(-0.8,-1.0)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C1=(-1,-1)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0, 1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 entry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 bit, scalar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 index 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3-4, Eq. 2; illustrative arithmetic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 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유효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폭은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유효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폭에는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뿐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codebook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선택 경로의 비용이 들어간다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6961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entry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교육용 예시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bit per 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길이에 따라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v=2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 index bit per scalar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비용은 낮아질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폭에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예에는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경로가 비용을 더함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2.02-bit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물리적으로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 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뜻이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12, Appendix 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 오차를 단순 거리보다 민감하게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변화가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미치는 영향을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Taylor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근사로 다룬다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 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변화는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 W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생각한다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국소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optimum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항이 작다고 두고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 항을 사용한다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큰 방향의 같은 변화는 더 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변화로 평가한다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 Hessian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그대로 최적화한다는 주장은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 정보는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초기화와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 설계의 근거다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Eq. 1 and Sec.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 선택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column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순서대로 고정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representation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순서는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column-by-column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80484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대한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들을 병렬 양자화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오차를 아직 고정하지 않은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속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GPTVQ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함께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저자는 오차 누적 위험을 문제로 지적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중요한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좌표는 함께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순서와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독립성은 별개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channel-independent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독립 양자화가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 순서를 말한다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4-5, Algorithm 1 and Sec. 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오차를 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전달한다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흐름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고정한 뒤 남은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mechanism-lane-sequenc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mechanism-edge-e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mechanism-edge-e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mechanism-edge-e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mechanism-edge-e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mechanism-node-current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W[:, t]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mechanism-node-vectors"/>
          <p:cNvSpPr/>
          <p:nvPr/>
        </p:nvSpPr>
        <p:spPr>
          <a:xfrm>
            <a:off x="3782160" y="33591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mechanism-node-vectors-queue-1"/>
          <p:cNvSpPr/>
          <p:nvPr/>
        </p:nvSpPr>
        <p:spPr>
          <a:xfrm>
            <a:off x="3782160" y="36133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mechanism-node-vectors-queue-2"/>
          <p:cNvSpPr/>
          <p:nvPr/>
        </p:nvSpPr>
        <p:spPr>
          <a:xfrm>
            <a:off x="3782160" y="38037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mechanism-node-vectors-queue-3"/>
          <p:cNvSpPr/>
          <p:nvPr/>
        </p:nvSpPr>
        <p:spPr>
          <a:xfrm>
            <a:off x="3782160" y="39942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mechanism-node-quant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VQ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mechanism-node-error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오차 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근사 오차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mechanism-node-future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미처리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W[:, t+1...]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이미 고정한 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되돌리지 않고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보상한다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4-5,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초기화에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 Hessian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centroid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coordinate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오차를 같은 비중으로 보지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포함한 근사 오차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민감한 방향을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diagonal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대각 항이 지배적이라고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교차 상호작용을 단순화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k-means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가중치 좌표를 더 중요하게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초기화에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 Hessian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편의가 아니라 근사이며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off-diagonal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효과가 사라지는 것은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Sec. 3.2.1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기본 양자화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가중치 행렬의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표현과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error compensation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반복한다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 입력으로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 정보 준비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Codebook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k-means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vector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오차 전달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미처리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update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저장 형식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codebook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 fitting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아니라 순서 있는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절차다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4-7, Algorithms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 VQ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첫 근사의 남은 오차를 다시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centroid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 centroid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더해 더 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VQ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centroid 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- 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 VQ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centroid 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복원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 + 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 VQ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더 작은 오차와 추가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index·codebook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비용을 교환한다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Sec. 3.2.2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fine-tuning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선택 경로다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라는 이름 아래에도 구성에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claim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02228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경로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 붙일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 elimination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있는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 VQ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근사의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다시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Layer-wise fine-tuning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결과와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fine-tuning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모델을 추가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강한 결과를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라고 부르지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표를 읽을 때는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폭뿐 아니라 어떤 선택 경로가 켜졌는지 확인한다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6-7, Algorithm 2; p. 13, Appendix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2.02-bit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2.26-bit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읽는 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bit label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codebook·index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포함해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LLaMA-2 transformer 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별로 계산한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format-effective bitwidth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391356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유효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폭에 포함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잘못된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동일한 정수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shared centroid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시 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format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집계 단위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transformer block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고정 물리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 비교에서는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nominal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effective 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폭과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12, Appendix B; p. 7,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Prompt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다른 실행 경로를 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low-overhead claim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fused QGemv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경로의 조건을 포함한다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mechanism-lane-prompt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prompt phase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mechanism-lane-decode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 phase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mechanism-edge-p1-segment-1"/>
          <p:cNvSpPr/>
          <p:nvPr/>
        </p:nvSpPr>
        <p:spPr>
          <a:xfrm>
            <a:off x="3809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mechanism-edge-p2-segment-1"/>
          <p:cNvSpPr/>
          <p:nvPr/>
        </p:nvSpPr>
        <p:spPr>
          <a:xfrm>
            <a:off x="636264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mechanism-edge-p3-segment-1"/>
          <p:cNvSpPr/>
          <p:nvPr/>
        </p:nvSpPr>
        <p:spPr>
          <a:xfrm>
            <a:off x="8915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mechanism-edge-d1-segment-1"/>
          <p:cNvSpPr/>
          <p:nvPr/>
        </p:nvSpPr>
        <p:spPr>
          <a:xfrm>
            <a:off x="380988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mechanism-edge-d2-segment-1"/>
          <p:cNvSpPr/>
          <p:nvPr/>
        </p:nvSpPr>
        <p:spPr>
          <a:xfrm>
            <a:off x="636264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mechanism-edge-d3-segment-1"/>
          <p:cNvSpPr/>
          <p:nvPr/>
        </p:nvSpPr>
        <p:spPr>
          <a:xfrm>
            <a:off x="8915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mechanism-node-pinput"/>
          <p:cNvSpPr/>
          <p:nvPr/>
        </p:nvSpPr>
        <p:spPr>
          <a:xfrm>
            <a:off x="173988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Prompt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mechanism-node-restore"/>
          <p:cNvSpPr/>
          <p:nvPr/>
        </p:nvSpPr>
        <p:spPr>
          <a:xfrm>
            <a:off x="429264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복원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materialize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mechanism-node-matmul"/>
          <p:cNvSpPr/>
          <p:nvPr/>
        </p:nvSpPr>
        <p:spPr>
          <a:xfrm>
            <a:off x="684540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matmul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prompt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mechanism-node-pout"/>
          <p:cNvSpPr/>
          <p:nvPr/>
        </p:nvSpPr>
        <p:spPr>
          <a:xfrm>
            <a:off x="939816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Prompt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단계 상태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mechanism-node-dinput"/>
          <p:cNvSpPr/>
          <p:nvPr/>
        </p:nvSpPr>
        <p:spPr>
          <a:xfrm>
            <a:off x="173988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mechanism-node-lookup"/>
          <p:cNvSpPr/>
          <p:nvPr/>
        </p:nvSpPr>
        <p:spPr>
          <a:xfrm>
            <a:off x="429264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codebook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lookup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mechanism-node-qgemv"/>
          <p:cNvSpPr/>
          <p:nvPr/>
        </p:nvSpPr>
        <p:spPr>
          <a:xfrm>
            <a:off x="684540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Fused QGemv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복원과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GEMV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mechanism-node-dout"/>
          <p:cNvSpPr/>
          <p:nvPr/>
        </p:nvSpPr>
        <p:spPr>
          <a:xfrm>
            <a:off x="939816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 tok/s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time-to-first-token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전체 요청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다른 지표다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15, Appendix D.2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LLaMA-2 7B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동일 모델에서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accuracy, memory, decode throughput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1739160"/>
                <a:gridCol w="2608920"/>
                <a:gridCol w="195660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유효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 / C4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5.12 / 6.63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38.32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27.22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AQLM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6.29 / 8.11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2.40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6.13 / 8.07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39.9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2.28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5.95 / 7.87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35.7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2.48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행은 유효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폭을 높이면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낮아지는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Table 2(a)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LLaMA-2 13B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폭과 속도의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남는다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2.02-bit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2.18-bit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결과가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operating point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174040"/>
                <a:gridCol w="2174040"/>
                <a:gridCol w="217404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유효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4.03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7.04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4.31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폭을 조금 올려도 정확도와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 throughput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같은 방향으로 움직이지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Table 2(b)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LLaMA-2 13B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channel-independent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유무를 비교한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10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2500200"/>
                <a:gridCol w="25002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 / 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Channel-independent: yes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/ 4096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Channel-independent: no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/ 4096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표의 이 조건에서는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 propagation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더 낮은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함께 나타난다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10, Table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속도와 양자화 비용의 측정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비교 수치는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phase, GPU, calibration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설정을 가진다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2397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무작위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segment 128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데이터셋에 충분하다는 보장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x 80GB A100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decode-phase tok/s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prompt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request 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AQLM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1.6-1.8x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7B·13B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 비교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속도 법칙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수치는 알고리즘 이름만으로 옮길 수 없고 실행 조건을 함께 가져가야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7, 9, Tables 2-3; Appendix A.1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가까운 방법과 다른 표현 단위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비슷한 저비트 결과라도 무엇을 보존하고 어떤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화하는지가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36996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 계열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 표현 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와의 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스칼라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centroid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GPTVQ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순서와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전달을 강조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AQLM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additive 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configuration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training·runtime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조건이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LUT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 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선택 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차별점은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표현만이 아니라 그 표현을 고정하는 순서다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2-5, related work and Sec.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남긴 경계와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결과를 이해하려면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approximation, configuration, evaluation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범위를 분리해야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 Hessian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교차 상호작용을 단순화한 근사다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Residual, outlier codebook, fine-tuning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결과의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bit·accuracy boundary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바꾼다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 tok/s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prompt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latency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뜻하지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70B fine-tuning GPU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자원과 일부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LLaMA-3 baseline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부족을 한계로 적었다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조건부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방법이며 모든 모델과 배포 환경의 보편 최적해가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6, 9, 12-15, limitations and appendices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문장씩 정리하면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저장 형식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절차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경로를 분리하면 논문의 주장이 명확해진다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7174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줄이나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shared 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저장한다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비용으로 짧은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패턴을 표현하려 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오차는 어떻게 다루나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순서대로 고정하고 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보상한다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언제 빠른가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 phase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fused QGemv kernel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확인하나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옵션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codebook,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순차 보상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구현의 결합이다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3-7, 9, 12, 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2026-09-12T04:45:40Z</dcterms:created>
  <dc:creator>Research Seminars</dc:creator>
  <dc:description/>
  <dc:language>ko-KR</dc:language>
  <cp:lastModifiedBy>Research Seminars</cp:lastModifiedBy>
  <dcterms:modified xsi:type="dcterms:W3CDTF">2026-09-12T04:45:40Z</dcterms:modified>
  <cp:revision>1</cp:revision>
  <dc:subject>VPTQ: Extreme Low-bit Vector Post-Training Quantization for Large Language Models</dc:subject>
  <dc:title>VPTQ: 초저비트 벡터 사후 양자화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On-screen Show (16:9)</vt:lpwstr>
  </property>
  <property fmtid="{D5CDD505-2E9C-101B-9397-08002B2CF9AE}" pid="4" name="Slides">
    <vt:r8>21</vt:r8>
  </property>
</Properties>
</file>