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20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3.xml" ContentType="application/vnd.openxmlformats-officedocument.presentationml.slide+xml"/>
  <Override PartName="/ppt/slides/slide21.xml" ContentType="application/vnd.openxmlformats-officedocument.presentationml.slide+xml"/>
  <Override PartName="/ppt/slides/slide4.xml" ContentType="application/vnd.openxmlformats-officedocument.presentationml.slide+xml"/>
  <Override PartName="/ppt/slides/slide27.xml" ContentType="application/vnd.openxmlformats-officedocument.presentationml.slide+xml"/>
  <Override PartName="/ppt/slides/slide35.xml" ContentType="application/vnd.openxmlformats-officedocument.presentationml.slide+xml"/>
  <Override PartName="/ppt/slides/slide22.xml" ContentType="application/vnd.openxmlformats-officedocument.presentationml.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3.xml" ContentType="application/vnd.openxmlformats-officedocument.presentationml.slide+xml"/>
  <Override PartName="/ppt/slides/slide28.xml" ContentType="application/vnd.openxmlformats-officedocument.presentationml.slide+xml"/>
  <Override PartName="/ppt/slides/slide3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11.xml" ContentType="application/vnd.openxmlformats-officedocument.presentationml.slide+xml"/>
  <Override PartName="/ppt/slides/slide19.xml" ContentType="application/vnd.openxmlformats-officedocument.presentationml.slide+xml"/>
  <Override PartName="/ppt/slides/slide12.xml" ContentType="application/vnd.openxmlformats-officedocument.presentationml.slide+xml"/>
  <Override PartName="/ppt/slides/slide37.xml" ContentType="application/vnd.openxmlformats-officedocument.presentationml.slide+xml"/>
  <Override PartName="/ppt/slides/slide24.xml" ContentType="application/vnd.openxmlformats-officedocument.presentationml.slide+xml"/>
  <Override PartName="/ppt/slides/slide32.xml" ContentType="application/vnd.openxmlformats-officedocument.presentationml.slide+xml"/>
  <Override PartName="/ppt/slides/slide25.xml" ContentType="application/vnd.openxmlformats-officedocument.presentationml.slide+xml"/>
  <Override PartName="/ppt/slides/slide33.xml" ContentType="application/vnd.openxmlformats-officedocument.presentationml.slide+xml"/>
  <Override PartName="/ppt/slides/slide41.xml" ContentType="application/vnd.openxmlformats-officedocument.presentationml.slide+xml"/>
  <Override PartName="/ppt/slides/slide34.xml" ContentType="application/vnd.openxmlformats-officedocument.presentationml.slide+xml"/>
  <Override PartName="/ppt/slides/slide10.xml" ContentType="application/vnd.openxmlformats-officedocument.presentationml.slide+xml"/>
  <Override PartName="/ppt/slides/slide36.xml" ContentType="application/vnd.openxmlformats-officedocument.presentationml.slide+xml"/>
  <Override PartName="/ppt/slides/slide29.xml" ContentType="application/vnd.openxmlformats-officedocument.presentationml.slide+xml"/>
  <Override PartName="/ppt/slides/slide38.xml" ContentType="application/vnd.openxmlformats-officedocument.presentationml.slide+xml"/>
  <Override PartName="/ppt/slides/slide26.xml" ContentType="application/vnd.openxmlformats-officedocument.presentationml.slide+xml"/>
  <Override PartName="/ppt/slides/slide40.xml" ContentType="application/vnd.openxmlformats-officedocument.presentationml.slide+xml"/>
  <Override PartName="/ppt/slides/slide42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Slides/notesSlide1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36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fld id="{8B7E1FDF-3EA1-4B77-8067-E7F7F62BC076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
</Relationships>
</file>

<file path=ppt/notesSlides/_rels/notesSlide33.xml.rels><?xml version="1.0" encoding="UTF-8"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
</Relationships>
</file>

<file path=ppt/notesSlides/_rels/notesSlide34.xml.rels><?xml version="1.0" encoding="UTF-8"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
</Relationships>
</file>

<file path=ppt/notesSlides/_rels/notesSlide35.xml.rels><?xml version="1.0" encoding="UTF-8"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
</Relationships>
</file>

<file path=ppt/notesSlides/_rels/notesSlide36.xml.rels><?xml version="1.0" encoding="UTF-8"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
</Relationships>
</file>

<file path=ppt/notesSlides/_rels/notesSlide37.xml.rels><?xml version="1.0" encoding="UTF-8"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
</Relationships>
</file>

<file path=ppt/notesSlides/_rels/notesSlide38.xml.rels><?xml version="1.0" encoding="UTF-8"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
</Relationships>
</file>

<file path=ppt/notesSlides/_rels/notesSlide39.xml.rels><?xml version="1.0" encoding="UTF-8"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
</Relationships>
</file>

<file path=ppt/notesSlides/_rels/notesSlide40.xml.rels><?xml version="1.0" encoding="UTF-8"?>
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
</Relationships>
</file>

<file path=ppt/notesSlides/_rels/notesSlide41.xml.rels><?xml version="1.0" encoding="UTF-8"?>
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
</Relationships>
</file>

<file path=ppt/notesSlides/_rels/notesSlide42.xml.rels><?xml version="1.0" encoding="UTF-8"?>
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7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 SEED: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확장 가능한 분산 서브그래프 열거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큰 비라벨 그래프에서 주어진 패턴과 동형인 모든 서브그래프를 분산 환경에서 열거하는 방법입니다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핵심은 단순히 기계를 늘리는 데 있지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어떤 부분 패턴을 먼저 만들고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로컬 그래프에 무엇을 저장하며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어떤 중간 결과를 물질화할지 함께 설계해야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발표에서는 후보 폭발에서 출발해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저장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PR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비용 추정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bushy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조인 계획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clique compression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이어지는 설계 논리를 따라갑니다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doi | published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Published article DOI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https://doi.org/10.14778/3021924.3021937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vldb-pdf | p. 217, Abstract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PVLDB public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https://www.vldb.org/pvldb/vol10/p217-lai.pdf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2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2186BCF-6BC6-4B01-A129-7F4D162E9B3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7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입력은 두 그래프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출력은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match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문제의 입력은 분산 파일 시스템에 저장된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 graph 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작은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connected pattern 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Match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vertex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vertex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대응시키는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mapping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논문은 하나가 존재하는지 묻는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subgraph isomorphism decision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아니라 조건을 만족하는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mapping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열거합니다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계산 과정의 후보뿐 아니라 최종 출력 크기도 알고리즘이 피할 수 없는 비용이 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vldb-pdf | pp. 217-218, Introduction and Definition 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PVLDB public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https://www.vldb.org/pvldb/vol10/p217-lai.pdf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5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47408AC-E224-4493-AD69-88EFB8E7253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7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 Decision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enumeration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종료 조건이 다르다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Enumeration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최종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match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매우 많다면 그 모든 결과를 실제로 전달해야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SEED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compression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중간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join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동안 결과를 압축해 유지하지만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사용자가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distinct match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전체를 요구하면 마지막에는 확장해야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그러므로 이 논문의 확장성 주장은 불필요한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intermediate relation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줄이는 데 초점을 두며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최종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output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크기의 하한을 없애는 것은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vldb-pdf | p. 218, Problem Statement; pp. 224-225, Sec. 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PVLDB public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https://www.vldb.org/pvldb/vol10/p217-lai.pdf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8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046544F-120D-41CA-AF5B-F0CC527CF66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8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match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두 조건에 대칭 제거 조건을 더한다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Conflict freedom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mapping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injective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해야 한다는 뜻입니다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Structure preservation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pattern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 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에도 있어야 한다는 뜻입니다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대칭이 있는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pattern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하나의 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subgraph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여러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mapping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반복될 수 있으므로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pattern vertex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사이에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partial order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두고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order preservation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추가합니다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분석 편의를 위해 대칭 제거 뒤의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match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열거에 초점을 둡니다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vldb-pdf | p. 218, Definition 2 and Remark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PVLDB public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https://www.vldb.org/pvldb/vol10/p217-lai.pdf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1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B553929-89E8-4F4A-9168-7932FB9C3CD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8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 Symmetry breaking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subgraph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중복 표현을 막는다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Pattern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automorphism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있으면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subgraph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match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나타날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degree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이용해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 vertex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total order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만들고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pattern vertex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사이의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partial order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보존하는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mapping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남깁니다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duplicate enumeration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막는 별도의 장치입니다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어떤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join unit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join tree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선택할지는 그 다음 단계의 비용 최적화 문제입니다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vldb-pdf | p. 218, Definition 1 and Remark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PVLDB public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https://www.vldb.org/pvldb/vol10/p217-lai.pdf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4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55BA726-5181-45FA-8081-0B3541AFEBA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8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 High-degree vertex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하나가 후보를 폭발시킨다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 star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백만 이웃 중 세 개를 고르는 후보를 만들기 때문에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order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관점에서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승 규모가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TwinTwigJoin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한두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 star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쓰므로 같은 중심에서 두 이웃 후보가 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승 규모지만 여전히 매우 큽니다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unit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이웃끼리 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있는지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enumeration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중에 검사해 희소한 그래프에서 불필요한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후보를 일찍 제거할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항상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더 작다는 보편 정리는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vldb-pdf | pp. 217-218, Sec. 1.1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PVLDB public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https://www.vldb.org/pvldb/vol10/p217-lai.pdf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7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04C10FA-5A22-4E92-BB03-88D3D471D67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8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분산 환경에서는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DFS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join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나누기 쉽다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depth-first search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분산시키기 어렵기 때문에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MapReduce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같은 환경에서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decomposition-and-join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join unit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match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relation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처럼 보고 공통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pattern vertex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mapping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끼리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reducer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보냅니다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병렬 실행 자체는 자연스럽지만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잘못된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join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순서를 고르면 최종 정답보다 훨씬 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intermediate relation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만들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vldb-pdf | pp. 217 and 219, Secs. 1.1 and 3.1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PVLDB public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https://www.vldb.org/pvldb/vol10/p217-lai.pdf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0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1D42ED3-A988-44C9-8DB2-FEA8E71FDFA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9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8. Pattern relation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join unit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결합해 계산한다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실행의 기본식은 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pattern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match relation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두 작은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pattern relation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natural join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만드는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공유하는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pattern vertex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집합이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join attribute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Left-deep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bushy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차이는 이 두 입력 중 하나가 항상 원시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join unit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아니면 둘 다 이전에 계산한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partial pattern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일 수 있는지에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vldb-pdf | pp. 219-220, Equation 1 and Equation 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PVLDB public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https://www.vldb.org/pvldb/vol10/p217-lai.pdf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3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4651B0F-DF33-4F35-9A0E-EACC4D326CB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9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9. Reducer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key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tail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겹치면 버린다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reducer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공유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pattern vertex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 image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key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받아 왼쪽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match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집합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오른쪽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결합합니다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예시 첫 행은 공유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vertex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일치하고 나머지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image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겹치지 않아 합칠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둘째 행은 공유 영역 밖에서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중복 사용하므로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conflict freedom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위반해 버립니다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검사는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relaxed PR estimate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match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수가 달라지는 이유 중 하나이기도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vldb-pdf | p. 220, Algorithm 1 lines 15-17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PVLDB public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https://www.vldb.org/pvldb/vol10/p217-lai.pdf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6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CF8F894-F25F-4758-9CBB-08C60F1C56A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9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10. TwinTwigJoin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optimality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두 경계가 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TwinTwigJoin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instance optimal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이라는 표현은 모든 분산 열거 알고리즘보다 항상 낫다는 뜻이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StarJoin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한두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TwinTwigJoin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바꾸고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left-deep plan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고려하는 제한된 공간에서의 결과입니다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SEED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저장 구조를 바꿔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join unit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허용하고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partial relation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합칠 수 있는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bushy tree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탐색합니다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비용 추정도 실제 그래프의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heavy-tail degree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반영하도록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 model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vldb-pdf | pp. 217-220, Secs. 1.1, 3.2 and 3.3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PVLDB public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https://www.vldb.org/pvldb/vol10/p217-lai.pdf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9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765D3AC-7BA4-4191-AEA7-62251F44F8E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0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11. Left-deep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bushy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중간 결과의 모양이 다르다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Left-deep tree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join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마다 한 입력이 원시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join unit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그래서 하나의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partial relation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단계마다 커집니다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Bushy tree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subpattern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독립적으로 선별한 뒤 합칠 수 있어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power-law 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거대한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intermediate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피할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예에서는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plan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모두 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round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이므로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bushy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이득을 단순히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round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감소로 설명하면 정확하지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vldb-pdf | pp. 219-220, Definition 4 and Fig. 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PVLDB public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https://www.vldb.org/pvldb/vol10/p217-lai.pdf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2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1758B51-2126-4F56-959F-89049BB54AA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0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12. SEED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다섯 구성요소를 하나의 실행 계획에 묶는다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SCP storage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가능한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join unit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늘립니다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PR model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partial pattern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match relation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크기를 추정합니다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Dynamic programming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그 비용을 이용해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bushy plan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선택합니다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Overlap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필요한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조금 중복해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relation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더 선별적으로 만들고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clique compression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 graph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안의 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만드는 조합 폭발을 줄입니다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이 요소들을 독립 발명 목록이 아니라 하나의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execution-plan framework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안에서 연결합니다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vldb-pdf | pp. 218 and 220-225, contributions and Secs. 3-7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PVLDB public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https://www.vldb.org/pvldb/vol10/p217-lai.pdf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5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5262FB0-690B-42CE-84A4-A3DFDF0AD5E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0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무엇을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넣느냐가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join unit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결정한다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Definition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join unit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storage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함께 정의합니다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 vertex 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graph Gᵤ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두고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 안에서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match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독립적으로 열거했을 때 전체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global match relation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같아야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단순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adjacency list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보존하지만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neighbor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없어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보존하지 못합니다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더 많은 구조를 지원하려면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커져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workload skew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심해질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vldb-pdf | p. 219, Definition 3; pp. 220-221, Sec. 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PVLDB public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https://www.vldb.org/pvldb/vol10/p217-lai.pdf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8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785D94F-9D51-4F97-8A4D-C8070E987AC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1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14. Φ₀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중심과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incident 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저장한다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Φ₀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graph Gᵤ⁰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중심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이웃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N(u),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그리고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incident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가집니다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그러므로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중심으로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만들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하지만 두 이웃 사이의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closing 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없으므로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triangle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이나 더 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실제로 존재하는지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보고 확인할 수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SEED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storage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바꾸는 직접적인 이유입니다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vldb-pdf | p. 220, Sec. 3.2 Graph Storage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PVLDB public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https://www.vldb.org/pvldb/vol10/p217-lai.pdf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1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4362401-3545-4AB9-80B8-97ACE33EFA5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1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15. Φ₁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보존하지만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skew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키운다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Φ₁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이웃들 사이에 실제로 존재하는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Gᵤ¹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넣습니다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그러면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match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완전하게 열거할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분석에서 추가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기대량이 해당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expected degree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제곱에 거의 비례해 고차수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비정상적으로 커질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분산 저장의 총량뿐 아니라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worker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담당하는 최대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scalability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제한합니다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vldb-pdf | p. 221, Lemmas 1-2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PVLDB public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https://www.vldb.org/pvldb/vol10/p217-lai.pdf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4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9AA3D12-CDEE-41F3-BD49-398291FDC30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1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16. Φ₂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triangle closing 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owner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하나로 정한다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Φ₂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정확한 규칙은 단순히 작은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저장한다가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Definition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 order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degree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작으면 먼저 오고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degree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같을 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작으면 먼저 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Triangle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최소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vertex 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중심인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에만 두 이웃 사이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closing 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추가합니다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triangle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관련된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복제되지 않으며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Gᵤ⁰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Gᵤ²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부분이고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Gᵤ²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Gᵤ¹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부분입니다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vldb-pdf | pp. 218 and 221, Definition 1 and Compact SCP Storage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PVLDB public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https://www.vldb.org/pvldb/vol10/p217-lai.pdf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7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FB726A8-C81F-4BD9-A7FA-29B12E61E8F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1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17.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손으로 추적하기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Φ₀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triangle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보이지 않는다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예시는 논문의 규칙을 이해하기 위해 독립적으로 구성한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hand trace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원본에는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a, b, 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triangle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추가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leaf 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Φ₀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Gₐ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모든 이웃을 갖지만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incident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것만 유지하므로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b-c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중심으로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two-edge star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만들 수 있어도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triangle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join unit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완성할 수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vldb-pdf | pp. 220-221, Φ₀ and Φ₂ definitions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PVLDB public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https://www.vldb.org/pvldb/vol10/p217-lai.pdf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0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C9FAB8D-9BD6-4689-A2B1-6FA250A25A5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2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18.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손으로 추적하기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b-c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owner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Order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a, b, c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순서이므로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두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triangle vertex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작습니다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b-c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Gₐ²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넣습니다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G_b²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G_c²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triangle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위한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closing 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넣지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 결과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Gₐ²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모두 확인해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triangle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열거할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owner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규칙이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Φ₁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compact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하면서도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clique-preserved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 핵심입니다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vldb-pdf | p. 221, Φ₂ definition and Lemma 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PVLDB public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https://www.vldb.org/pvldb/vol10/p217-lai.pdf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3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E63A741-66BD-45A1-B88A-D45D14651A2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2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19. Φ₂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보존하는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join unit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정확히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Lemma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Φ₂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pattern 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join unit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일 필요충분조건을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제시합니다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임의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motif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까지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unit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만들 가능성을 부정하지 않지만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더 많은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넣어야 하므로 크기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bound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workload skew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통제하기 어렵다고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scalability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위해 의도적으로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범위를 제한합니다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vldb-pdf | p. 221, Lemma 3 and Discussion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PVLDB public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https://www.vldb.org/pvldb/vol10/p217-lai.pdf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6" name="PlaceHolder 3"/>
          <p:cNvSpPr>
            <a:spLocks noGrp="1"/>
          </p:cNvSpPr>
          <p:nvPr>
            <p:ph type="sldNum" idx="2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C19DB3B-49CE-433A-8A20-F4361B61B57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2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비용 함수는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Map·Shuffle·Reduce data volume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더한다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 비용 모델은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Map data, Shuffle data, Reduce data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volume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합산합니다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machine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communication I/O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partial result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disk I/O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MapReduce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실행을 지배한다는 가정입니다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표기상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 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수에도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쓰므로 문맥을 구분해야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Remark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Spark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처럼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intermediate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memory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platform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disk access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항을 조정해야 한다고 명시합니다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vldb-pdf | p. 222, Sec. 5 and Remark 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PVLDB public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https://www.vldb.org/pvldb/vol10/p217-lai.pdf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9" name="PlaceHolder 3"/>
          <p:cNvSpPr>
            <a:spLocks noGrp="1"/>
          </p:cNvSpPr>
          <p:nvPr>
            <p:ph type="sldNum" idx="2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1D092CA-2029-444E-839A-1CE45292DC0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3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21. Join unit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partial pattern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다른 비용식을 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Join unit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match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생성하므로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storage scan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비용과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relation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생성 비용이 들어갑니다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포함된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triangle-edge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규모를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Δ(G)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표현하고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T(p)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|Δ(G)|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더하기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3|R(p)|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정리합니다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이미 계산한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partial pattern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relation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읽고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key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붙여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shuffle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reduce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다시 읽고 출력하므로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5|R(Pα)|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셉니다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plan cost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round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별 관련 항의 합입니다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vldb-pdf | p. 222, Equations 3-5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PVLDB public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https://www.vldb.org/pvldb/vol10/p217-lai.pdf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2" name="PlaceHolder 3"/>
          <p:cNvSpPr>
            <a:spLocks noGrp="1"/>
          </p:cNvSpPr>
          <p:nvPr>
            <p:ph type="sldNum" idx="2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05B905B-3265-464A-9FE6-80A50BF15D0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3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22. PR model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확장하며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match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수를 추정한다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connected pattern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DFS tree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만들고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하나에서 시작합니다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vertex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붙이는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tree 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Equation 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degree moment ratio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match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증가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factor γ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추정합니다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mapping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된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pattern vertex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잇는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non-tree 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Equation 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degree moment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정규화 계수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ρ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함께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ρ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자체는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 probability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아니며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 probability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w_i w_j ρ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다음 두 슬라이드에서 기호와 식을 정의합니다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과정은 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relation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관측이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 random 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에서의 기대량 계산입니다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vldb-pdf | pp. 222-223, Equations 6-7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PVLDB public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https://www.vldb.org/pvldb/vol10/p217-lai.pdf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5" name="PlaceHolder 3"/>
          <p:cNvSpPr>
            <a:spLocks noGrp="1"/>
          </p:cNvSpPr>
          <p:nvPr>
            <p:ph type="sldNum" idx="2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93C274C-143A-491D-89CB-99A7CA80555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3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23. PR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식의 기호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data degree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pattern degree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구분한다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 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expected degree sequence 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주고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 probability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w_i w_j ρ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둡니다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ρ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전체 기대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degree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합의 역수입니다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δ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δ prime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 vertex degree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붙이기 직전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partial pattern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endpoint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degree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긴 합의 비율을 한눈에 비교하려고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μ(δ)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라는 교육용 축약을 도입했습니다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이는 새로운 추정기를 제안하는 것이 아니라 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Equation 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동일하게 다시 쓰는 표기입니다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vldb-pdf | pp. 219 and 222, PR model and Equations 6-7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PVLDB public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https://www.vldb.org/pvldb/vol10/p217-lai.pdf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8" name="PlaceHolder 3"/>
          <p:cNvSpPr>
            <a:spLocks noGrp="1"/>
          </p:cNvSpPr>
          <p:nvPr>
            <p:ph type="sldNum" idx="2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7242F7C-B75A-43CD-8DDC-A7595ADFF1E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4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새 이웃을 붙일 때와 기존 두 정점을 닫을 때의 계산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pattern vertex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추가하는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tree-edge case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γ=∑w_i^(δ+1)/∑w_i^δ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mapping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된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endpoint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non-tree 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추가하면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γ=ρ×(∑w_i^(δ+1)/∑w_i^δ)×(∑w_j^(δ′+1)/∑w_j^δ′)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식은 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Equations 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새로운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endpoint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고르는 연산과 기존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endpoint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요구하는 연산을 구분해야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연쇄 계산은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모델 내부에서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conflict freedom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완화한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count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추정이며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tuple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runtime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결정적으로 상계한다는 뜻이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vldb-pdf | p. 222, Equations 6-7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PVLDB public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https://www.vldb.org/pvldb/vol10/p217-lai.pdf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1" name="PlaceHolder 3"/>
          <p:cNvSpPr>
            <a:spLocks noGrp="1"/>
          </p:cNvSpPr>
          <p:nvPr>
            <p:ph type="sldNum" idx="2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96157E5-490E-41E7-A611-DC08E338D02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4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25.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pattern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graph model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plan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순위를 바꾼다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백만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이천오백만 설정의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 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partial pattern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expected match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billion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단위로 비교합니다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예를 들어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β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일 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left-deep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쪽은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1,993.0 billion, bushy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쪽은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16.3 billion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ER model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PR model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최적으로 고르는 예로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수치는 해당 모델과 패턴에 대한 분석값이지 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dataset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측정값은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vldb-pdf | p. 222, Table 3 and Remark 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PVLDB public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https://www.vldb.org/pvldb/vol10/p217-lai.pdf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4" name="PlaceHolder 3"/>
          <p:cNvSpPr>
            <a:spLocks noGrp="1"/>
          </p:cNvSpPr>
          <p:nvPr>
            <p:ph type="sldNum" idx="2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1BC2BC3-E68F-4765-9CC4-C8F03412093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4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26. PR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비용은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estimate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observed guarantee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 model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degree heterogeneity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반영해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현실적인 계획을 고르려는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estimator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그러나 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 correlation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community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모두 재현하지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동일한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PR-model count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계산에서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conflict freedom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풀면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 vertex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재사용과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self-loop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허용한 항까지 포함하므로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injective match count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대한 상한이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이것은 임의의 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match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runtime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대한 결정적 상한이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비용식 역시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MapReduce I/O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중심으로 하므로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estimated count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관측된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tuple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runtime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보장처럼 말해서는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vldb-pdf | pp. 219 and 222-223, PR model and Sec. 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PVLDB public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https://www.vldb.org/pvldb/vol10/p217-lai.pdf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7" name="PlaceHolder 3"/>
          <p:cNvSpPr>
            <a:spLocks noGrp="1"/>
          </p:cNvSpPr>
          <p:nvPr>
            <p:ph type="sldNum" idx="2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5BFEBF0-6E9F-446F-B086-793A9EC6EC6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4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27. Bushy plan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connected edge-subpattern DP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찾는다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pattern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connected edge subset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hash-map entry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Join unit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relation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join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만들 필요가 없으므로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partial execution cost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둡니다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 외에는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connected left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right split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모두 비교해 지금까지 가장 낮은 값을 저장합니다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마지막에 전체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best split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부터 재귀적으로 따라가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bushy tree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복원합니다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Data graph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크기가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pattern edge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지수적으로 의존합니다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vldb-pdf | p. 223, Algorithm 2 and Equation 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PVLDB public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https://www.vldb.org/pvldb/vol10/p217-lai.pdf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0" name="PlaceHolder 3"/>
          <p:cNvSpPr>
            <a:spLocks noGrp="1"/>
          </p:cNvSpPr>
          <p:nvPr>
            <p:ph type="sldNum" idx="3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C09D1CB-0D22-443D-B77C-5F6C43CAEB3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5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28. DP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subplan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현재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join input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함께 센다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Equation 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핵심은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subplan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만드는 비용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현재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join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그 결과를 읽고 보내는 비용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분리해 더한다는 점입니다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가능한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connected split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비교하므로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left-deep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큰 공간을 탐색할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Lemma 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complexity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space O(2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승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), time O(3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승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connected pattern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유지해 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planner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worst case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빠르다고 보고하지만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pattern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여전히 지수 병목이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vldb-pdf | p. 223, Equation 8 and Lemma 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PVLDB public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https://www.vldb.org/pvldb/vol10/p217-lai.pdf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3" name="PlaceHolder 3"/>
          <p:cNvSpPr>
            <a:spLocks noGrp="1"/>
          </p:cNvSpPr>
          <p:nvPr>
            <p:ph type="sldNum" idx="3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2D7F155-5EA7-4510-B7EB-E5205ABEEBA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5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29. Overlap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미리 검사해 후보를 줄인다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Lemma 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pattern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기존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vertex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하나 더 넣으면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match relation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크기가 커지지 않는다고 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Join unit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들이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공유하면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더 강한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constraint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미리 검사해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intermediate result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줄일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다만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overlap subset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정확히 탐색하면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time complexity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O(4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승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증가해 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all-or-nothing relaxation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제안합니다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vldb-pdf | pp. 223-224, Lemma 6 and Example 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PVLDB public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https://www.vldb.org/pvldb/vol10/p217-lai.pdf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6" name="PlaceHolder 3"/>
          <p:cNvSpPr>
            <a:spLocks noGrp="1"/>
          </p:cNvSpPr>
          <p:nvPr>
            <p:ph type="sldNum" idx="3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1F9B01C-6F5F-4DE7-8BB1-0F2C837D273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5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30. All-or-nothing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overlap search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O(3ᵐ)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되돌린다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Naive overlap search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cut 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subset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보아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O(4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승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All-or-nothing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split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cut 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전부 넣거나 전혀 넣지 않는 경우만 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O(3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승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유지합니다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Theorem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baseline optimal cost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graph edge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 규모 이상이고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join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redundant node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없을 때 얻은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exact overlap optimum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asymptotic order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동일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global exact optimum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보장하는 정리가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vldb-pdf | pp. 223-224, All or Nothing and Theorem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PVLDB public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https://www.vldb.org/pvldb/vol10/p217-lai.pdf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9" name="PlaceHolder 3"/>
          <p:cNvSpPr>
            <a:spLocks noGrp="1"/>
          </p:cNvSpPr>
          <p:nvPr>
            <p:ph type="sldNum" idx="3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77BA260-0A81-40EB-90B1-533AB6686A5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6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31.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 clique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정답 조합만으로도 폭발한다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Example 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uk dataset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943-node clique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찾았고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 안의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5-clique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조합이 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6×10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승이라고 보고합니다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조합을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tuple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물질화하는 대신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vertex set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자체로 표현하면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storage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크기에 선형이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예는 최종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영원히 생략한다는 뜻이 아니라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join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중에 동일한 조합 구조를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compressed relation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유지하는 동기입니다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vldb-pdf | p. 224, Example 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PVLDB public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https://www.vldb.org/pvldb/vol10/p217-lai.pdf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2" name="PlaceHolder 3"/>
          <p:cNvSpPr>
            <a:spLocks noGrp="1"/>
          </p:cNvSpPr>
          <p:nvPr>
            <p:ph type="sldNum" idx="3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AB41054-E55C-4585-9315-783FCC9E5E8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6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32. Clique compression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사전 탐색에서 시작한다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Preprocessing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아직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query pattern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모르는 상태에서 수행됩니다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남은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최고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degree vertex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고르고 이를 포함하는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maximal clique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계산해 크기가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threshold,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예시로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50,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이상이면 저장합니다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선택된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vertex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제거하므로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node-disjoint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machine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어느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속하는지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constant-time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찾는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map 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가집니다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Greedy 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maximum clique cover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라는 보장은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vldb-pdf | p. 224, Clique Precomputation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PVLDB public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https://www.vldb.org/pvldb/vol10/p217-lai.pdf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5" name="PlaceHolder 3"/>
          <p:cNvSpPr>
            <a:spLocks noGrp="1"/>
          </p:cNvSpPr>
          <p:nvPr>
            <p:ph type="sldNum" idx="3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CACDFA9-030F-4C6C-81A3-F5A353EC33E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6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33. Compressed match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분리한다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Online compression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중심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precomputed clique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속한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Vᶜ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나머지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Vⁿ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나눕니다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Compressed part fᶜ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아직 특정 조합을 모두 나열하지 않고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pattern vertex 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candidate data vertex 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유지합니다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Non-compressed fⁿ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일반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partial mapping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부분을 합친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tuple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여러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concrete clique match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대표합니다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vldb-pdf | pp. 224-225, Online Clique Compression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PVLDB public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https://www.vldb.org/pvldb/vol10/p217-lai.pdf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8" name="PlaceHolder 3"/>
          <p:cNvSpPr>
            <a:spLocks noGrp="1"/>
          </p:cNvSpPr>
          <p:nvPr>
            <p:ph type="sldNum" idx="3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75EC5EB-07C1-41A0-A213-55EE04DA312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7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34. Partial expansion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join key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필요한 부분만 펼친다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current join attributes Vjoin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가운데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non-compressed part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이미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mapping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갖고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compressed part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속한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attribute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candidate 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조합합니다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concrete values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key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만들고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join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사용하지 않은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candidate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fᶜ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남겨 다음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round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전달합니다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방식은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intermediate materialization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지연합니다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최종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distinct matches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전체를 반환할 때는 남은 조합을 결국 확장해야 하므로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output-size lower bound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그대로입니다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vldb-pdf | p. 225, Algorithm 3 lines 12-20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PVLDB public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https://www.vldb.org/pvldb/vol10/p217-lai.pdf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1" name="PlaceHolder 3"/>
          <p:cNvSpPr>
            <a:spLocks noGrp="1"/>
          </p:cNvSpPr>
          <p:nvPr>
            <p:ph type="sldNum" idx="3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E26CDAD-2841-4461-9CE1-C6EB90AF78A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7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35.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실험은 여섯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real 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수행됐다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Master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m3.xlarge, slave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c3.4xlarge Amazon instance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기본 열 대의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slave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scalability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실험에서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부터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까지 바꿉니다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machine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mapper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reducer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최대 여섯 개씩 동시에 실행합니다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가장 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Friendster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65.61 million vertices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1,806.07 million edges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세 시간 제한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out-of-memory,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error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모두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표시되므로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끼리의 실제 완료시간 순위는 알 수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vldb-pdf | p. 225, Tables 4-5 and Algorithms paragraph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PVLDB public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https://www.vldb.org/pvldb/vol10/p217-lai.pdf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4" name="PlaceHolder 3"/>
          <p:cNvSpPr>
            <a:spLocks noGrp="1"/>
          </p:cNvSpPr>
          <p:nvPr>
            <p:ph type="sldNum" idx="3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7D92E4E-FDD8-4D57-98D5-AC3114A16F0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7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36. SCP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large clique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query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전에 만든다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Φ₂ local graph construction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large clique enumeration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query pattern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독립적인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preprocessing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Table 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그 시간을 따로 제공합니다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반복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query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환경에서는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amortize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할 수 있지만 처음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수행한다면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end-to-end latency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더해야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예를 들어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live-journal q6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baseline SEED query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1,347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초이고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Φ₂ build 54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초를 더한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1,401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초를 논문이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TT 6,968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초와 비교합니다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vldb-pdf | pp. 225-226, Table 5 and Exp-2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PVLDB public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https://www.vldb.org/pvldb/vol10/p217-lai.pdf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7" name="PlaceHolder 3"/>
          <p:cNvSpPr>
            <a:spLocks noGrp="1"/>
          </p:cNvSpPr>
          <p:nvPr>
            <p:ph type="sldNum" idx="3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A7AF66D-D1AA-4E4E-9620-990F6E50460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7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37. q5 on youtube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bushy plan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거대한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reduce2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피했다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핵심은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final output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아니라 두 번째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reducer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intermediate output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Bushy SEED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3.2 million, left-deep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6,110.9 million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만들었습니다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Runtime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306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초와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7,658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초입니다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optimal plan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bushy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 plan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달라 이 비교에 사용했습니다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비율은 해당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관측 결과이며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pattern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speedup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보장하지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vldb-pdf | p. 226, Table 6 and Exp-1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PVLDB public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https://www.vldb.org/pvldb/vol10/p217-lai.pdf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0" name="PlaceHolder 3"/>
          <p:cNvSpPr>
            <a:spLocks noGrp="1"/>
          </p:cNvSpPr>
          <p:nvPr>
            <p:ph type="sldNum" idx="4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6CE40EB-8A3A-48DF-B20C-DB74E3B0B74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8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38.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보고된 개선은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graph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구조에 따라 달라진다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여러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큰 개선을 보고하지만 원인을 조건과 함께 봐야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q6 on eu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compression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timeout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완료로 바꿉니다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q1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SEED+O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이라 성능도 같습니다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Web graph eu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compression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효과가 큰 이유를 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domain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내부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large clique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많기 때문이라고 추측하며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authors' speculation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graph structure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따라 이득이 달라집니다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vldb-pdf | pp. 226-227, Exps. 2-4 and Figs. 5-7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PVLDB public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https://www.vldb.org/pvldb/vol10/p217-lai.pdf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3" name="PlaceHolder 3"/>
          <p:cNvSpPr>
            <a:spLocks noGrp="1"/>
          </p:cNvSpPr>
          <p:nvPr>
            <p:ph type="sldNum" idx="4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F59E338-9E66-41B6-9E71-2F82C19268F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8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39. 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cluster scaling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실험도 조건부다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Exp-5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Friendster node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20%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부터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100%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까지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subgraph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만들고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Exp-6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node 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20%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부터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100%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까지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sampling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average degree 11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부터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Exp-7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slave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부터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까지 늘립니다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Machine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workload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분산되지만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 transmission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늘어 감소폭이 둔화됩니다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결과는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SEED+O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scaling evidence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지만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cluster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arbitrary pattern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그대로 외삽할 수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vldb-pdf | p. 227, Exps. 5-7 and Figs. 8-9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PVLDB public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https://www.vldb.org/pvldb/vol10/p217-lai.pdf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6" name="PlaceHolder 3"/>
          <p:cNvSpPr>
            <a:spLocks noGrp="1"/>
          </p:cNvSpPr>
          <p:nvPr>
            <p:ph type="sldNum" idx="4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3115CC5-AC00-4E55-B290-49F560C48D6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8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40. SEED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제거하지 못한 경계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논문을 확장성 만능 해법으로 읽으면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최종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match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수조 개면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exact output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자체를 전달해야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SCP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join unit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보존합니다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Planner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작은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pattern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가정합니다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PR model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완전히 표현하지 않고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compression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large clique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있어야 효과가 큽니다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실험 범위도 정해져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그럼에도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storage, estimator, plan, compression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연결해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candidate explosion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줄인 설계는 일반적인 분산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query optimization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관점을 제공합니다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vldb-pdf | pp. 221-227, Lemmas 3 and 5, Secs. 7-8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PVLDB public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https://www.vldb.org/pvldb/vol10/p217-lai.pdf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9" name="PlaceHolder 3"/>
          <p:cNvSpPr>
            <a:spLocks noGrp="1"/>
          </p:cNvSpPr>
          <p:nvPr>
            <p:ph type="sldNum" idx="4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E09E468-DF34-4D37-A14D-7789BDD0C91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9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41. SEED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기억하는 다섯 문장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마지막으로 설계 논리를 연결해 보겠습니다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Candidate explosion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high-degree star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먼저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materialize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할 때 발생합니다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Φ₂ storage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unit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사용할 수 있게 하되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triangle owner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하나로 제한합니다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PR estimator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가능한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relation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크기를 비교하고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bushy DP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overlap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더 선별적인 순서를 고릅니다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Clique compression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combinatorial family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compact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하게 유지합니다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모든 장치는 불필요한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intermediate result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생성을 늦추거나 피하는 방향을 공유합니다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vldb-pdf | pp. 217-228, Abstract through Conclusion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PVLDB public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https://www.vldb.org/pvldb/vol10/p217-lai.pdf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2" name="PlaceHolder 3"/>
          <p:cNvSpPr>
            <a:spLocks noGrp="1"/>
          </p:cNvSpPr>
          <p:nvPr>
            <p:ph type="sldNum" idx="4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7AC5DA2-E450-46D0-80AC-D809109FAC4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9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모든 기술적 설명과 수치는 공개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PVLDB PDF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기준으로 확인했습니다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DOI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논문의 출판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identity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확인하는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record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슬라이드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footer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PDF viewer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파일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아니라 논문에 인쇄된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page 217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부터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228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출처 모두 별도 계정 없이 공개적으로 확인할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vldb-pdf | pp. 217-228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PVLDB public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https://www.vldb.org/pvldb/vol10/p217-lai.pdf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doi | published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Published article DOI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https://doi.org/10.14778/3021924.3021937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5" name="PlaceHolder 3"/>
          <p:cNvSpPr>
            <a:spLocks noGrp="1"/>
          </p:cNvSpPr>
          <p:nvPr>
            <p:ph type="sldNum" idx="4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287A854-61ED-416C-97F0-A8B25B63753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215640" cy="6857640"/>
          </a:xfrm>
          <a:prstGeom prst="rect">
            <a:avLst/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" name="Text 1"/>
          <p:cNvSpPr/>
          <p:nvPr/>
        </p:nvSpPr>
        <p:spPr>
          <a:xfrm>
            <a:off x="888840" y="888840"/>
            <a:ext cx="8762760" cy="13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SEED: 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확장 가능한 분산 서브그래프 열거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888840" y="2413080"/>
            <a:ext cx="9651600" cy="133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Scalable Distributed Subgraph Enumeration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888840" y="4076640"/>
            <a:ext cx="965196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" name="Text 4"/>
          <p:cNvSpPr/>
          <p:nvPr/>
        </p:nvSpPr>
        <p:spPr>
          <a:xfrm>
            <a:off x="888840" y="4368960"/>
            <a:ext cx="96516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Longbin Lai, Lu Qin, Xuemin Lin, Ying Zhang, Lijun Chang, Shiyu Yang (2016)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888840" y="5245200"/>
            <a:ext cx="96516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후보 폭발을 줄이는 저장 구조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조인 단위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실행 계획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클리크 압축의 결합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6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" name="Text 7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doi published record; vldb-pdf p. 217, Abstract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8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입력은 두 그래프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출력은 모든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match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작은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pattern P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큰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data graph 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injective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하게 배치한 결과를 전부 찾는다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Data graph G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큰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undirected·unlabeled graph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Pattern P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작고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connected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query graph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Match f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Pattern vertex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서로 다른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data vertex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대응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Enumerate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조건을 만족하는 모든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mapping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출력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0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존재 여부가 아니라 모든 결과를 출력하므로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output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자체도 커질 수 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3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vldb-pdf pp. 217-218, Introduction and Definition 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Decision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enumeration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종료 조건이 다르다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첫 성공에서 멈추는 문제와 모든 성공을 출력하는 문제를 구분해야 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7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956600"/>
                <a:gridCol w="2935080"/>
                <a:gridCol w="3043800"/>
                <a:gridCol w="29350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질문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종료 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주요 부담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Decision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Match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하나라도 있는가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첫 증거를 찾으면 종료 가능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탐색 난도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Counting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Match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몇 개인가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정확한 개수 계산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집계 비용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Enumeration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Match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무엇인가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match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출력 후 종료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후보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중간 결과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출력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8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9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SEED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줄이는 핵심은 최종 정답이 아니라 정답까지 가는 중간 결과다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1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vldb-pdf p. 218, Problem Statement; pp. 224-225, Sec. 7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기본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match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두 조건에 대칭 제거 조건을 더한다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서로 다른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pattern vertex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같은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data vertex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겹치게 놓을 수 없다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5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826360"/>
                <a:gridCol w="4348440"/>
                <a:gridCol w="36961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검사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실패 예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Conflict freedom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서로 다른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서로 다른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f(v)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v1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v3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모두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배치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Structure preservation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Pattern edge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data edge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존재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v1-v2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인데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a-b edge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조건부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: Order preservation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대칭 제거용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partial order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유지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v1&lt;v3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인데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f(v3)≺f(v1)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앞의 두 조건은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match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정의이고 세 번째는 대칭 중복을 제거한다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vldb-pdf p. 218, Definition 2 and Remark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Symmetry breaking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같은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subgraph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중복 표현을 막는다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Pattern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대칭을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partial order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고정해 대표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mapping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하나만 남긴다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Automorphism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Pattern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자기 자신에 대응시키는 대칭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7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8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Partial order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일부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pattern vertex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vᵢ &lt; vⱼ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지정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2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3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Data order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Degree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ID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data vertex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전체 순서 정의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7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8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Filter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vᵢ &lt; vⱼ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이면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f(vᵢ) ≺ f(vⱼ)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만 허용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2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3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대칭 제거는 후보 폭발 문제를 줄이지만 조인 순서 문제를 대신하지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5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vldb-pdf p. 218, Definition 1 and Remark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High-degree vertex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하나가 후보를 폭발시킨다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Degree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백만이면 작은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star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도 조합 수가 기계 용량을 압도할 수 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89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717640"/>
                <a:gridCol w="1956600"/>
                <a:gridCol w="2500200"/>
                <a:gridCol w="36961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부분 패턴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중심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degree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후보 규모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왜 생기는가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3-edge star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10⁶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O(10¹⁸)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이웃 세 개 조합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2-edge TwinTwig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10⁶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O(10¹²)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이웃 두 개 조합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Clique unit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같은 중심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Data edge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따라 감소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이웃 사이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edge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도 즉시 검사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1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TwinTwig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지수를 낮추지만 후보 생성을 근본적으로 없애지는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3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vldb-pdf pp. 217-218, Sec. 1.1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분산 환경에서는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DFS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보다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join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나누기 쉽다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Pattern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작은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relation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으로 만들고 공통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attribute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key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병렬 결합한다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Decompose P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Pattern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작은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join unit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분해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1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2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Enumerate units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unit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 match relation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생성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6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7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Shuffle by key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공유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pattern vertex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data image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grouping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1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2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Join relations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Conflict-free tuple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만 결합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6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7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Repeat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전체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pattern relation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까지 확장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1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2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병렬화가 쉬워지는 대신 중간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relation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크기가 새 병목이 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4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vldb-pdf pp. 217 and 219, Secs. 1.1 and 3.1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Pattern relation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join unit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결합해 계산한다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partial pattern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 공유하는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vertex image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join key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Shape 2"/>
          <p:cNvSpPr/>
          <p:nvPr/>
        </p:nvSpPr>
        <p:spPr>
          <a:xfrm>
            <a:off x="6095880" y="2705040"/>
            <a:ext cx="360" cy="1904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9" name="Shape 3"/>
          <p:cNvSpPr/>
          <p:nvPr/>
        </p:nvSpPr>
        <p:spPr>
          <a:xfrm>
            <a:off x="3301920" y="2895480"/>
            <a:ext cx="5587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0" name="Shape 4"/>
          <p:cNvSpPr/>
          <p:nvPr/>
        </p:nvSpPr>
        <p:spPr>
          <a:xfrm>
            <a:off x="330192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1" name="Shape 5"/>
          <p:cNvSpPr/>
          <p:nvPr/>
        </p:nvSpPr>
        <p:spPr>
          <a:xfrm>
            <a:off x="888984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2" name="Shape 6"/>
          <p:cNvSpPr/>
          <p:nvPr/>
        </p:nvSpPr>
        <p:spPr>
          <a:xfrm>
            <a:off x="330192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3" name="Shape 7"/>
          <p:cNvSpPr/>
          <p:nvPr/>
        </p:nvSpPr>
        <p:spPr>
          <a:xfrm>
            <a:off x="3301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4" name="Shape 8"/>
          <p:cNvSpPr/>
          <p:nvPr/>
        </p:nvSpPr>
        <p:spPr>
          <a:xfrm>
            <a:off x="888984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5" name="Shape 9"/>
          <p:cNvSpPr/>
          <p:nvPr/>
        </p:nvSpPr>
        <p:spPr>
          <a:xfrm>
            <a:off x="6730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6" name="Shape 10"/>
          <p:cNvSpPr/>
          <p:nvPr/>
        </p:nvSpPr>
        <p:spPr>
          <a:xfrm>
            <a:off x="546084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7" name="Shape 11"/>
          <p:cNvSpPr/>
          <p:nvPr/>
        </p:nvSpPr>
        <p:spPr>
          <a:xfrm>
            <a:off x="673092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8" name="Shape 12"/>
          <p:cNvSpPr/>
          <p:nvPr/>
        </p:nvSpPr>
        <p:spPr>
          <a:xfrm>
            <a:off x="6095880" y="5181480"/>
            <a:ext cx="360" cy="3301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9" name="Text 13"/>
          <p:cNvSpPr/>
          <p:nvPr/>
        </p:nvSpPr>
        <p:spPr>
          <a:xfrm>
            <a:off x="4191120" y="21081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Pattern P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14"/>
          <p:cNvSpPr/>
          <p:nvPr/>
        </p:nvSpPr>
        <p:spPr>
          <a:xfrm>
            <a:off x="4191120" y="238752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Edge set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연결된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unit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분해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15"/>
          <p:cNvSpPr/>
          <p:nvPr/>
        </p:nvSpPr>
        <p:spPr>
          <a:xfrm>
            <a:off x="127008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R(Pˡ)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16"/>
          <p:cNvSpPr/>
          <p:nvPr/>
        </p:nvSpPr>
        <p:spPr>
          <a:xfrm>
            <a:off x="127008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왼쪽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partial match relation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17"/>
          <p:cNvSpPr/>
          <p:nvPr/>
        </p:nvSpPr>
        <p:spPr>
          <a:xfrm>
            <a:off x="685800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R(Pʳ)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18"/>
          <p:cNvSpPr/>
          <p:nvPr/>
        </p:nvSpPr>
        <p:spPr>
          <a:xfrm>
            <a:off x="685800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오른쪽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partial match relation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19"/>
          <p:cNvSpPr/>
          <p:nvPr/>
        </p:nvSpPr>
        <p:spPr>
          <a:xfrm>
            <a:off x="4191120" y="457200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Natural join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20"/>
          <p:cNvSpPr/>
          <p:nvPr/>
        </p:nvSpPr>
        <p:spPr>
          <a:xfrm>
            <a:off x="4191120" y="485136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공유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vertex image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묶고 충돌 검사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21"/>
          <p:cNvSpPr/>
          <p:nvPr/>
        </p:nvSpPr>
        <p:spPr>
          <a:xfrm>
            <a:off x="4191120" y="561348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R(Pᵢ)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22"/>
          <p:cNvSpPr/>
          <p:nvPr/>
        </p:nvSpPr>
        <p:spPr>
          <a:xfrm>
            <a:off x="4191120" y="589284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더 큰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partial pattern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matches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0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vldb-pdf pp. 219-220, Equation 1 and Equation 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Reducer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같은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key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라도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tail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겹치면 버린다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공유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vertex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같아야 하지만 나머지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vertex image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서로 달라야 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54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369960"/>
                <a:gridCol w="1956600"/>
                <a:gridCol w="3043800"/>
                <a:gridCol w="25002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입력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공유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key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Tail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검사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f=(a,b,c), h=(b,d)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{a,c}∩{d}=∅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f∪h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출력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f=(a,b,c), h=(b,a)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{a,c}∩{a}={a}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충돌로 폐기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여러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동일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tuple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pair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검사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Conflict-free pair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만 출력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5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6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Join key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일치만으로는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injective mapping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보장되지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8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vldb-pdf p. 220, Algorithm 1 lines 15-17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TwinTwigJoin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optimality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에는 두 경계가 있다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Instance optimal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이라는 말은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star unit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left-deep search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안에서만 성립한다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62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500200"/>
                <a:gridCol w="4022280"/>
                <a:gridCol w="43484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경계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TwinTwigJoin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SEED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확장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Join unit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1-edge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또는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2-edge star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clique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Join tree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Left-deep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만 탐색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Bushy tree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전체 탐색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Graph model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기반 비용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Power-law PR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기반 추정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고차수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vertex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TwinTwig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후보도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O(d²)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Clique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early filtering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3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4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SEED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같은 제한 공간에서 더 잘 고르는 것이 아니라 탐색 공간을 넓힌다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6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vldb-pdf pp. 217-220, Secs. 1.1, 3.2 and 3.3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Left-deep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bushy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중간 결과의 모양이 다르다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Bushy plan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두 개의 선별된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partial relation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마지막에 합칠 수 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70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3152520"/>
                <a:gridCol w="3478680"/>
                <a:gridCol w="20653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내부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join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가능한 효과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탐색 비용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Left-deep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child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join unit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partial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계속 성장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허용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plan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후보가 제한됨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Bushy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child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partial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작은 결과끼리 먼저 결합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더 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search space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관계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Left-deep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bushy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일부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bushy cost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더 나쁠 수 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필요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1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2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Bushy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장점은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round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수보다 거대한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intermediate relation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피할 선택지다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4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vldb-pdf pp. 219-220, Definition 4 and Fig. 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SEED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다섯 구성요소를 하나의 실행 계획에 묶는다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각 구성요소는 다른 병목을 겨냥하고 서로의 선택 범위를 넓힌다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SCP storage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clique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 join unit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허용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2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3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PR estimate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Power-law degree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relation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크기 추정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7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8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Bushy DP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더 넓은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join tree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중 최소 추정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cost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2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3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Overlap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선별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edge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unit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중복 포함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7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8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Compression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큰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data clique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조합을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compact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하게 유지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2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3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Clique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쓸 저장 구조만 만들고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plan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고르지 못하면 전체 이득을 얻기 어렵다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5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vldb-pdf pp. 218 and 220-225, contributions and Secs. 3-7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무엇을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 graph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넣느냐가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join unit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결정한다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Join unit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match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각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local graph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독립적으로 만들고 합쳐 완전해야 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2"/>
          <p:cNvSpPr/>
          <p:nvPr/>
        </p:nvSpPr>
        <p:spPr>
          <a:xfrm>
            <a:off x="838080" y="217188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Storage Φ(G)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data vertex u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마다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connected local graph Gᵤ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저장한다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Shape 3"/>
          <p:cNvSpPr/>
          <p:nvPr/>
        </p:nvSpPr>
        <p:spPr>
          <a:xfrm>
            <a:off x="838080" y="275580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1" name="Text 4"/>
          <p:cNvSpPr/>
          <p:nvPr/>
        </p:nvSpPr>
        <p:spPr>
          <a:xfrm>
            <a:off x="838080" y="279396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모든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 graph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edge union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원래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E(G)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같아야 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Shape 5"/>
          <p:cNvSpPr/>
          <p:nvPr/>
        </p:nvSpPr>
        <p:spPr>
          <a:xfrm>
            <a:off x="838080" y="33778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3" name="Text 6"/>
          <p:cNvSpPr/>
          <p:nvPr/>
        </p:nvSpPr>
        <p:spPr>
          <a:xfrm>
            <a:off x="838080" y="341640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Join unit p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 match union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global R(p)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같아야 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Shape 7"/>
          <p:cNvSpPr/>
          <p:nvPr/>
        </p:nvSpPr>
        <p:spPr>
          <a:xfrm>
            <a:off x="838080" y="400032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5" name="Text 8"/>
          <p:cNvSpPr/>
          <p:nvPr/>
        </p:nvSpPr>
        <p:spPr>
          <a:xfrm>
            <a:off x="838080" y="403848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 graph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없는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edge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요구하는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pattern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독립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enumeration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불가능하다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Shape 9"/>
          <p:cNvSpPr/>
          <p:nvPr/>
        </p:nvSpPr>
        <p:spPr>
          <a:xfrm>
            <a:off x="838080" y="462276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7" name="Text 10"/>
          <p:cNvSpPr/>
          <p:nvPr/>
        </p:nvSpPr>
        <p:spPr>
          <a:xfrm>
            <a:off x="838080" y="466092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따라서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storage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확대는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unit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확대와 저장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·skew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증가를 동시에 만든다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Shape 1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9" name="Text 1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Join unit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query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문법이 아니라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storage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보존하는 구조다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Shape 1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1" name="Text 1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vldb-pdf p. 219, Definition 3; pp. 220-221, Sec. 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 1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Φ₀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중심과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incident edge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만 저장한다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TwinTwigJoin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local graph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이웃을 담지만 이웃 사이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edge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담지 않는다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2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500200"/>
                <a:gridCol w="2935080"/>
                <a:gridCol w="2717640"/>
                <a:gridCol w="27176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 graph Gᵤ⁰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포함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누락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가능한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unit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Vertex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N(u)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중심을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고정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Edge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이웃으로 가는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edge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이웃끼리의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edge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1-edge, TwinTwig, star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Triangle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incident edge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Closing edge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Clique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독립 생성 불가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Φ₀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star-only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인 이유는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algorithm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이름이 아니라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closing edge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부재다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vldb-pdf p. 220, Sec. 3.2 Graph Storage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Φ₁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clique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보존하지만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skew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키운다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모든 이웃 사이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data edge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Gᵤ¹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복제하면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triangle closing edge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모두 얻는다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33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391480"/>
                <a:gridCol w="4892040"/>
                <a:gridCol w="35874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성질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Φ₁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선택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Closing edge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N(u)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내부의 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data edge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추가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clique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Extra edge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기대값이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wᵢ²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거의 비례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고차수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 graph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팽창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분산 실행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특정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Gᵤ¹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edge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집중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Worker workload skew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설계 판단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지원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unit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은 늘지만 크기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bound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나빠짐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compact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Φ₂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필요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4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5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모든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triangle edge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모든 관련 중심에 복제하면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clique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지원 비용이 과해진다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7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vldb-pdf p. 221, Lemmas 1-2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Φ₂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triangle closing edge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owner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하나로 정한다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Triangle (u,u′,u″)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두 이웃보다 작을 때만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closing edge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Gᵤ²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넣는다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Triangle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발견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세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data vertex u, u′, u″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서로 연결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5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6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Order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비교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Degree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ID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정의한 ≺ 적용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0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1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Minimum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선택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 ≺ u′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이고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 ≺ u″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인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owner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5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6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Edge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추가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Closing edge (u′,u″)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Gᵤ²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에만 저장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0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1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Local clique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 graph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clique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완전 열거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5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6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Ordered minimum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규칙은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triangle edge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복제를 줄이면서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clique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보존을 유지한다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8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vldb-pdf pp. 218 and 221, Definition 1 and Compact SCP Storage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손으로 추적하기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Φ₀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에서는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triangle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보이지 않는다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Data edge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a-b, a-c, b-c, a-d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order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 ≺ b ≺ c ≺ 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라고 하자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72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282760"/>
                <a:gridCol w="4565880"/>
                <a:gridCol w="40222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Gₐ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있는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edge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관찰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data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a-b, a-c, b-c, a-d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{a,b,c}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triangle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Φ₀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a-b, a-c, a-d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중심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incident edge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만 저장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Triangle query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a-b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a-c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확인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b-c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 graph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후보는 생성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Clique match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아직 독립 생성 불가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3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4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Global graph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b-c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있어도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Φ₀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Gₐ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만 보면 그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edge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확인할 수 없다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6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vldb-pdf pp. 220-221, Φ₀ and Φ₂ definitions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손으로 추적하기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b-c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owner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Closing edge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triangle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최소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vertex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중심인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local graph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한 곳에만 들어간다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80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847880"/>
                <a:gridCol w="3152520"/>
                <a:gridCol w="3369960"/>
                <a:gridCol w="25002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후보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owner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최소 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Closing edge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저장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 triangle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a≺b, a≺c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모두 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Gₐ²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b-c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추가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a-b, a-c, b-c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완성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b≺a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거짓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G_b²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a-c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추가 안 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triangle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owner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c≺a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c≺b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거짓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G_c²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a-b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추가 안 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triangle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owner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1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2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같은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triangle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세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 graph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복제하지 않아도 한 곳에서 정확히 열거할 수 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4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vldb-pdf p. 221, Φ₂ definition and Lemma 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Φ₂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보존하는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join unit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정확히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star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clique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더 많은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motif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지원하지 않는 것은 누락이 아니라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local graph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크기와의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trade-off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88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608920"/>
                <a:gridCol w="2608920"/>
                <a:gridCol w="56527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Pattern family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Φ₂ join unit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중심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incident edge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모두 존재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Clique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Ordered-min local graph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closing edge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모임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임의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motif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일반적으로 불가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필요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edge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 graph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모인다는 보장 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더 넓은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storage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이론상 가능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 edge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bound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skew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악화될 수 있음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9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0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SCP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Star-Clique-Preserved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이며 모든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pattern-preserved storage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2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vldb-pdf p. 221, Lemma 3 and Discussion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비용 함수는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Map·Shuffle·Reduce data volume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더한다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MapReduce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network I/O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disk I/O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만드는 중간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data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지배적이라고 본다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Map M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입력 읽기와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mapper output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0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1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Shuffle 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Mapper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reducer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전송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5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6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Reduce R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Reducer input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partial output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0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1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Plan cost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round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M+S+R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합산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5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6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여기서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map volume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이며 앞에서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data edge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수에 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문맥이 다르다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8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vldb-pdf p. 222, Sec. 5 and Remark 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Join unit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partial pattern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다른 비용식을 쓴다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Join unit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local graph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새로 만들고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partial relation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이전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round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결과를 읽는다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22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608920"/>
                <a:gridCol w="3152520"/>
                <a:gridCol w="51091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입력 종류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항의 의미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Join unit 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T(p)=|Δ(G)|+3|R(p)|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 storage scan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match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map·shuffle·reduce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Partial Pα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T(Pα)=5|R(Pα)|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relation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read·write·shuffle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Execution 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C(E)=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unit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중간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partial pattern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합산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3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4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Plan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비교에는 각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subpattern relation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크기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|R(P)|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추정이 필요하다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6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vldb-pdf p. 222, Equations 3-5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 model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edge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확장하며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match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수를 추정한다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Expected degree sequence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이용해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tree edge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non-tree edge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증가율을 다르게 계산한다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Start edge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Undirected edge relation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크기를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2M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시작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4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5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DFS tree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새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vertex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붙이는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tree edge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순서대로 추가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9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0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Case 1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Degree moment ratio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새 이웃 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γ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추정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4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5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Back edge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기존 두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vertex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잇는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non-tree edge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추가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9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0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Case 2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두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degree moment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정규화 계수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ρ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반영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4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5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Heavy-tail degree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반영하므로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ER model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다른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join plan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고를 수 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7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vldb-pdf pp. 222-223, Equations 6-7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식의 기호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data degree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pattern degree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구분한다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w_i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data graph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기대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degree, δ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확장 직전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partial pattern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degree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6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304280"/>
                <a:gridCol w="5109120"/>
                <a:gridCol w="44571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역할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w_i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Data vertex i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expected degree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모델 입력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 / ∑ᵢ w_i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Pr[(i,j)∈E] = w_i w_j 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δ, δ′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확장 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pattern endpoint degree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Degree moment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지수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μ(δ)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∑ᵢ w_i^(δ+1) / ∑ᵢ w_i^δ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다음 식을 위한 축약 표기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γ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edge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확장 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match-count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현재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 count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곱함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6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μ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식을 읽기 위한 축약이며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ρ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자체를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edge probability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라 부르지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vldb-pdf pp. 219 and 222, PR model and Equations 6-7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새 이웃을 붙일 때와 기존 두 정점을 닫을 때의 계산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시작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edge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oriented relation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2M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이며 확장할 때마다 해당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γ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곱한다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69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500200"/>
                <a:gridCol w="4892040"/>
                <a:gridCol w="34786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확장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계산식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새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vertex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추가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γ = μ(δ)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δ-degree endpoint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새 이웃 부착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기존 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vertex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연결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γ = ρ μ(δ) μ(δ′)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endpoint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closing edge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요구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공통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moment ratio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μ(d) = ∑ᵢ w_i^(d+1) / ∑ᵢ w_i^d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앞 슬라이드의 기대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degree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계산 순서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시작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edge → DFS tree edges → non-tree edges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추가 직전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degree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갱신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70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1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Case 1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이웃 확장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Case 2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이미 선택한 두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endpoint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추가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edge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제약이다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3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vldb-pdf p. 222, Equations 6-7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같은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pattern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도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graph model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plan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순위를 바꾼다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논문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Figure 2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partial pattern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예상 크기 차이가 크게 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77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739160"/>
                <a:gridCol w="3696120"/>
                <a:gridCol w="3696120"/>
                <a:gridCol w="17391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β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|R(P₂ left-deep)|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|R(P₂ bushy)|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2.1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67,618.5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230.2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billion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2.5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1,993.0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16.3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billion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2.9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83.4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1.5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billion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78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9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추정에서는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bushy partial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훨씬 작아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ER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기반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left-deep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선택과 달라진다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81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vldb-pdf p. 222, Table 3 and Remark 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비용은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estimate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observed guarantee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아니다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모델은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plan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순위를 위한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proxy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이며 실제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match·runtime·skew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완전히 결정하지 않는다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 2"/>
          <p:cNvSpPr/>
          <p:nvPr/>
        </p:nvSpPr>
        <p:spPr>
          <a:xfrm>
            <a:off x="838080" y="217188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입력은 실제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adjacency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아니라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expected degree sequence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power-law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가정이다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Shape 3"/>
          <p:cNvSpPr/>
          <p:nvPr/>
        </p:nvSpPr>
        <p:spPr>
          <a:xfrm>
            <a:off x="838080" y="275580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87" name="Text 4"/>
          <p:cNvSpPr/>
          <p:nvPr/>
        </p:nvSpPr>
        <p:spPr>
          <a:xfrm>
            <a:off x="838080" y="279396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동일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PR-model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계산에서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conflict freedom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완화한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count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상한이 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Shape 5"/>
          <p:cNvSpPr/>
          <p:nvPr/>
        </p:nvSpPr>
        <p:spPr>
          <a:xfrm>
            <a:off x="838080" y="33778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89" name="Text 6"/>
          <p:cNvSpPr/>
          <p:nvPr/>
        </p:nvSpPr>
        <p:spPr>
          <a:xfrm>
            <a:off x="838080" y="341640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같은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degree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라도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triangle·community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따라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relation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크기가 달라진다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Shape 7"/>
          <p:cNvSpPr/>
          <p:nvPr/>
        </p:nvSpPr>
        <p:spPr>
          <a:xfrm>
            <a:off x="838080" y="400032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91" name="Text 8"/>
          <p:cNvSpPr/>
          <p:nvPr/>
        </p:nvSpPr>
        <p:spPr>
          <a:xfrm>
            <a:off x="838080" y="403848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MapReduce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용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M+S+R cost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다른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dataflow engine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항을 조정해야 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Shape 9"/>
          <p:cNvSpPr/>
          <p:nvPr/>
        </p:nvSpPr>
        <p:spPr>
          <a:xfrm>
            <a:off x="838080" y="462276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93" name="Text 10"/>
          <p:cNvSpPr/>
          <p:nvPr/>
        </p:nvSpPr>
        <p:spPr>
          <a:xfrm>
            <a:off x="838080" y="466092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따라서 선택된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plan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실제 우수성은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dataset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별 실험으로 따로 확인한다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4" name="Shape 1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95" name="Text 1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SEED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optimal plan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정의된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cost model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search space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안에서의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optimum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Shape 1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97" name="Text 1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vldb-pdf pp. 219 and 222-223, PR model and Sec. 5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Text 1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Bushy plan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connected edge-subpattern DP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찾는다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작은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partial pattern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최적 비용을 저장하고 큰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pattern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모든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connected split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비교한다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1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Enumerate states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connected edge-subpattern Pα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05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06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Base case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8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Pα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join unit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이면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join cost 0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9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0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1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2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Split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3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Pα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connected Pαˡ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Pαʳ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분할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5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6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7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Score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8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두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subplan cost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두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input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처리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cost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합산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9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20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21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2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Backtrack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3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최소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split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따라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execution tree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복원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25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26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Plan state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data tuple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아니라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pattern edge subset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이므로 작은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query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적합하다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7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28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vldb-pdf p. 223, Algorithm 2 and Equation 8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9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DP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subplan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현재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join input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함께 센다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부분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pattern Pα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최적 비용은 가능한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connected split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중 최소 합으로 정의한다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32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500200"/>
                <a:gridCol w="4022280"/>
                <a:gridCol w="43484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뜻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왜 필요한가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C(E left)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왼쪽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partial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준비하는 비용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join chain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포함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T(P left)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현재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join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왼쪽 입력 처리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Read·shuffle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또는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unit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생성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C(E right)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오른쪽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partial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준비하는 비용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Bushy child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도 독립 계산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T(P right)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현재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join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오른쪽 입력 처리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두 입력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volume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모두 반영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Minimum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connected split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Best split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child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저장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33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34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공간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O(2ᵐ),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시간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O(3ᵐ)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이므로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작은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pattern query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전제로 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5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36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vldb-pdf p. 223, Equation 8 and Lemma 5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7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Overlap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edge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미리 검사해 후보를 줄인다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같은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vertex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집합에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constraint edge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하나를 추가하면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match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수는 늘지 않는다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40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3587400"/>
                <a:gridCol w="2717640"/>
                <a:gridCol w="23914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구성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Relation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Match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 관계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Plan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효과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partial pattern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|R(P)|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넓은 후보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P⁺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기존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vertex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edge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추가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|R(P⁺)| ≤ |R(P)|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Join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전에 후보 감소 가능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Overlap unit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unit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edge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일부 공유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Constraint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중복 적용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Intermediate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축소 가능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41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42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Edge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중복은 결과 중복이 아니라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earlier filtering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위한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constraint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중복이다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3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44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vldb-pdf pp. 223-224, Lemma 6 and Example 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5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All-or-nothing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overlap search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O(3ᵐ)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되돌린다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join side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cut edge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전부 추가하거나 하나도 추가하지 않는 두 경우만 비교한다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8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9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Find cut nodes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0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두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side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공유하되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redundant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하지 않은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vertex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1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52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53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4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Find cut edges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5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Cut node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들 사이의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pattern edge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6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57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58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9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None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0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Right side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cut edge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추가하지 않음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1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62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63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4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All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5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모든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cut edge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right side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추가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6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67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68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9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Choose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0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두 후보 중 더 낮은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estimated cost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1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72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73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같은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order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보장은 두 조건 아래의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asymptotic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결과이며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exact optimum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주장이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4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75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vldb-pdf pp. 223-224, All or Nothing and Theorem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6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30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큰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data clique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정답 조합만으로도 폭발한다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uk graph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943-node clique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하나는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5-clique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조합 약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6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조 개를 포함한다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79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369960"/>
                <a:gridCol w="2935080"/>
                <a:gridCol w="45658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표현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크기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5-clique matches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C(943,5)≈6×10¹²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vertex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조합을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tuple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저장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Clique vertex set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943 nodes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같은 조합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family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compact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하게 표현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Compression target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Intermediate relation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Join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필요한 부분만 나중에 확장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80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81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압축 이득은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data graph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큰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clique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실제로 있을 때 특히 크다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2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83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vldb-pdf p. 224, Example 5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4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31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Clique compression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사전 탐색에서 시작한다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Node-disjoint large clique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greedy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하게 찾고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cluster machine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마다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membership index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7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8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Pick vertex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9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남은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graph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최대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degree vertex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0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91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92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3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Maximal clique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4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그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vertex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포함하는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maximal clique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계산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5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96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97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8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Threshold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9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크기가 기준보다 크면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set S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보관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0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01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02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3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Remove nodes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4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clique vertex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graph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제거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5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06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07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8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Index M(u)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9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machine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clique membership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조회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0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11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12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논문 구현은 모든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clique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아니라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node-disjoint large clique set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사용한다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3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14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vldb-pdf p. 224, Clique Precomputation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5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32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Compressed match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두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part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분리한다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같은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large clique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자유롭게 고를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vertex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이미 지정된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mapping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따로 보관한다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8" name="Shape 2"/>
          <p:cNvSpPr/>
          <p:nvPr/>
        </p:nvSpPr>
        <p:spPr>
          <a:xfrm>
            <a:off x="6095880" y="2705040"/>
            <a:ext cx="360" cy="1904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19" name="Shape 3"/>
          <p:cNvSpPr/>
          <p:nvPr/>
        </p:nvSpPr>
        <p:spPr>
          <a:xfrm>
            <a:off x="3301920" y="2895480"/>
            <a:ext cx="5587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20" name="Shape 4"/>
          <p:cNvSpPr/>
          <p:nvPr/>
        </p:nvSpPr>
        <p:spPr>
          <a:xfrm>
            <a:off x="330192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21" name="Shape 5"/>
          <p:cNvSpPr/>
          <p:nvPr/>
        </p:nvSpPr>
        <p:spPr>
          <a:xfrm>
            <a:off x="888984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22" name="Shape 6"/>
          <p:cNvSpPr/>
          <p:nvPr/>
        </p:nvSpPr>
        <p:spPr>
          <a:xfrm>
            <a:off x="330192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23" name="Shape 7"/>
          <p:cNvSpPr/>
          <p:nvPr/>
        </p:nvSpPr>
        <p:spPr>
          <a:xfrm>
            <a:off x="3301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24" name="Shape 8"/>
          <p:cNvSpPr/>
          <p:nvPr/>
        </p:nvSpPr>
        <p:spPr>
          <a:xfrm>
            <a:off x="888984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25" name="Shape 9"/>
          <p:cNvSpPr/>
          <p:nvPr/>
        </p:nvSpPr>
        <p:spPr>
          <a:xfrm>
            <a:off x="6730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26" name="Shape 10"/>
          <p:cNvSpPr/>
          <p:nvPr/>
        </p:nvSpPr>
        <p:spPr>
          <a:xfrm>
            <a:off x="546084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27" name="Shape 11"/>
          <p:cNvSpPr/>
          <p:nvPr/>
        </p:nvSpPr>
        <p:spPr>
          <a:xfrm>
            <a:off x="673092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28" name="Shape 12"/>
          <p:cNvSpPr/>
          <p:nvPr/>
        </p:nvSpPr>
        <p:spPr>
          <a:xfrm>
            <a:off x="6095880" y="5181480"/>
            <a:ext cx="360" cy="3301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29" name="Text 13"/>
          <p:cNvSpPr/>
          <p:nvPr/>
        </p:nvSpPr>
        <p:spPr>
          <a:xfrm>
            <a:off x="4191120" y="21081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k-clique match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0" name="Text 14"/>
          <p:cNvSpPr/>
          <p:nvPr/>
        </p:nvSpPr>
        <p:spPr>
          <a:xfrm>
            <a:off x="4191120" y="238752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 graph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candidate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두 종류로 분리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1" name="Text 15"/>
          <p:cNvSpPr/>
          <p:nvPr/>
        </p:nvSpPr>
        <p:spPr>
          <a:xfrm>
            <a:off x="127008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fᶜ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2" name="Text 16"/>
          <p:cNvSpPr/>
          <p:nvPr/>
        </p:nvSpPr>
        <p:spPr>
          <a:xfrm>
            <a:off x="127008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Clique pattern vertices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candidate set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3" name="Text 17"/>
          <p:cNvSpPr/>
          <p:nvPr/>
        </p:nvSpPr>
        <p:spPr>
          <a:xfrm>
            <a:off x="685800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fⁿ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4" name="Text 18"/>
          <p:cNvSpPr/>
          <p:nvPr/>
        </p:nvSpPr>
        <p:spPr>
          <a:xfrm>
            <a:off x="685800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명시적으로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mapping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된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non-compressed part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5" name="Text 19"/>
          <p:cNvSpPr/>
          <p:nvPr/>
        </p:nvSpPr>
        <p:spPr>
          <a:xfrm>
            <a:off x="4191120" y="457200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Compressed tuple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6" name="Text 20"/>
          <p:cNvSpPr/>
          <p:nvPr/>
        </p:nvSpPr>
        <p:spPr>
          <a:xfrm>
            <a:off x="4191120" y="485136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tuple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여러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concrete matches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대표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7" name="Text 21"/>
          <p:cNvSpPr/>
          <p:nvPr/>
        </p:nvSpPr>
        <p:spPr>
          <a:xfrm>
            <a:off x="4191120" y="561348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Join-ready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8" name="Text 22"/>
          <p:cNvSpPr/>
          <p:nvPr/>
        </p:nvSpPr>
        <p:spPr>
          <a:xfrm>
            <a:off x="4191120" y="589284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필요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attribute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만 부분 확장하며 전달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9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40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vldb-pdf pp. 224-225, Online Clique Compression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1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33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Partial expansion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join key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필요한 부분만 펼친다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Compressed candidate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전체를 즉시 조합하지 않고 현재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join attribute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만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concrete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하게 만든다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4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5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Read compressed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6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fᶜ candidate set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fⁿ mapping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입력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7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48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49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0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Find Vjoin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1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현재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join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요구하는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pattern attributes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2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53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54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5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Expand subset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6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fᶜ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필요한 수만큼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candidate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조합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7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58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59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0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Build key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1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Expanded value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fⁿ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join image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결합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2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63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64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5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Keep remainder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6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쓰지 않은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fᶜ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compressed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상태 유지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7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68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69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정확한 모든 결과가 필요하면 마지막에는 남은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compressed part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확장해야 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0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71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vldb-pdf p. 225, Algorithm 3 lines 12-20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2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34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실험은 여섯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real graph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수행됐다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Preprocessing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query processing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분리해 보고하고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세 시간 안에 끝나지 않으면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INF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57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065320"/>
                <a:gridCol w="4565880"/>
                <a:gridCol w="42397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설정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 경계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Cluster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 master,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 slaves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14 slaves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Slave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c3.4xlarge, 16 vCPU, 30GB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Machine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당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mapper 6, reducer 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Storage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HDFS 128MB blocks, replication 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MapReduce I/O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Datasets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 real graphs,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Friendster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65.61M vertices, 1,806.07M edges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Timeout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 hours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Timeout·OOM·error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INF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표시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7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7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결과는 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hardware·framework·query set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조건에 묶여 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7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vldb-pdf p. 225, Tables 4-5 and Algorithms paragraph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35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SCP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large clique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query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전에 만든다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논문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Table 5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두 시간을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query runtime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별도로 보고한다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583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043800"/>
                <a:gridCol w="2826360"/>
                <a:gridCol w="2826360"/>
                <a:gridCol w="21740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Dataset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Φ₂ build T(G)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Clique T(C)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youtube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seconds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live-journal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170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seconds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uk-2002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841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1,270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seconds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friendster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2,331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368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seconds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84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85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Query-only speedup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end-to-end first-query cost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구분해 읽어야 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6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87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vldb-pdf pp. 225-226, Table 5 and Exp-2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8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36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q5 on youtube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bushy plan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거대한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reduce2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피했다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같은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query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data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SEED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SEED-LD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중간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output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runtime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비교한다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59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826360"/>
                <a:gridCol w="3043800"/>
                <a:gridCol w="2717640"/>
                <a:gridCol w="22827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알고리즘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reduce2 output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Estimated cost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Runtime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SEED bushy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3.2 million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471.9 million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306 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SEED-LD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6,110.9 million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31,365.2 million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7,658 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1,910×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66×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25×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9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9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관측된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runtime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차이는 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q5·youtube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설정의 결과이며 보편 상수 배수가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9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vldb-pdf p. 226, Table 6 and Exp-1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37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보고된 개선은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query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graph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구조에 따라 달라진다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각 수치는 어떤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variant·dataset·query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비교했는지 함께 읽어야 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599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391480"/>
                <a:gridCol w="434844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보고 결과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직접 연결되는 기법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q7 on eu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SEED 980s, TT·PSgL INF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Clique unit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bushy plan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q6 on eu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SEED+O 1,003s, SEED INF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Clique compression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q2 on lj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SEED+O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보다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50×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초과 빠름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SEED+O pipeline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q6 on lj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Φ₂ 54s + query 1,347s, TT 6,968s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Preprocessing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포함 비교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q1 on yt·lj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SEED+O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동일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plan·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성능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추가 기법이 항상 이득은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00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01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order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이상이라는 요약은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benchmark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전체 조건을 제거한 보편 법칙이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2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03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vldb-pdf pp. 226-227, Exps. 2-4 and Figs. 5-7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4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38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Graph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cluster scaling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실험도 조건부다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Data size·average degree·slave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수를 각각 바꿔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SEED+O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비교했다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07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500200"/>
                <a:gridCol w="4565880"/>
                <a:gridCol w="38048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실험 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관찰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제한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Graph size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Friendster 60%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초과에서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TT q2 timeout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Node-induced samples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q2·q7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Average degree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q7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SEED+O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보다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10-19×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Friendster edge samples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Slave count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6→14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두 방식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runtime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감소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Communication overhead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도 증가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14 slaves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q7 on lj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SEED+O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만 완료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해당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cluster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3-hour cap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08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09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Scale-out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intermediate explosion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없애지 않으며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communication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함께 평가해야 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0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11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vldb-pdf p. 227, Exps. 5-7 and Figs. 8-9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2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39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SEED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제거하지 못한 경계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확장성은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intermediate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줄이는 설계에서 나오며 모든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graph·pattern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비용을 보장하지 않는다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5" name="Text 2"/>
          <p:cNvSpPr/>
          <p:nvPr/>
        </p:nvSpPr>
        <p:spPr>
          <a:xfrm>
            <a:off x="838080" y="2171880"/>
            <a:ext cx="106930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Exact enumeration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최종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output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크면 그 출력 비용은 피할 수 없다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6" name="Shape 3"/>
          <p:cNvSpPr/>
          <p:nvPr/>
        </p:nvSpPr>
        <p:spPr>
          <a:xfrm>
            <a:off x="838080" y="26542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17" name="Text 4"/>
          <p:cNvSpPr/>
          <p:nvPr/>
        </p:nvSpPr>
        <p:spPr>
          <a:xfrm>
            <a:off x="838080" y="2692440"/>
            <a:ext cx="106930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Φ₂ join unit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star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clique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이며 임의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motif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보존하지 않는다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8" name="Shape 5"/>
          <p:cNvSpPr/>
          <p:nvPr/>
        </p:nvSpPr>
        <p:spPr>
          <a:xfrm>
            <a:off x="838080" y="317484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19" name="Text 6"/>
          <p:cNvSpPr/>
          <p:nvPr/>
        </p:nvSpPr>
        <p:spPr>
          <a:xfrm>
            <a:off x="838080" y="3213000"/>
            <a:ext cx="106930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Planner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pattern edge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대해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time O(3ᵐ), space O(2ᵐ)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0" name="Shape 7"/>
          <p:cNvSpPr/>
          <p:nvPr/>
        </p:nvSpPr>
        <p:spPr>
          <a:xfrm>
            <a:off x="838080" y="369540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21" name="Text 8"/>
          <p:cNvSpPr/>
          <p:nvPr/>
        </p:nvSpPr>
        <p:spPr>
          <a:xfrm>
            <a:off x="838080" y="3733920"/>
            <a:ext cx="106930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내부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relaxed count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상한은 실제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graph·runtime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상한이 아니다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2" name="Shape 9"/>
          <p:cNvSpPr/>
          <p:nvPr/>
        </p:nvSpPr>
        <p:spPr>
          <a:xfrm>
            <a:off x="838080" y="421632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23" name="Text 10"/>
          <p:cNvSpPr/>
          <p:nvPr/>
        </p:nvSpPr>
        <p:spPr>
          <a:xfrm>
            <a:off x="838080" y="4254480"/>
            <a:ext cx="106930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Clique compression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large clique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적은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graph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이득이 작을 수 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4" name="Shape 11"/>
          <p:cNvSpPr/>
          <p:nvPr/>
        </p:nvSpPr>
        <p:spPr>
          <a:xfrm>
            <a:off x="838080" y="47368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25" name="Text 12"/>
          <p:cNvSpPr/>
          <p:nvPr/>
        </p:nvSpPr>
        <p:spPr>
          <a:xfrm>
            <a:off x="838080" y="4775040"/>
            <a:ext cx="106930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실험은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MapReduce·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일곱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query·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여섯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graph·3-hour cap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조건부다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6" name="Shape 13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27" name="Text 14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SEED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output lower bound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아니라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avoidable intermediate data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공격한다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8" name="Shape 15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29" name="Text 16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vldb-pdf pp. 221-227, Lemmas 3 and 5, Secs. 7-8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0" name="Text 17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40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SEED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기억하는 다섯 문장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분산 서브그래프 열거의 병목은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machine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수보다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relation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설계에서 먼저 생긴다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3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4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Explode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5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High-degree star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거대한 후보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relation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만든다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6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37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38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9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Preserve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0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Φ₂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ordered-min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규칙으로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star·clique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보존한다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1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42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43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4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Estimate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5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 model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partial relation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크기를 추정한다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6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47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48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9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Plan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0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Bushy DP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overlap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intermediate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줄인다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1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52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53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4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Compress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5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Large clique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조합을 필요한 순간까지 펼치지 않는다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6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57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58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핵심 질문은 무엇을 병렬화할까가 아니라 무엇을 만들지 않을까다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9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60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vldb-pdf pp. 217-228, Abstract through Conclusion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1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41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공개 출처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논문 본문과 출판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record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공개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URL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확인할 수 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64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935080"/>
                <a:gridCol w="4348440"/>
                <a:gridCol w="35874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자료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용도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공개 위치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409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PVLDB paper PDF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정의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·algorithm·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표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실험의 직접 근거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vldb.org/pvldb/vol10/p217-lai.pdf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409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DOI record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서지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identity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출판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record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doi.org/10.14778/3021924.3021937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65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66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슬라이드의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page locator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공개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PVLDB PDF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인쇄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page 217-228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따른다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7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68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vldb-pdf pp. 217-228; doi published record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9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42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pleGothic" pitchFamily="0" charset="1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Gothic" pitchFamily="0" charset="1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LibreOffice/26.8.0.3$MacOSX_AARCH64 LibreOffice_project/bce0998afefdbc355585ca324285661a2170ba77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2026-09-12T04:36:23Z</dcterms:created>
  <dc:creator>Research Seminars</dc:creator>
  <dc:description/>
  <dc:language>ko-KR</dc:language>
  <cp:lastModifiedBy>Research Seminars</cp:lastModifiedBy>
  <dcterms:modified xsi:type="dcterms:W3CDTF">2026-09-12T04:36:23Z</dcterms:modified>
  <cp:revision>1</cp:revision>
  <dc:subject>Scalable Distributed Subgraph Enumeration</dc:subject>
  <dc:title>SEED: 확장 가능한 분산 서브그래프 열거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42</vt:r8>
  </property>
  <property fmtid="{D5CDD505-2E9C-101B-9397-08002B2CF9AE}" pid="3" name="PresentationFormat">
    <vt:lpwstr>On-screen Show (16:9)</vt:lpwstr>
  </property>
  <property fmtid="{D5CDD505-2E9C-101B-9397-08002B2CF9AE}" pid="4" name="Slides">
    <vt:r8>42</vt:r8>
  </property>
</Properties>
</file>