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SEED: 확장 가능한 분산 서브그래프 열거
발표 대본
SEED는 큰 비라벨 그래프에서 주어진 패턴과 동형인 모든 서브그래프를 분산 환경에서 열거하는 방법입니다. 핵심은 단순히 기계를 늘리는 데 있지 않습니다. 어떤 부분 패턴을 먼저 만들고, 로컬 그래프에 무엇을 저장하며, 어떤 중간 결과를 물질화할지 함께 설계해야 합니다. 발표에서는 후보 폭발에서 출발해 SCP 저장, PR 비용 추정, bushy 조인 계획, clique compression으로 이어지는 설계 논리를 따라갑니다.
공개 출처
doi | published record
Published article DOI record
https://doi.org/10.14778/3021924.3021937
vldb-pdf | p. 217, Abstract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입력은 두 그래프, 출력은 모든 match
발표 대본
문제의 입력은 분산 파일 시스템에 저장된 data graph G와 작은 connected pattern P입니다. Match는 P의 각 vertex를 G의 vertex에 대응시키는 mapping입니다. 이 논문은 하나가 존재하는지 묻는 subgraph isomorphism decision이 아니라 조건을 만족하는 모든 mapping을 열거합니다. 따라서 계산 과정의 후보뿐 아니라 최종 출력 크기도 알고리즘이 피할 수 없는 비용이 될 수 있습니다.
공개 출처
vldb-pdf | pp. 217-218, Introduction and Definition 2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Decision과 enumeration은 종료 조건이 다르다
발표 대본
Enumeration에서는 최종 match가 매우 많다면 그 모든 결과를 실제로 전달해야 합니다. SEED의 clique compression은 중간 join 동안 결과를 압축해 유지하지만, 사용자가 distinct match 전체를 요구하면 마지막에는 확장해야 합니다. 그러므로 이 논문의 확장성 주장은 불필요한 intermediate relation을 줄이는 데 초점을 두며, 최종 output 크기의 하한을 없애는 것은 아닙니다.
공개 출처
vldb-pdf | p. 218, Problem Statement; pp. 224-225, Sec. 7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기본 match의 두 조건에 대칭 제거 조건을 더한다
발표 대본
Conflict freedom은 mapping이 injective해야 한다는 뜻입니다. Structure preservation은 pattern의 모든 edge가 data graph에도 있어야 한다는 뜻입니다. 대칭이 있는 pattern에서는 하나의 실제 subgraph가 여러 mapping으로 반복될 수 있으므로 pattern vertex 사이에 partial order를 두고 order preservation을 추가합니다. 논문은 분석 편의를 위해 대칭 제거 뒤의 match 열거에 초점을 둡니다.
공개 출처
vldb-pdf | p. 218, Definition 2 and Remark 1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Symmetry breaking은 같은 subgraph의 중복 표현을 막는다
발표 대본
Pattern에 A개의 automorphism이 있으면 같은 subgraph가 A개의 match로 나타날 수 있습니다. 논문은 degree와 ID를 이용해 data vertex의 total order를 만들고, pattern vertex 사이의 partial order를 보존하는 mapping만 남깁니다. 이는 duplicate enumeration을 막는 별도의 장치입니다. 어떤 join unit과 join tree를 선택할지는 그 다음 단계의 비용 최적화 문제입니다.
공개 출처
vldb-pdf | p. 218, Definition 1 and Remark 1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High-degree vertex 하나가 후보를 폭발시킨다
발표 대본
세 edge star는 백만 이웃 중 세 개를 고르는 후보를 만들기 때문에 order 관점에서 10의 18승 규모가 됩니다. TwinTwigJoin은 한두 edge star만 쓰므로 같은 중심에서 두 이웃 후보가 약 10의 12승 규모지만 여전히 매우 큽니다. 반면 clique unit은 이웃끼리 실제 edge가 있는지 local enumeration 중에 검사해 희소한 그래프에서 불필요한 star 후보를 일찍 제거할 수 있습니다. 항상 clique가 더 작다는 보편 정리는 아닙니다.
공개 출처
vldb-pdf | pp. 217-218, Sec. 1.1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분산 환경에서는 DFS보다 join으로 나누기 쉽다
발표 대본
논문은 depth-first search가 분산시키기 어렵기 때문에 MapReduce와 같은 환경에서 decomposition-and-join을 사용합니다. 각 join unit의 match를 relation처럼 보고 공통 pattern vertex가 같은 mapping끼리 reducer로 보냅니다. 병렬 실행 자체는 자연스럽지만, 잘못된 unit이나 join 순서를 고르면 최종 정답보다 훨씬 큰 intermediate relation을 만들 수 있습니다.
공개 출처
vldb-pdf | pp. 217 and 219, Secs. 1.1 and 3.1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Pattern relation은 join unit을 결합해 계산한다
발표 대본
실행의 기본식은 큰 pattern의 match relation을 두 작은 pattern relation의 natural join으로 만드는 것입니다. 공유하는 pattern vertex 집합이 join attribute가 됩니다. Left-deep과 bushy의 차이는 이 두 입력 중 하나가 항상 원시 join unit인지, 아니면 둘 다 이전에 계산한 partial pattern일 수 있는지에 있습니다.
공개 출처
vldb-pdf | pp. 219-220, Equation 1 and Equation 2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Reducer는 같은 key라도 tail이 겹치면 버린다
발표 대본
Algorithm 1의 reducer는 공유 pattern vertex의 data image를 key로 받아 왼쪽 match 집합 F와 오른쪽 H를 결합합니다. 예시 첫 행은 공유 vertex가 b로 일치하고 나머지 image가 겹치지 않아 합칠 수 있습니다. 둘째 행은 공유 영역 밖에서 a를 중복 사용하므로 conflict freedom을 위반해 버립니다. 이 검사는 relaxed PR estimate와 실제 match 수가 달라지는 이유 중 하나이기도 합니다.
공개 출처
vldb-pdf | p. 220, Algorithm 1 lines 15-17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TwinTwigJoin의 optimality에는 두 경계가 있다
발표 대본
TwinTwigJoin이 instance optimal이라는 표현은 모든 분산 열거 알고리즘보다 항상 낫다는 뜻이 아닙니다. StarJoin을 한두 edge의 TwinTwigJoin으로 바꾸고 left-deep plan만 고려하는 제한된 공간에서의 결과입니다. SEED는 저장 구조를 바꿔 clique도 join unit으로 허용하고, 두 partial relation을 합칠 수 있는 bushy tree를 탐색합니다. 비용 추정도 실제 그래프의 heavy-tail degree를 반영하도록 PR model을 사용합니다.
공개 출처
vldb-pdf | pp. 217-220, Secs. 1.1, 3.2 and 3.3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Left-deep과 bushy는 중간 결과의 모양이 다르다
발표 대본
Left-deep tree에서는 매 join마다 한 입력이 원시 join unit입니다. 그래서 하나의 partial relation이 단계마다 커집니다. Bushy tree는 두 subpattern을 독립적으로 선별한 뒤 합칠 수 있어 power-law graph에서 거대한 intermediate를 피할 수 있습니다. 논문 Figure 2의 예에서는 두 plan 모두 세 round이므로, bushy의 이득을 단순히 round 감소로 설명하면 정확하지 않습니다.
공개 출처
vldb-pdf | pp. 219-220, Definition 4 and Fig. 2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SEED는 다섯 구성요소를 하나의 실행 계획에 묶는다
발표 대본
SCP storage는 가능한 join unit을 늘립니다. PR model은 각 unit과 partial pattern의 match relation 크기를 추정합니다. Dynamic programming은 그 비용을 이용해 bushy plan을 선택합니다. Overlap은 필요한 edge를 조금 중복해 relation을 더 선별적으로 만들고, clique compression은 data graph 안의 큰 clique가 만드는 조합 폭발을 줄입니다. 논문은 이 요소들을 독립 발명 목록이 아니라 하나의 execution-plan framework 안에서 연결합니다.
공개 출처
vldb-pdf | pp. 218 and 220-225, contributions and Secs. 3-7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무엇을 local graph에 넣느냐가 join unit을 결정한다
발표 대본
논문의 Definition 3은 join unit을 storage와 함께 정의합니다. 각 data vertex u에 대해 local graph Gᵤ를 두고, 그 안에서 p의 match를 독립적으로 열거했을 때 전체 union이 global match relation과 같아야 합니다. 단순 adjacency list는 star를 보존하지만 neighbor 사이 edge가 없어 clique를 보존하지 못합니다. 더 많은 구조를 지원하려면 local graph가 커져 workload skew가 심해질 수 있습니다.
공개 출처
vldb-pdf | p. 219, Definition 3; pp. 220-221, Sec. 4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Φ₀는 중심과 incident edge만 저장한다
발표 대본
Φ₀의 local graph Gᵤ⁰는 중심 u, 이웃 N(u), 그리고 u에 incident한 edge만 가집니다. 그러므로 u를 중심으로 한 star는 한 local graph에서 만들 수 있습니다. 하지만 두 이웃 사이의 closing edge는 없으므로 triangle이나 더 큰 clique가 실제로 존재하는지 local graph만 보고 확인할 수 없습니다. SEED가 storage를 바꾸는 직접적인 이유입니다.
공개 출처
vldb-pdf | p. 220, Sec. 3.2 Graph Storage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Φ₁는 clique를 보존하지만 skew를 키운다
발표 대본
Φ₁는 u의 이웃들 사이에 실제로 존재하는 모든 edge를 Gᵤ¹에 넣습니다. 그러면 star와 clique match를 local graph에서 완전하게 열거할 수 있습니다. 하지만 PR 분석에서 추가 edge 기대량이 해당 node의 expected degree 제곱에 거의 비례해 고차수 node의 local graph가 비정상적으로 커질 수 있습니다. 분산 저장의 총량뿐 아니라 한 worker가 담당하는 최대 local graph가 scalability를 제한합니다.
공개 출처
vldb-pdf | p. 221, Lemmas 1-2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Φ₂는 triangle closing edge의 owner를 하나로 정한다
발표 대본
Φ₂의 정확한 규칙은 단순히 작은 ID의 node에 저장한다가 아닙니다. 논문 Definition 1의 data order는 degree가 작으면 먼저 오고, degree가 같을 때 ID가 작으면 먼저 옵니다. Triangle의 최소 vertex u가 중심인 local graph에만 두 이웃 사이 closing edge를 추가합니다. 따라서 같은 triangle이 관련된 모든 local graph에 복제되지 않으며, Gᵤ⁰는 Gᵤ²의 부분이고 Gᵤ²는 Gᵤ¹의 부분입니다.
공개 출처
vldb-pdf | pp. 218 and 221, Definition 1 and Compact SCP Storage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손으로 추적하기: Φ₀에서는 triangle이 보이지 않는다
발표 대본
이 예시는 논문의 규칙을 이해하기 위해 독립적으로 구성한 hand trace입니다. 원본에는 a, b, c의 triangle과 추가 leaf d가 있습니다. Φ₀에서 Gₐ는 a와 모든 이웃을 갖지만 edge는 a에 incident한 것만 유지하므로 b-c가 없습니다. 따라서 a를 중심으로 한 two-edge star는 만들 수 있어도 triangle을 local join unit으로 완성할 수 없습니다.
공개 출처
vldb-pdf | pp. 220-221, Φ₀ and Φ₂ definitions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손으로 추적하기: b-c의 owner는 a다
발표 대본
Order가 a, b, c 순서이므로 a만 두 다른 triangle vertex보다 작습니다. 따라서 b-c를 Gₐ²에 넣습니다. G_b²와 G_c²에는 이 triangle을 위한 closing edge를 넣지 않습니다. 그 결과 Gₐ²에서 세 edge를 모두 확인해 triangle을 열거할 수 있습니다. 이 owner 규칙이 Φ₁보다 compact하면서도 clique-preserved인 핵심입니다.
공개 출처
vldb-pdf | p. 221, Φ₂ definition and Lemma 3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Φ₂가 보존하는 join unit은 정확히 star와 clique다
발표 대본
Lemma 3은 Φ₂에서 pattern p가 join unit일 필요충분조건을 star 또는 clique로 제시합니다. 논문은 임의 motif까지 local unit으로 만들 가능성을 부정하지 않지만, 더 많은 edge를 각 local graph에 넣어야 하므로 크기 bound와 workload skew를 통제하기 어렵다고 설명합니다. 따라서 SEED는 scalability를 위해 의도적으로 star와 clique에 범위를 제한합니다.
공개 출처
vldb-pdf | p. 221, Lemma 3 and Discussion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비용 함수는 Map·Shuffle·Reduce data volume을 더한다
발표 대본
논문 비용 모델은 Map data, Shuffle data, Reduce data의 volume을 합산합니다. 이는 machine 사이 communication I/O와 partial result의 disk I/O가 MapReduce 실행을 지배한다는 가정입니다. 표기상 data graph의 edge 수에도 M을 쓰므로 문맥을 구분해야 합니다. 논문 Remark 3은 Spark처럼 intermediate를 memory에 두는 platform에서는 disk access 항을 조정해야 한다고 명시합니다.
공개 출처
vldb-pdf | p. 222, Sec. 5 and Remark 3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Join unit과 partial pattern은 다른 비용식을 쓴다
발표 대본
Join unit은 각 local graph에서 match를 생성하므로 local storage scan 비용과 relation 생성 비용이 들어갑니다. 논문은 local graph에 포함된 triangle-edge 규모를 Δ(G)로 표현하고 T(p)를 |Δ(G)| 더하기 3|R(p)|로 정리합니다. 이미 계산한 partial pattern은 relation을 읽고 key를 붙여 shuffle하고 reduce에서 다시 읽고 출력하므로 5|R(Pα)|로 셉니다. 전체 plan cost는 round별 관련 항의 합입니다.
공개 출처
vldb-pdf | p. 222, Equations 3-5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PR model은 edge를 확장하며 match 수를 추정한다
발표 대본
SEED는 connected pattern에 DFS tree를 만들고 edge 하나에서 시작합니다. 새 vertex를 붙이는 tree edge는 Equation 6의 degree moment ratio로 match 증가 factor γ를 추정합니다. 이미 mapping된 두 pattern vertex를 잇는 non-tree edge는 Equation 7에서 두 degree moment와 정규화 계수 ρ를 함께 사용합니다. ρ 자체는 edge probability가 아니며, i와 j 사이 edge probability는 w_i w_j ρ입니다. 다음 두 슬라이드에서 기호와 식을 정의합니다. 이 과정은 실제 relation 관측이 아니라 PR random graph에서의 기대량 계산입니다.
공개 출처
vldb-pdf | pp. 222-223, Equations 6-7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PR 식의 기호: data degree와 pattern degree를 구분한다
발표 대본
논문의 PR graph에서는 expected degree sequence w를 주고, i와 j 사이 edge probability를 w_i w_j ρ로 둡니다. ρ는 전체 기대 degree 합의 역수입니다. δ와 δ prime은 data vertex degree가 아니라 edge를 붙이기 직전 partial pattern에서 두 endpoint의 degree입니다. 긴 합의 비율을 한눈에 비교하려고 μ(δ)라는 교육용 축약을 도입했습니다. 이는 새로운 추정기를 제안하는 것이 아니라 원문 Equation 6과 7을 동일하게 다시 쓰는 표기입니다.
공개 출처
vldb-pdf | pp. 219 and 222, PR model and Equations 6-7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새 이웃을 붙일 때와 기존 두 정점을 닫을 때의 계산
발표 대본
새 pattern vertex를 추가하는 tree-edge case에서는 γ=∑w_i^(δ+1)/∑w_i^δ입니다. 이미 mapping된 두 endpoint 사이 non-tree edge를 추가하면 γ=ρ×(∑w_i^(δ+1)/∑w_i^δ)×(∑w_j^(δ′+1)/∑w_j^δ′)입니다. 두 식은 원문 Equations 6과 7입니다. 새로운 endpoint를 고르는 연산과 기존 endpoint 사이 edge를 요구하는 연산을 구분해야 합니다. 이 연쇄 계산은 PR 모델 내부에서 conflict freedom을 완화한 count 추정이며, 실제 graph의 tuple 수나 runtime을 결정적으로 상계한다는 뜻이 아닙니다.
공개 출처
vldb-pdf | p. 222, Equations 6-7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같은 pattern도 graph model이 plan 순위를 바꾼다
발표 대본
Table 3은 N 백만, M 이천오백만 설정의 PR graph에서 두 partial pattern의 expected match 수를 billion 단위로 비교합니다. 예를 들어 β가 2.5일 때 left-deep 쪽은 1,993.0 billion, bushy 쪽은 16.3 billion입니다. 논문은 ER model이 E1을, PR model이 E2를 최적으로 고르는 예로 사용합니다. 이 수치는 해당 모델과 패턴에 대한 분석값이지 실제 dataset 측정값은 아닙니다.
공개 출처
vldb-pdf | p. 222, Table 3 and Remark 4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PR 비용은 estimate이지 observed guarantee가 아니다
발표 대본
PR model은 degree heterogeneity를 반영해 ER보다 현실적인 계획을 고르려는 estimator입니다. 그러나 실제 graph의 edge correlation과 community를 모두 재현하지 않습니다. 동일한 PR-model count 계산에서 conflict freedom을 풀면 data vertex 재사용과 self-loop를 허용한 항까지 포함하므로 injective match count에 대한 상한이 됩니다. 이것은 임의의 실제 dataset의 match 수나 runtime에 대한 결정적 상한이 아닙니다. 비용식 역시 MapReduce I/O를 중심으로 하므로 estimated count를 관측된 tuple 수나 runtime 보장처럼 말해서는 안 됩니다.
공개 출처
vldb-pdf | pp. 219 and 222-223, PR model and Sec. 5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Bushy plan은 connected edge-subpattern DP로 찾는다
발표 대본
Algorithm 2는 pattern의 connected edge subset마다 hash-map entry를 만듭니다. Join unit이면 relation을 다른 join으로 만들 필요가 없으므로 partial execution cost를 0으로 둡니다. 그 외에는 connected left와 right split을 모두 비교해 지금까지 가장 낮은 값을 저장합니다. 마지막에 전체 P의 best split부터 재귀적으로 따라가 bushy tree를 복원합니다. Data graph 크기가 아니라 pattern edge 수 m에 지수적으로 의존합니다.
공개 출처
vldb-pdf | p. 223, Algorithm 2 and Equation 8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DP는 subplan과 현재 join input을 함께 센다
발표 대본
Equation 8의 핵심은 subplan을 만드는 비용 C와 현재 join에서 그 결과를 읽고 보내는 비용 T를 분리해 더한다는 점입니다. 가능한 모든 connected split을 비교하므로 left-deep보다 큰 공간을 탐색할 수 있습니다. Lemma 5의 complexity는 space O(2의 m승), time O(3의 m승)입니다. 논문은 connected pattern만 유지해 실제 planner가 이 worst case보다 빠르다고 보고하지만, 큰 pattern에서는 여전히 지수 병목이 있습니다.
공개 출처
vldb-pdf | p. 223, Equation 8 and Lemma 5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Overlap은 edge를 미리 검사해 후보를 줄인다
발표 대본
Lemma 6은 pattern에 기존 두 vertex 사이 edge를 하나 더 넣으면 match relation 크기가 커지지 않는다고 말합니다. Join unit들이 edge를 공유하면 각 unit이 더 강한 constraint를 미리 검사해 intermediate result를 줄일 수 있습니다. 다만 모든 overlap subset을 정확히 탐색하면 time complexity가 O(4의 m승)으로 증가해 논문은 all-or-nothing relaxation을 제안합니다.
공개 출처
vldb-pdf | pp. 223-224, Lemma 6 and Example 3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All-or-nothing은 overlap search를 O(3ᵐ)으로 되돌린다
발표 대본
Naive overlap search는 cut edge의 모든 subset을 보아 O(4의 m승)이 됩니다. All-or-nothing은 각 split에서 cut edge를 전부 넣거나 전혀 넣지 않는 경우만 봐 O(3의 m승)을 유지합니다. Theorem 1은 baseline optimal cost가 graph edge 수 규모 이상이고, 모든 join에 redundant node가 없을 때 얻은 plan의 cost가 exact overlap optimum과 같은 asymptotic order라고 합니다. 동일 cost나 global exact optimum을 보장하는 정리가 아닙니다.
공개 출처
vldb-pdf | pp. 223-224, All or Nothing and Theorem 1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큰 data clique는 정답 조합만으로도 폭발한다
발표 대본
논문 Example 5는 uk dataset에서 943-node clique를 찾았고, 그 안의 5-clique 조합이 약 6×10의 12승이라고 보고합니다. 각 조합을 tuple로 물질화하는 대신 clique의 vertex set 자체로 표현하면 storage가 clique 크기에 선형이 됩니다. 이 예는 최종 output을 영원히 생략한다는 뜻이 아니라, join 중에 동일한 조합 구조를 compressed relation으로 유지하는 동기입니다.
공개 출처
vldb-pdf | p. 224, Example 5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Clique compression은 사전 탐색에서 시작한다
발표 대본
Preprocessing은 아직 query pattern을 모르는 상태에서 수행됩니다. 남은 graph의 최고 degree vertex를 고르고 이를 포함하는 maximal clique를 계산해 크기가 threshold, 예시로 50, 이상이면 저장합니다. 선택된 vertex를 제거하므로 clique set은 node-disjoint입니다. 각 machine은 node가 어느 clique에 속하는지 constant-time으로 찾는 map M을 가집니다. Greedy set이 maximum clique cover라는 보장은 없습니다.
공개 출처
vldb-pdf | p. 224, Clique Precomputation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 Compressed match는 두 part를 분리한다
발표 대본
Online compression에서 local graph의 node를 중심 u와 같은 precomputed clique에 속한 Vᶜ와 나머지 Vⁿ으로 나눕니다. Compressed part fᶜ는 아직 특정 조합을 모두 나열하지 않고 pattern vertex set과 candidate data vertex set을 유지합니다. Non-compressed fⁿ은 일반 partial mapping입니다. 두 부분을 합친 한 tuple이 여러 concrete clique match를 대표합니다.
공개 출처
vldb-pdf | pp. 224-225, Online Clique Compression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Partial expansion은 join key에 필요한 부분만 펼친다
발표 대본
Algorithm 3은 current join attributes Vjoin 가운데 non-compressed part는 이미 mapping을 갖고, compressed part에 속한 attribute만 candidate set에서 조합합니다. 그 concrete values로 key를 만들고, join에 사용하지 않은 candidate는 fᶜ에 남겨 다음 round로 전달합니다. 이 방식은 intermediate materialization을 지연합니다. 최종 distinct matches 전체를 반환할 때는 남은 조합을 결국 확장해야 하므로 output-size lower bound는 그대로입니다.
공개 출처
vldb-pdf | p. 225, Algorithm 3 lines 12-20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실험은 여섯 real graph에서 수행됐다
발표 대본
Master는 m3.xlarge, slave는 c3.4xlarge Amazon instance입니다. 기본 열 대의 slave를 사용하고 scalability 실험에서 6부터 14까지 바꿉니다. 각 machine은 mapper와 reducer를 최대 여섯 개씩 동시에 실행합니다. 가장 큰 Friendster는 약 65.61 million vertices와 1,806.07 million edges입니다. 세 시간 제한, out-of-memory, 기타 error는 모두 INF로 표시되므로 INF끼리의 실제 완료시간 순위는 알 수 없습니다.
공개 출처
vldb-pdf | p. 225, Tables 4-5 and Algorithms paragraph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 SCP와 large clique는 query 전에 만든다
발표 대본
Φ₂ local graph construction과 large clique enumeration은 query pattern과 독립적인 preprocessing입니다. Table 5는 그 시간을 따로 제공합니다. 반복 query 환경에서는 amortize할 수 있지만 처음 한 query만 수행한다면 end-to-end latency에 더해야 합니다. 예를 들어 live-journal q6의 baseline SEED query는 1,347초이고 Φ₂ build 54초를 더한 1,401초를 논문이 TT 6,968초와 비교합니다.
공개 출처
vldb-pdf | pp. 225-226, Table 5 and Exp-2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 q5 on youtube에서 bushy plan은 거대한 reduce2를 피했다
발표 대본
Table 6의 핵심은 final output이 아니라 두 번째 reducer의 intermediate output입니다. Bushy SEED는 3.2 million, left-deep은 6,110.9 million을 만들었습니다. Runtime은 306초와 7,658초입니다. 논문은 q5의 optimal plan이 bushy이고 ER과 PR plan도 달라 이 비교에 사용했습니다. 비율은 해당 dataset과 query의 관측 결과이며 모든 pattern에서 같은 speedup을 보장하지 않습니다.
공개 출처
vldb-pdf | p. 226, Table 6 and Exp-1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 보고된 개선은 query와 graph 구조에 따라 달라진다
발표 대본
논문은 여러 query에서 큰 개선을 보고하지만 원인을 조건과 함께 봐야 합니다. q6 on eu에서는 clique compression이 timeout을 완료로 바꿉니다. q1에서는 SEED+O와 TT가 같은 plan이라 성능도 같습니다. Web graph eu에서 compression 효과가 큰 이유를 논문은 domain 내부 large clique가 많기 때문이라고 추측하며, 이는 authors' speculation입니다. 따라서 graph structure에 따라 이득이 달라집니다.
공개 출처
vldb-pdf | pp. 226-227, Exps. 2-4 and Figs. 5-7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 Graph와 cluster scaling 실험도 조건부다
발표 대본
Exp-5는 Friendster node의 20%부터 100%까지 subgraph를 만들고, Exp-6은 같은 node set에서 edge를 20%부터 100%까지 sampling해 average degree 11부터 55를 만듭니다. Exp-7은 slave를 6부터 14까지 늘립니다. Machine이 늘면 workload가 분산되지만 data transmission도 늘어 감소폭이 둔화됩니다. 이 결과는 SEED+O의 scaling evidence지만 다른 cluster나 arbitrary pattern에 그대로 외삽할 수 없습니다.
공개 출처
vldb-pdf | p. 227, Exps. 5-7 and Figs. 8-9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SEED가 제거하지 못한 경계
발표 대본
이 논문을 확장성 만능 해법으로 읽으면 안 됩니다. 최종 match가 수조 개면 exact output 자체를 전달해야 합니다. SCP는 star와 clique만 join unit으로 보존합니다. Planner는 작은 pattern을 가정합니다. PR model은 실제 graph를 완전히 표현하지 않고, compression은 large clique가 있어야 효과가 큽니다. 실험 범위도 정해져 있습니다. 그럼에도 storage, estimator, plan, compression을 연결해 candidate explosion을 줄인 설계는 일반적인 분산 query optimization 관점을 제공합니다.
공개 출처
vldb-pdf | pp. 221-227, Lemmas 3 and 5, Secs. 7-8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 SEED를 기억하는 다섯 문장
발표 대본
마지막으로 설계 논리를 연결해 보겠습니다. Candidate explosion은 high-degree star를 먼저 materialize할 때 발생합니다. Φ₂ storage는 clique를 local unit으로 사용할 수 있게 하되 triangle owner를 하나로 제한합니다. PR estimator는 가능한 plan의 relation 크기를 비교하고, bushy DP와 overlap은 더 선별적인 순서를 고릅니다. Clique compression은 combinatorial family를 compact하게 유지합니다. 이 모든 장치는 불필요한 intermediate result 생성을 늦추거나 피하는 방향을 공유합니다.
공개 출처
vldb-pdf | pp. 217-228, Abstract through Conclusion
PVLDB public paper PDF
https://www.vldb.org/pvldb/vol10/p217-lai.pdf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 공개 출처
발표 대본
모든 기술적 설명과 수치는 공개 PVLDB PDF를 기준으로 확인했습니다. DOI는 논문의 출판 identity를 확인하는 record입니다. 각 슬라이드 footer의 locator는 PDF viewer의 파일 page가 아니라 논문에 인쇄된 page 217부터 228을 사용합니다. 두 출처 모두 별도 계정 없이 공개적으로 확인할 수 있습니다.
공개 출처
vldb-pdf | pp. 217-228
PVLDB public paper PDF
https://www.vldb.org/pvldb/vol10/p217-lai.pdf
doi | published record
Published article DOI record
https://doi.org/10.14778/3021924.3021937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SEED: 확장 가능한 분산 서브그래프 열거</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Scalable Distributed Subgraph Enumeration</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Longbin Lai, Lu Qin, Xuemin Lin, Ying Zhang, Lijun Chang, Shiyu Yang (2016)</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후보 폭발을 줄이는 저장 구조·조인 단위·실행 계획·클리크 압축의 결합</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doi published record; vldb-pdf p. 217,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입력은 두 그래프, 출력은 모든 match</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작은 pattern P를 큰 data graph G에 injective하게 배치한 결과를 전부 찾는다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Data graph G</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큰 undirected·unlabeled graph</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Pattern P</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작고 connected한 query graph</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Match f</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Pattern vertex를 서로 다른 data vertex에 대응</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Enumerate</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조건을 만족하는 모든 mapping을 출력</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존재 여부가 아니라 모든 결과를 출력하므로 output 자체도 커질 수 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217-218, Introduction and Definition 2</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Decision과 enumeration은 종료 조건이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첫 성공에서 멈추는 문제와 모든 성공을 출력하는 문제를 구분해야 한다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2935224"/>
                <a:gridCol w="3043936"/>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종료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주요 부담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Decision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Match가 하나라도 있는가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첫 증거를 찾으면 종료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탐색 난도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Counting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Match가 몇 개인가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정확한 개수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집계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Enumeration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Match가 무엇인가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match 출력 후 종료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후보·중간 결과·출력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SEED가 줄이는 핵심은 최종 정답이 아니라 정답까지 가는 중간 결과다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218, Problem Statement; pp. 224-225, Sec. 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기본 match의 두 조건에 대칭 제거 조건을 더한다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서로 다른 pattern vertex를 같은 data vertex에 겹치게 놓을 수 없다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4348480"/>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검사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실패 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Conflict freedom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다른 v는 서로 다른 f(v)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v1과 v3을 모두 a에 배치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Structure preservation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Pattern edge가 data edge로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v1-v2인데 a-b edge가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조건부: Order preservation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대칭 제거용 partial order를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v1&lt;v3인데 f(v3)≺f(v1)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앞의 두 조건은 match 정의이고 세 번째는 대칭 중복을 제거한다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218, Definition 2 and Remark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Symmetry breaking은 같은 subgraph의 중복 표현을 막는다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Pattern의 대칭을 partial order로 고정해 대표 mapping 하나만 남긴다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Automorphism</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Pattern을 자기 자신에 대응시키는 대칭</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Partial order</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일부 pattern vertex에 vᵢ &lt; vⱼ 지정</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Data order</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Degree와 ID로 data vertex 전체 순서 정의</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Filter</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vᵢ &lt; vⱼ이면 f(vᵢ) ≺ f(vⱼ)만 허용</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대칭 제거는 후보 폭발 문제를 줄이지만 조인 순서 문제를 대신하지 않는다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218, Definition 1 and Remark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High-degree vertex 하나가 후보를 폭발시킨다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Degree가 백만이면 작은 star도 조합 수가 기계 용량을 압도할 수 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1956816"/>
                <a:gridCol w="2500376"/>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부분 패턴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중심 degree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후보 규모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왜 생기는가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3-edge star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10⁶</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O(10¹⁸)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이웃 세 개 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2-edge TwinTwig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10⁶</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O(10¹²)</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이웃 두 개 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Clique unit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중심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 edge에 따라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이웃 사이 edge도 즉시 검사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TwinTwig는 지수를 낮추지만 후보 생성을 근본적으로 없애지는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217-218, Sec. 1.1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분산 환경에서는 DFS보다 join으로 나누기 쉽다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Pattern을 작은 relation으로 만들고 공통 attribute를 key로 병렬 결합한다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Decompose P</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Pattern을 작은 join unit으로 분해</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Enumerate units</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unit의 local match relation 생성</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Shuffle by key</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공유 pattern vertex의 data image로 grouping</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Join relations</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Conflict-free tuple만 결합</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Repeat</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전체 pattern relation까지 확장</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병렬화가 쉬워지는 대신 중간 relation 크기가 새 병목이 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217 and 219, Secs. 1.1 and 3.1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Pattern relation은 join unit을 결합해 계산한다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partial pattern이 공유하는 vertex image가 join key가 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Pattern P</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Edge set을 연결된 unit으로 분해</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R(Pˡ)</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왼쪽 partial match relation</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R(Pʳ)</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오른쪽 partial match relation</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Natural join</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공유 vertex image로 묶고 충돌 검사</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R(Pᵢ)</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더 큰 partial pattern의 matches</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219-220, Equation 1 and Equation 2</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Reducer는 같은 key라도 tail이 겹치면 버린다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공유 vertex는 같아야 하지만 나머지 vertex image는 서로 달라야 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370072"/>
                <a:gridCol w="1956816"/>
                <a:gridCol w="3043936"/>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공유 key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Tail 검사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f=(a,b,c), h=(b,d)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f∪h 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f=(a,b,c), h=(b,a)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{a,c}∩{a}={a}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충돌로 폐기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f와 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 tuple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pair 검사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Conflict-free pair만 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Join key 일치만으로는 injective mapping이 보장되지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220, Algorithm 1 lines 15-17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TwinTwigJoin의 optimality에는 두 경계가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Instance optimal이라는 말은 star unit과 left-deep search 안에서만 성립한다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022344"/>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TwinTwigJoin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SEED의 확장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Join unit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1-edge 또는 2-edge star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Star와 clique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Join tree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Left-deep만 탐색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Bushy tree 전체 탐색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Graph model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ER 기반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Power-law PR 기반 추정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고차수 vertex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TwinTwig 후보도 O(d²)</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Clique로 early filtering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SEED는 같은 제한 공간에서 더 잘 고르는 것이 아니라 탐색 공간을 넓힌다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217-220, Secs. 1.1, 3.2 and 3.3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Left-deep과 bushy는 중간 결과의 모양이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Bushy plan은 두 개의 선별된 partial relation을 마지막에 합칠 수 있다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152648"/>
                <a:gridCol w="3478784"/>
                <a:gridCol w="20655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각 내부 join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가능한 효과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탐색 비용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Left-deep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child가 늘 join unit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한쪽 partial이 계속 성장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허용 plan 후보가 제한됨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Bushy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child 모두 partial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결과끼리 먼저 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큰 search space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Left-deep은 bushy의 일부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최적 bushy cost는 더 나쁠 수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DP가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Bushy의 장점은 round 수보다 거대한 intermediate relation을 피할 선택지다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219-220, Definition 4 and Fig.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SEED는 다섯 구성요소를 하나의 실행 계획에 묶는다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구성요소는 다른 병목을 겨냥하고 서로의 선택 범위를 넓힌다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SCP storage</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Star와 clique를 local join unit으로 허용</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 estimate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Power-law degree에서 relation 크기 추정</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Bushy DP</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더 넓은 join tree 중 최소 추정 cost 선택</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Overlap</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선별 edge를 unit에 중복 포함</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Compression</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큰 data clique의 조합을 compact하게 유지</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Clique를 쓸 저장 구조만 만들고 plan을 고르지 못하면 전체 이득을 얻기 어렵다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218 and 220-225, contributions and Secs. 3-7</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무엇을 local graph에 넣느냐가 join unit을 결정한다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Join unit의 match는 각 local graph에서 독립적으로 만들고 합쳐 완전해야 한다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Storage Φ(G)는 data vertex u마다 connected local graph Gᵤ를 저장한다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모든 local graph의 edge union은 원래 E(G)와 같아야 한다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Join unit p의 local match union은 global R(p)와 같아야 한다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Local graph에 없는 edge를 요구하는 pattern은 독립 enumeration이 불가능하다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따라서 storage 확대는 unit 확대와 저장·skew 증가를 동시에 만든다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Join unit은 query 문법이 아니라 storage가 보존하는 구조다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219, Definition 3; pp. 220-221, Sec. 4</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Φ₀는 중심과 incident edge만 저장한다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TwinTwigJoin의 local graph는 u와 이웃을 담지만 이웃 사이 edge는 담지 않는다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2935224"/>
                <a:gridCol w="2717800"/>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Local graph Gᵤ⁰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포함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누락</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가능한 unit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Vertex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u와 N(u)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Star 중심을 u로 고정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u에서 이웃으로 가는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이웃끼리의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1-edge, TwinTwig, star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Triangle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incident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Closing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Clique는 독립 생성 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Φ₀가 star-only인 이유는 algorithm 이름이 아니라 closing edge 부재다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220, Sec. 3.2 Graph Storage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Φ₁는 clique를 보존하지만 skew를 키운다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u의 모든 이웃 사이 data edge를 Gᵤ¹에 복제하면 triangle closing edge를 모두 얻는다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892040"/>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성질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Φ₁의 선택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Closing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N(u) 내부의 모든 data edge 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Star와 clique 보존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Extra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기대값이 wᵢ²에 거의 비례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고차수 local graph 팽창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분산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특정 Gᵤ¹에 edge 집중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Worker workload skew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설계 판단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지원 unit은 늘지만 크기 bound가 나빠짐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compact한 Φ₂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모든 triangle edge를 모든 관련 중심에 복제하면 clique 지원 비용이 과해진다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221, Lemmas 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Φ₂는 triangle closing edge의 owner를 하나로 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Triangle (u,u′,u″)에서 u가 두 이웃보다 작을 때만 closing edge를 Gᵤ²에 넣는다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Triangle 발견</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세 data vertex u, u′, u″가 서로 연결</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Order 비교</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Degree와 ID로 정의한 ≺ 적용</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Minimum 선택</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 ≺ u′이고 u ≺ u″인 u가 owner</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Edge 추가</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Closing edge (u′,u″)를 Gᵤ²에만 저장</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Local clique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한 local graph에서 clique를 완전 열거</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Ordered minimum 규칙은 triangle edge 복제를 줄이면서 clique 보존을 유지한다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218 and 221, Definition 1 and Compact SCP Storage</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손으로 추적하기: Φ₀에서는 triangle이 보이지 않는다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Data edge는 a-b, a-c, b-c, a-d이고 order는 a ≺ b ≺ c ≺ d라고 하자</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282952"/>
                <a:gridCol w="4565904"/>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Gₐ에 있는 edge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원본 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 a-c, b-c, 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{a,b,c}가 triangle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Φ₀ 구성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 a-c, 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중심 a의 incident edge만 저장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Triangle query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a-b와 a-c는 확인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b-c가 local graph에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Star 후보는 생성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Clique match는 아직 독립 생성 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Global graph에 b-c가 있어도 Φ₀의 Gₐ만 보면 그 edge를 확인할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220-221, Φ₀ and Φ₂ definitions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손으로 추적하기: b-c의 owner는 a다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Closing edge는 triangle의 최소 vertex가 중심인 local graph 한 곳에만 들어간다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848104"/>
                <a:gridCol w="3152648"/>
                <a:gridCol w="3370072"/>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후보 owner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최소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Closing edge 저장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Local triangle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 a≺c 모두 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Gₐ²에 b-c 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 a-c, b-c 완성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b≺a가 거짓</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G_b²에 a-c 추가 안 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triangle의 owner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c≺a와 c≺b가 거짓</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G_c²에 a-b 추가 안 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triangle의 owner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triangle을 세 local graph에 복제하지 않아도 한 곳에서 정확히 열거할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221, Φ₂ definition and Lemma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Φ₂가 보존하는 join unit은 정확히 star와 clique다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더 많은 motif를 지원하지 않는 것은 누락이 아니라 local graph 크기와의 trade-off다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2609088"/>
                <a:gridCol w="56530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Pattern family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Φ₂ join unit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중심 incident edge는 모두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Clique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Ordered-min local graph에 closing edge가 모임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임의 motif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일반적으로 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필요 edge가 한 local graph에 모인다는 보장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넓은 storage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이론상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edge 수 bound와 skew가 악화될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SCP는 Star-Clique-Preserved이며 모든 pattern-preserved storage가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221, Lemma 3 and Discussion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비용 함수는 Map·Shuffle·Reduce data volume을 더한다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MapReduce에서는 network I/O와 disk I/O를 만드는 중간 data가 지배적이라고 본다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Map M</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입력 읽기와 mapper output</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Shuffle S</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Mapper에서 reducer로 전송</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Reduce R</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Reducer input과 partial output</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Plan cost</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round의 M+S+R 합산</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여기서 M은 map volume이며 앞에서 data edge 수에 쓴 M과 문맥이 다르다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222, Sec. 5 and Remark 3</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Join unit과 partial pattern은 다른 비용식을 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Join unit은 local graph에서 새로 만들고 partial relation은 이전 round 결과를 읽는다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152648"/>
                <a:gridCol w="51094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 종류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항의 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Join unit 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T(p)=|Δ(G)|+3|R(p)|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storage scan과 match의 map·shuffle·reduce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Partial Pα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T(Pα)=5|R(Pα)|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기존 relation의 read·write·shuffle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Execution 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C(E)=모든 T의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unit과 중간 partial pattern을 합산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Plan 비교에는 각 subpattern relation 크기 |R(P)|의 추정이 필요하다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222, Equations 3-5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 model은 edge를 확장하며 match 수를 추정한다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Expected degree sequence를 이용해 tree edge와 non-tree edge의 증가율을 다르게 계산한다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Start edge</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Undirected edge relation 크기를 2M으로 시작</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DFS tree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새 vertex를 붙이는 tree edge를 순서대로 추가</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Case 1</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Degree moment ratio로 새 이웃 수 γ 추정</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Back edge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기존 두 vertex를 잇는 non-tree edge 추가</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Case 2</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두 degree moment와 정규화 계수 ρ 반영</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Heavy-tail degree를 반영하므로 ER model과 다른 join plan을 고를 수 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222-223, Equations 6-7</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 식의 기호: data degree와 pattern degree를 구분한다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w_i는 data graph의 기대 degree, δ는 확장 직전 partial pattern의 degree다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304544"/>
                <a:gridCol w="5109464"/>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 vertex i의 expected degree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 모델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 ∑ᵢ w_i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Pr[(i,j)∈E] = w_i w_j 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δ, 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확장 전 pattern endpoint degree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Degree moment의 지수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μ(δ)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∑ᵢ w_i^(δ+1) / ∑ᵢ w_i^δ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식을 위한 축약 표기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γ</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edge 확장 시 match-count 계수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PR count에 곱함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μ는 식을 읽기 위한 축약이며 ρ 자체를 edge probability라 부르지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219 and 222, PR model and Equations 6-7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새 이웃을 붙일 때와 기존 두 정점을 닫을 때의 계산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시작 edge의 oriented relation은 2M이며 확장할 때마다 해당 γ를 곱한다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89204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vertex 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γ = μ(δ)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δ-degree endpoint에 새 이웃 부착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기존 두 vertex 연결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γ = ρ μ(δ) μ(δ′)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endpoint 사이 closing edge 요구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 moment ratio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μ(d) = ∑ᵢ w_i^(d+1) / ∑ᵢ w_i^d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앞 슬라이드의 기대 degree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시작 edge → DFS tree edges → non-tree edges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추가 직전 degree로 갱신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Case 1은 이웃 확장, Case 2는 이미 선택한 두 endpoint의 추가 edge 제약이다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222, Equations 6-7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같은 pattern도 graph model이 plan 순위를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 Figure 2의 두 partial pattern은 PR에서 예상 크기 차이가 크게 난다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3696208"/>
                <a:gridCol w="3696208"/>
                <a:gridCol w="17393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β</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|R(P₂ left-deep)|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|R(P₂ bushy)|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67,618.5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230.2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billion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1,993.0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billion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83.4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billion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PR 추정에서는 bushy partial이 훨씬 작아 ER 기반 left-deep 선택과 달라진다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222, Table 3 and Remark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 비용은 estimate이지 observed guarantee가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모델은 plan 순위를 위한 proxy이며 실제 match·runtime·skew를 완전히 결정하지 않는다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입력은 실제 adjacency가 아니라 expected degree sequence와 power-law 가정이다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동일 PR-model 계산에서 conflict freedom을 완화한 count는 상한이 된다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같은 degree라도 triangle·community에 따라 relation 크기가 달라진다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MapReduce용 M+S+R cost는 다른 dataflow engine에서 항을 조정해야 한다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따라서 선택된 plan의 실제 우수성은 dataset별 실험으로 따로 확인한다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SEED의 optimal plan은 정의된 cost model과 search space 안에서의 optimum이다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219 and 222-223, PR model and Sec. 5</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Bushy plan은 connected edge-subpattern DP로 찾는다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작은 partial pattern의 최적 비용을 저장하고 큰 pattern의 모든 connected split을 비교한다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Enumerate states</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P의 connected edge-subpattern Pα</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Base case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Pα가 join unit이면 join cost 0</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Split</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Pα를 connected Pαˡ과 Pαʳ로 분할</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Score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두 subplan cost와 두 input 처리 cost 합산</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Backtrack</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최소 split을 따라 execution tree 복원</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Plan state는 data tuple이 아니라 pattern edge subset이므로 작은 query에 적합하다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223, Algorithm 2 and Equation 8</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DP는 subplan과 현재 join input을 함께 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부분 pattern Pα의 최적 비용은 가능한 connected split 중 최소 합으로 정의한다</a:t>
            </a:r>
            <a:endParaRPr lang="en-US" sz="1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022344"/>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왜 필요한가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 left)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왼쪽 partial을 준비하는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이전 join chain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T(P left)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join에서 왼쪽 입력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Read·shuffle 또는 unit 생성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 right)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오른쪽 partial을 준비하는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Bushy child도 독립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T(P right)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join에서 오른쪽 입력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입력 volume 모두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Minimum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connected split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Best split과 child를 저장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공간 O(2ᵐ), 시간 O(3ᵐ)이므로 m이 작은 pattern query를 전제로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223, Equation 8 and Lemma 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Overlap은 edge를 미리 검사해 후보를 줄인다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vertex 집합에 constraint edge 하나를 추가하면 match 수는 늘지 않는다</a:t>
            </a:r>
            <a:endParaRPr lang="en-US" sz="1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587496"/>
                <a:gridCol w="2717800"/>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Relation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Match 수 관계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Plan 효과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partial pattern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넓은 후보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P에 기존 vertex 사이 edge 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|R(P⁺)| ≤ |R(P)|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Join 전에 후보 감소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Overlap unit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unit과 edge 일부 공유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Constraint 중복 적용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Intermediate 축소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Edge 중복은 결과 중복이 아니라 earlier filtering을 위한 constraint 중복이다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223-224, Lemma 6 and Example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All-or-nothing은 overlap search를 O(3ᵐ)으로 되돌린다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join side의 cut edge를 전부 추가하거나 하나도 추가하지 않는 두 경우만 비교한다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Find cut nodes</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두 side가 공유하되 redundant하지 않은 vertex</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Find cut edges</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Cut node들 사이의 pattern edge</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None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Right side에 cut edge를 추가하지 않음</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All</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모든 cut edge를 right side에 추가</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Choose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두 후보 중 더 낮은 estimated cost 선택</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order 보장은 두 조건 아래의 asymptotic 결과이며 exact optimum 주장이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223-224, All or Nothing and Theorem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큰 data clique는 정답 조합만으로도 폭발한다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uk graph의 943-node clique 하나는 5-clique 조합 약 6조 개를 포함한다</a:t>
            </a:r>
            <a:endParaRPr lang="en-US" sz="1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370072"/>
                <a:gridCol w="2935224"/>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표현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크기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개별 5-clique matches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C(943,5)≈6×10¹²</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5개 vertex 조합을 tuple로 저장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Clique vertex 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943 nodes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조합 family를 compact하게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Compression target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Intermediate relation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Join에 필요한 부분만 나중에 확장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압축 이득은 data graph에 큰 clique가 실제로 있을 때 특히 크다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224, Example 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Clique compression은 사전 탐색에서 시작한다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Node-disjoint large clique를 greedy하게 찾고 cluster machine마다 membership index를 둔다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Pick vertex</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남은 graph에서 최대 degree vertex 선택</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Maximal clique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그 vertex를 포함하는 maximal clique 계산</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Threshold</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크기가 기준보다 크면 set S에 보관</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Remove nodes</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 clique vertex를 graph에서 제거</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Index M(u)</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machine에서 clique membership 조회</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 구현은 모든 clique가 아니라 node-disjoint large clique set을 사용한다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224, Clique Precomputation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Compressed match는 두 part를 분리한다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large clique에서 자유롭게 고를 vertex와 이미 지정된 mapping을 따로 보관한다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k-clique match</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Local graph에서 candidate를 두 종류로 분리</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fᶜ</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Clique pattern vertices와 candidate set</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fⁿ</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명시적으로 mapping된 non-compressed part</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Compressed tuple</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한 tuple이 여러 concrete matches를 대표</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Join-ready</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필요 attribute만 부분 확장하며 전달</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224-225, Online Clique Compression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Partial expansion은 join key에 필요한 부분만 펼친다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Compressed candidate 전체를 즉시 조합하지 않고 현재 join attribute만 concrete하게 만든다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Read compressed</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fᶜ candidate set과 fⁿ mapping 입력</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Find Vjoin</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join이 요구하는 pattern attributes 선택</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Expand subset</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fᶜ에서 필요한 수만큼 candidate 조합</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Build key</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Expanded value와 fⁿ의 join image 결합</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Keep remainder</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쓰지 않은 fᶜ는 compressed 상태 유지</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정확한 모든 결과가 필요하면 마지막에는 남은 compressed part를 확장해야 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225, Algorithm 3 lines 12-20</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실험은 여섯 real graph에서 수행됐다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Preprocessing과 query processing을 분리해 보고하고, 세 시간 안에 끝나지 않으면 INF다</a:t>
            </a:r>
            <a:endParaRPr lang="en-US" sz="1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4565904"/>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Cluster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master, 기본 10 slaves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14 slaves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Slave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c3.4xlarge, 16 vCPU, 30GB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Machine당 mapper 6, reducer 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Storage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HDFS 128MB blocks, replication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MapReduce I/O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Datasets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 real graphs, 최대 Friendster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65.61M vertices, 1,806.07M edges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Timeout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 hours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Timeout·OOM·error를 INF로 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결과는 이 hardware·framework·query set 조건에 묶여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225, Tables 4-5 and Algorithms paragraph</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SCP와 large clique는 query 전에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 Table 5는 두 시간을 query runtime과 별도로 보고한다</a:t>
            </a:r>
            <a:endParaRPr lang="en-US" sz="19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2826512"/>
                <a:gridCol w="2826512"/>
                <a:gridCol w="21742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Dataset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Φ₂ build T(G)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Clique T(C)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youtube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seconds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live-journal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170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seconds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uk-2002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841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1,270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seconds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friendster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2,331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368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seconds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Query-only speedup과 end-to-end first-query cost를 구분해 읽어야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225-226, Table 5 and Exp-2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q5 on youtube에서 bushy plan은 거대한 reduce2를 피했다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query와 data에서 SEED와 SEED-LD의 중간 output과 runtime을 비교한다</a:t>
            </a:r>
            <a:endParaRPr lang="en-US" sz="1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043936"/>
                <a:gridCol w="2717800"/>
                <a:gridCol w="22829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알고리즘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reduce2 output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Estimated cost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Runtime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SEED bushy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 million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471.9 million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306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SEED-LD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6,110.9 million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31,365.2 million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7,658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1,910×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66×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관측된 runtime 차이는 이 q5·youtube 설정의 결과이며 보편 상수 배수가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226, Table 6 and Exp-1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보고된 개선은 query와 graph 구조에 따라 달라진다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수치는 어떤 variant·dataset·query를 비교했는지 함께 읽어야 한다</a:t>
            </a:r>
            <a:endParaRPr lang="en-US" sz="1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348480"/>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직접 연결되는 기법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q7 on eu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SEED 980s, TT·PSgL INF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Clique unit과 bushy plan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q6 on eu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SEED+O 1,003s, SEED INF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Clique compression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q2 on lj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SEED+O가 TT보다 50× 초과 빠름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SEED+O pipeline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q6 on lj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Φ₂ 54s + query 1,347s, TT 6,968s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Preprocessing 포함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q1 on yt·lj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SEED+O와 TT 동일 plan·성능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기법이 항상 이득은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한 order 이상이라는 요약은 benchmark 전체 조건을 제거한 보편 법칙이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226-227, Exps. 2-4 and Figs. 5-7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Graph와 cluster scaling 실험도 조건부다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Data size·average degree·slave 수를 각각 바꿔 SEED+O와 TT를 비교했다</a:t>
            </a:r>
            <a:endParaRPr lang="en-US" sz="19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565904"/>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실험 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제한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Graph size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Friendster 60% 초과에서 TT q2 timeout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Node-induced samples와 q2·q7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Average degree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q7에서 SEED+O가 TT보다 10-19×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Friendster edge samples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Slave count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6→14에서 두 방식 runtime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Communication overhead도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 slaves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q7 on lj는 SEED+O만 완료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cluster와 3-hour cap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Scale-out은 intermediate explosion을 없애지 않으며 communication과 함께 평가해야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 227, Exps. 5-7 and Figs. 8-9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SEED가 제거하지 못한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확장성은 intermediate를 줄이는 설계에서 나오며 모든 graph·pattern의 비용을 보장하지 않는다</a:t>
            </a:r>
            <a:endParaRPr lang="en-US" sz="1900" dirty="0"/>
          </a:p>
        </p:txBody>
      </p:sp>
      <p:sp>
        <p:nvSpPr>
          <p:cNvPr id="4" name="Text 2"/>
          <p:cNvSpPr txBox="1"/>
          <p:nvPr/>
        </p:nvSpPr>
        <p:spPr>
          <a:xfrm>
            <a:off x="838200" y="21717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Exact enumeration의 최종 output이 크면 그 출력 비용은 피할 수 없다</a:t>
            </a:r>
            <a:endParaRPr lang="en-US" sz="2000" dirty="0"/>
          </a:p>
        </p:txBody>
      </p:sp>
      <p:sp>
        <p:nvSpPr>
          <p:cNvPr id="5" name="Shape 3"/>
          <p:cNvSpPr/>
          <p:nvPr/>
        </p:nvSpPr>
        <p:spPr>
          <a:xfrm>
            <a:off x="838200" y="2654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6924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Φ₂ join unit은 star와 clique이며 임의 motif를 local 보존하지 않는다</a:t>
            </a:r>
            <a:endParaRPr lang="en-US" sz="2000" dirty="0"/>
          </a:p>
        </p:txBody>
      </p:sp>
      <p:sp>
        <p:nvSpPr>
          <p:cNvPr id="7" name="Shape 5"/>
          <p:cNvSpPr/>
          <p:nvPr/>
        </p:nvSpPr>
        <p:spPr>
          <a:xfrm>
            <a:off x="838200" y="3175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2131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Planner는 pattern edge 수 m에 대해 time O(3ᵐ), space O(2ᵐ)이다</a:t>
            </a:r>
            <a:endParaRPr lang="en-US" sz="2000" dirty="0"/>
          </a:p>
        </p:txBody>
      </p:sp>
      <p:sp>
        <p:nvSpPr>
          <p:cNvPr id="9" name="Shape 7"/>
          <p:cNvSpPr/>
          <p:nvPr/>
        </p:nvSpPr>
        <p:spPr>
          <a:xfrm>
            <a:off x="838200" y="3695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37338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PR 내부 relaxed count의 상한은 실제 graph·runtime의 상한이 아니다</a:t>
            </a:r>
            <a:endParaRPr lang="en-US" sz="2000" dirty="0"/>
          </a:p>
        </p:txBody>
      </p:sp>
      <p:sp>
        <p:nvSpPr>
          <p:cNvPr id="11" name="Shape 9"/>
          <p:cNvSpPr/>
          <p:nvPr/>
        </p:nvSpPr>
        <p:spPr>
          <a:xfrm>
            <a:off x="838200" y="42164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2545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Clique compression은 large clique가 적은 graph에서 이득이 작을 수 있다</a:t>
            </a:r>
            <a:endParaRPr lang="en-US" sz="2000" dirty="0"/>
          </a:p>
        </p:txBody>
      </p:sp>
      <p:sp>
        <p:nvSpPr>
          <p:cNvPr id="13" name="Shape 11"/>
          <p:cNvSpPr/>
          <p:nvPr/>
        </p:nvSpPr>
        <p:spPr>
          <a:xfrm>
            <a:off x="838200" y="4737100"/>
            <a:ext cx="106934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838200" y="47752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실험은 MapReduce·일곱 query·여섯 graph·3-hour cap에 조건부다</a:t>
            </a:r>
            <a:endParaRPr lang="en-US" sz="200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SEED는 output lower bound가 아니라 avoidable intermediate data를 공격한다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221-227, Lemmas 3 and 5, Secs. 7-8</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SEED를 기억하는 다섯 문장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분산 서브그래프 열거의 병목은 machine 수보다 relation 설계에서 먼저 생긴다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Explode</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High-degree star가 거대한 후보 relation을 만든다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Preserve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Φ₂가 ordered-min 규칙으로 star·clique를 보존한다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Estimate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PR model로 partial relation 크기를 추정한다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Plan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Bushy DP와 overlap으로 intermediate를 줄인다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Compress</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Large clique 조합을 필요한 순간까지 펼치지 않는다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 질문은 무엇을 병렬화할까가 아니라 무엇을 만들지 않을까다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217-228, Abstract through Conclusion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공개 출처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 본문과 출판 record를 공개 URL로 확인할 수 있다</a:t>
            </a:r>
            <a:endParaRPr lang="en-US" sz="19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4348480"/>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자료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용도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공개 위치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PVLDB paper PDF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정의·algorithm·표·실험의 직접 근거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vldb.org/pvldb/vol10/p217-lai.pdf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DOI record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서지 identity와 출판 record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doi.org/10.14778/3021924.3021937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슬라이드의 page locator는 공개 PVLDB PDF의 인쇄 page 217-228을 따른다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vldb-pdf pp. 217-228; doi published record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42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SEED: 확장 가능한 분산 서브그래프 열거</dc:title>
  <dc:subject>Scalable Distributed Subgraph Enumeration</dc:subject>
  <dc:creator>Research Seminars</dc:creator>
  <cp:lastModifiedBy>Research Seminars</cp:lastModifiedBy>
  <cp:revision>1</cp:revision>
  <dcterms:created xsi:type="dcterms:W3CDTF">2026-09-12T04:36:23Z</dcterms:created>
  <dcterms:modified xsi:type="dcterms:W3CDTF">2026-09-12T04:36:23Z</dcterms:modified>
</cp:coreProperties>
</file>