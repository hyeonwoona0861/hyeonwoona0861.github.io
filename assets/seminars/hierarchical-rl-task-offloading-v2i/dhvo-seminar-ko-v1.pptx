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79126FF3-3F47-4D95-B7D0-C30637B4633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차량의 작업 순서와 오프로딩을 함께 결정하기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arXiv:2405.11352v1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원문을 기준으로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이동하는 차량이 선후관계가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처리할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먼저 실행하고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어디서 처리하며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자원을 얼마나 줄지를 함께 고르는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원고는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철회되었습니다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사유는 더 이상 개발하거나 투고하지 않겠다는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부정행위 때문이라고 추정하지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현행 검증 기술의 추천이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설계와 한계를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1;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arxiv-status | v2 withdrawal notice, 4 Dec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withdrawal notice, 4 December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FD3FD7-3097-45A4-BA9E-1D42CD4092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원고의 상태와 이 자료의 읽기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레코드를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2026-09-12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철회 사유는 더 이상 후속 개발이나 출판 투고를 하지 않겠다는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실험 결과가 거짓이라고 판정하는 문구가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기존 원고를 교육적으로 분석하며 최신 출판 논문이나 배포 가능한 제품으로 권하지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title; submission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arxiv-status | withdrawal notice; comments; submission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withdrawal notice, 4 December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2FFF10-19DA-4B2E-902E-F54C36BBE4D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차량은 이동하고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작업은 선행 결과를 기다린다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transmission delay, RSU handover, random sub-task DAG, varying driving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어려움으로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해결 대상은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V2I 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computation offloading and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1-2; abstract;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D40359-A457-457B-AC39-9B91BA7ADA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관계는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highway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따라 균일하게 배치된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time-varying vehicle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DAG edge e(i,j)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predecessor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완료되어야 시작된다는 뜻이며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3-4; Figs. 1-2; §III-A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4111D3-F817-4ABA-8F5B-2E5B264800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uplink, edge execution, downlink, migration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execution/downlink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path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Migration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차량의 이동거리 적분이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RSU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발생합니다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12–17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 판정은 시작 위치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처리 중 이동거리의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단위의 가중합이며 가중치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조건만으로 단위가 같아지지는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3-5; Eqs. 3-22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B7041D6-1CAE-4ACE-ACF1-8AD7BFA977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목적은 비용의 합을 줄이되 실행 제약을 지키는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U=sum_i(beta1 t_i + beta2 e_i + beta3 c_i)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nonnegative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Equation 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predecessor start-time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serial number y, k, f,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최적화합니다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solution quality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5; Eqs. 18-24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43F288-1359-4F9A-A505-1C8CCA241A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GAT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작업 특성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 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넣는다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in-vehicle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이하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가정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ReLU one-layer GAT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multi-head attention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data/cycles, execution state, vehicle coordinate, remaining-task count, last five seconds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5-6; Eqs. 25-27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55BC30-7EFC-448F-B943-EC03E174AF8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attention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뜻하는 것과 뜻하지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endpoint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Equation 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자신을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들에 대해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Equation 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heads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ready-task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생기는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 scheduling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계속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5-6; Eqs. 25-27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E7981B-2F3A-4CAC-B343-312C1859EC9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층으로 정해진다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assignment, layer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decision, layer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parameter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f, edge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쓰므로 두 값을 독립적으로 모두 켜면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irrelevant-parameter coupling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6; Fig. 3; Eq. 28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D2169E-79FE-423A-B512-A08CD76E90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PNAF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이산 선택별로 연속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Equations 30-35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요점은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Q(s,y,k,f)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 power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CPU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의존하지 않아야 한다는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predicted continuous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quadratic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positive-definite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예측 중심을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표기해 평가할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a_c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중심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병렬 출력을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31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우변에는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Q(s,a_d)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인쇄되어 있지만 앞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32–35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V+A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설명하므로 그 근거를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이산 행동은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탐색에는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잡음을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유효 범위 제약과 학습 오차가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실세계 최적해라고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6-7; Eqs. 29-35;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E00FA3-89C7-4EA6-B6D8-85A6B17B90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행동이 중심에서 벗어나면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줄어든다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μ,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임의의 무차원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a_c=.2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.5×4×.16=−.32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Q=1.68, 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Q=2, 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A=−.18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Q=1.82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34–35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설명할 뿐 훈련 결과가 아니며 실제 자원 단위 또는 행동 범위 처리 구현을 재현하지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7; Fig. 4; Eqs. 34-35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D90B289-9E46-4BC4-91E4-7F68B2B928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선행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끝나야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교육용 구성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beta1=beta2=beta3=1/3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두어 단순 평균을 재계산하게 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teaching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units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원문 실행 결과를 재현한 수치가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5-7; Eqs. 19, 23, 28-35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4F2961-78E9-4CEB-840C-820BCCF68D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결과의 음수 비용을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저장해 학습한다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37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immediate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hierarchical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(s,a,r,s_next)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replay batch sampling, z=r+gamma max V-prime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squared error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최소화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online/target parameter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Target-network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source-specific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식 번호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중복됩니다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γ=.99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 누적 보상은 원문의 비할인 작업 비용 합과 일반적으로 동일하지 않으므로 최소화의 정확한 동치나 수렴 보장이라고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7-8; Eq. 37;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5179C4-1B81-4DC2-9752-8535770047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최근 속도는 통신 범위 이탈의 비용을 학습하는 입력이다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Equations 12-17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RSU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travel-distance integral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migration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Section V-D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DHVO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interpretation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last-five-second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추정한다고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speed-forecasting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4, 7, 11-12; Eqs. 12-17; §V-D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46FED3-467D-472E-B1A7-97E857AA19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절차와 원문의 표기 불일치를 구분하자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말하지만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40/41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+alpha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인쇄되어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통상적인 양의 학습률에서는 부호가 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V-prime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theta_p,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theta_p-prime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들어가며 식 번호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보상과 중복됩니다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강의는 본문의 학습 의도와 명시된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GAT copy/PNAF soft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전달하되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검증한 실행 코드나 공식 정정을 확보한 것으로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Q=V+A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7 Fig. 4/Eqs. 32–35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8; Algorithm 1; target Eq. 37; Eqs. 38, 40-43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C94992-196C-40FF-91C4-54E1CE3F0F1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Table II: 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환경을 먼저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kappa=10^-25, propagation delay 5 s, carrier frequency 915 MHz, path-loss exponent 3, noise power 10^-12 W, computation resource price .1 dollars/Mcycles, migration price 2 dollars/Mcycles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바꾸고 나머지는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8;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3536DC5-60F4-4752-B512-E568268CB1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speed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neural-network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 collection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 days, each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100-second trajectories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tailored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달라지므로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fixed-length state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작업별 출력 차원은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작업을 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길이는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그래프가 무조건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값이라는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9-10; Fig. 6; Table III; §V-A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22D2F4-0A3D-4188-8B14-65D07EB074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대상은 무엇을 고정하거나 단순화하는가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ALE, AO, GOE, DQN10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30 km/h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dynamic-speed DHVO setup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migration 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 equally spaced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9; §V-A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50D737-1A1C-4DD3-B23C-11F2A3684D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convergence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수치는 두 실험 조건을 구분해야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14-episode convergence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Page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DHVO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 episodes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individual tests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listed software/server platform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묶인 값이지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V2I response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9-10; §§V-B, 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020425-4CD4-4219-8B4F-9355BE236B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Figs. 8-11: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바뀔 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8-11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interpretation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bandwidth threshold 2.25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simulated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비교로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handover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price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10-11; Figs. 8-11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51D13B-9E4B-4D4D-985B-66A027EAF0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정책의 선택과 비용 성분으로 결과를 해석한다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V-D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30 km/h speed, DHVO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recent speed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쓴다고 설명하고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GOE migration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inaccurate constant-speed estimation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돌립니다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less-smooth convergence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approach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still learns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11-12; Figs. 12-14; §V-D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75E326-66B3-48B1-A06B-5583C01D9E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구성요소 제거 실험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DHVO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정규화 비용이 가장 낮다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13 Fig. 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TESC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DHVO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막대가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가장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12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outperforms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쓰지만 높은 값이 우수하다는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 수식이나 정확한 개선 백분율은 원문에 제시되지 않아 만들지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PNAF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GDQNX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유지한 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[0,1]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값으로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GDQN5/10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나쁜 결과를 동일 학습 예산에서의 미수렴으로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12-13; §V-E; Fig. 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DE11844-48FD-48F7-B4B2-A4B29D2C63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이 결과에서 결론내릴 수 없는가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system assumptions, Table II/III setup, Section VI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DRL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numerical simulation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설명할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optimality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3-5, 8-9, 12-13; §§III, V, 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arxiv-status | v2 withdrawal notice; comments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withdrawal notice, 4 December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9793CB-8CD2-4801-94C9-17F478D20E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DHVO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설계를 한 흐름으로 정리하면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1-5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Results in Figures 7-15 are evidence within their speed-trace simulation, baseline, training-budget, and Table II/III conditions. The deck does not treat them as a generic recommendation for every V2I deployment.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1-13; Figs. 1-15;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Hierarchical Reinforcement Learning Empowered Task Offloading in V2I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https://arxiv.org/abs/2405.11352v1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C71C9D-8765-4B14-9DD2-CF4BB75948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차량의 작업 순서와 오프로딩을 함께 결정하기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Hierarchical Reinforcement Learning Empowered Task Offloading in V2I Networks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Xinyu You, Haojie Yan, Yuedong Xu, Lifeng Wang, Liangui Dai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DHVO: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 주의집중과 계층형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Q-learning |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철회된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2024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사전공개 원고의 교육적 분석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1; title, abstract; arxiv-status v2 withdrawal notice, 4 Dec 2025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원고의 상태와 이 자료의 읽기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분석 대상은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arXiv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월 철회를 공지했다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사실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학습할 때의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 원문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arXiv:2405.11352v1 · 2024-05-18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버전의 설계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실험을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2025-12-04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철회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출판된 검증 기술로 소개하지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사유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후속 개발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투고를 진행하지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이유를 오류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부정행위로 확대하지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혼합 행동 설계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결과의 한계와 표기 불일치도 함께 읽기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철회 상태를 숨기지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제안했는지와 무엇이 확인되지 않았는지를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title; submission history; arxiv-status withdrawal notice; comments; submission history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차량은 이동하고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작업은 선행 결과를 기다린다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차량–인프라 통신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(V2I)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계산 속도뿐 아니라 연결 범위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순서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비용을 함께 고려한다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차량 단말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(UE)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속도가 변하면서 여러 도로변 기지국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(RSU)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통신 범위를 지난다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응용프로그램은 방향성 비순환 그래프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(DAG)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표현한 여러 작업으로 나뉜다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후속 작업은 바로 앞의 모든 선행 작업이 완료되어야 시작할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목적값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작업 시간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에너지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서비스 요금을 가중합한 비용이다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작업을 먼저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어디서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어느 자원 수준으로 처리할지를 함께 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1-2; abstract;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RSU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DAG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관계는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RSU 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통신 가능성을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DAG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실행 순서를 뜻한다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mechanism-lane-road"/>
          <p:cNvSpPr/>
          <p:nvPr/>
        </p:nvSpPr>
        <p:spPr>
          <a:xfrm>
            <a:off x="660240" y="220968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V2I coverage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mechanism-lane-dag"/>
          <p:cNvSpPr/>
          <p:nvPr/>
        </p:nvSpPr>
        <p:spPr>
          <a:xfrm>
            <a:off x="660240" y="4102200"/>
            <a:ext cx="86328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application DAG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mechanism-edge-r1-segment-1"/>
          <p:cNvSpPr/>
          <p:nvPr/>
        </p:nvSpPr>
        <p:spPr>
          <a:xfrm>
            <a:off x="3809880" y="31557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mechanism-edge-r1-label"/>
          <p:cNvSpPr/>
          <p:nvPr/>
        </p:nvSpPr>
        <p:spPr>
          <a:xfrm>
            <a:off x="351792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802.11p link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edge-r2-segment-1"/>
          <p:cNvSpPr/>
          <p:nvPr/>
        </p:nvSpPr>
        <p:spPr>
          <a:xfrm>
            <a:off x="6362640" y="31557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mechanism-edge-r2-label"/>
          <p:cNvSpPr/>
          <p:nvPr/>
        </p:nvSpPr>
        <p:spPr>
          <a:xfrm>
            <a:off x="6070680" y="25970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path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edge-d1-segment-1"/>
          <p:cNvSpPr/>
          <p:nvPr/>
        </p:nvSpPr>
        <p:spPr>
          <a:xfrm>
            <a:off x="3809880" y="5047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d1-label"/>
          <p:cNvSpPr/>
          <p:nvPr/>
        </p:nvSpPr>
        <p:spPr>
          <a:xfrm>
            <a:off x="3517920" y="44895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precedence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node-car"/>
          <p:cNvSpPr/>
          <p:nvPr/>
        </p:nvSpPr>
        <p:spPr>
          <a:xfrm>
            <a:off x="1739880" y="283860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vehicle 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car-queue-1"/>
          <p:cNvSpPr/>
          <p:nvPr/>
        </p:nvSpPr>
        <p:spPr>
          <a:xfrm>
            <a:off x="1739880" y="30924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 varies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car-queue-2"/>
          <p:cNvSpPr/>
          <p:nvPr/>
        </p:nvSpPr>
        <p:spPr>
          <a:xfrm>
            <a:off x="1739880" y="32828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application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rsu"/>
          <p:cNvSpPr/>
          <p:nvPr/>
        </p:nvSpPr>
        <p:spPr>
          <a:xfrm>
            <a:off x="429264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RSU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within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edge"/>
          <p:cNvSpPr/>
          <p:nvPr/>
        </p:nvSpPr>
        <p:spPr>
          <a:xfrm>
            <a:off x="6845400" y="28256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server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task-a"/>
          <p:cNvSpPr/>
          <p:nvPr/>
        </p:nvSpPr>
        <p:spPr>
          <a:xfrm>
            <a:off x="1739880" y="47181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input,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cycles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mechanism-node-task-b"/>
          <p:cNvSpPr/>
          <p:nvPr/>
        </p:nvSpPr>
        <p:spPr>
          <a:xfrm>
            <a:off x="4292640" y="47181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waits for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completion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3-4; Figs. 1-2; §III-A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서로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항을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upload, edge execution, download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이탈 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migration delay·charge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더해진다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 / energy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charge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k=0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t_local=C/f; e_local=kappa C f^2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service charge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k=1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upload + edge + download + migration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위치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중 이동거리가 범위를 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넘으면 전파 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이관 요금 발생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precedence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T_start(i) &gt;= max predecessor 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ready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실행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항상 빠르거나 싼 것은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coverage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이탈은 시간과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3-5; Eqs. 3-22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목적은 비용의 합을 줄이되 실행 제약을 지키는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에너지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 요금의 가중합이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선행 작업 완료와 자원 상한도 만족해야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정보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연산량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선후관계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실행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k=0; CPU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주파수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실행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k=1;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송신 전력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작업별 비용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요금 가중합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비용 최소화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·CPU·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제약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5; Eqs. 18-24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작업 특성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차량 상태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·DAG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넣는다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 주의집중 신경망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(GAT)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인접 관계를 이용해 작업마다 새로운 특성 벡터를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7833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또는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담는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특성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연산량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여부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처리하며 어떤 작업이 남았는가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차량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작업 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 속도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특성에 함께 붙이는 환경 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인접 행렬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연결 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어느 이웃 정보를 모을 것인가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 ×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특성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작업 벡터를 구성하고 길이를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정보와 인접 행렬은 공동 입력이다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서로를 순차 변환하는 단계가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5-6; Eqs. 25-27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coefficient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뜻하는 것과 뜻하지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neighbor j 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 encoding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얼마나 반영될지를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learned coefficient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39135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operation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교육적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피해야 할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e_ij=a(W h_i, W h_j)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pairwise feature relevance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 scheduling priority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 over neighbors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normalized attention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bandwidth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multi-head concatenate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relation view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동시에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GAT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small-DAG design choice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 depth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본다는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precedence 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대체하지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5-6; Eqs. 25-27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세 층으로 정해진다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ready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고른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branch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에만 맞는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continuous 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mechanism-lane-main"/>
          <p:cNvSpPr/>
          <p:nvPr/>
        </p:nvSpPr>
        <p:spPr>
          <a:xfrm>
            <a:off x="660240" y="220968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discrete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lane-local"/>
          <p:cNvSpPr/>
          <p:nvPr/>
        </p:nvSpPr>
        <p:spPr>
          <a:xfrm>
            <a:off x="660240" y="347148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branch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echanism-lane-edge"/>
          <p:cNvSpPr/>
          <p:nvPr/>
        </p:nvSpPr>
        <p:spPr>
          <a:xfrm>
            <a:off x="660240" y="473292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branch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mechanism-edge-a1-segment-1"/>
          <p:cNvSpPr/>
          <p:nvPr/>
        </p:nvSpPr>
        <p:spPr>
          <a:xfrm>
            <a:off x="3809880" y="28404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mechanism-edge-a1-label"/>
          <p:cNvSpPr/>
          <p:nvPr/>
        </p:nvSpPr>
        <p:spPr>
          <a:xfrm>
            <a:off x="3517920" y="22816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 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mechanism-edge-a2-segment-1"/>
          <p:cNvSpPr/>
          <p:nvPr/>
        </p:nvSpPr>
        <p:spPr>
          <a:xfrm>
            <a:off x="6362640" y="28404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mechanism-edge-a2-label"/>
          <p:cNvSpPr/>
          <p:nvPr/>
        </p:nvSpPr>
        <p:spPr>
          <a:xfrm>
            <a:off x="6070680" y="22816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chosen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edge-a3-segment-1"/>
          <p:cNvSpPr/>
          <p:nvPr/>
        </p:nvSpPr>
        <p:spPr>
          <a:xfrm>
            <a:off x="8915400" y="263736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mechanism-edge-a3-segment-2"/>
          <p:cNvSpPr/>
          <p:nvPr/>
        </p:nvSpPr>
        <p:spPr>
          <a:xfrm>
            <a:off x="9236880" y="2637360"/>
            <a:ext cx="360" cy="1464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mechanism-edge-a3-segment-3"/>
          <p:cNvSpPr/>
          <p:nvPr/>
        </p:nvSpPr>
        <p:spPr>
          <a:xfrm>
            <a:off x="9236880" y="41018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mechanism-edge-a3-label"/>
          <p:cNvSpPr/>
          <p:nvPr/>
        </p:nvSpPr>
        <p:spPr>
          <a:xfrm>
            <a:off x="8623440" y="22816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mechanism-edge-a4-segment-1"/>
          <p:cNvSpPr/>
          <p:nvPr/>
        </p:nvSpPr>
        <p:spPr>
          <a:xfrm>
            <a:off x="8915400" y="3043440"/>
            <a:ext cx="160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mechanism-edge-a4-segment-2"/>
          <p:cNvSpPr/>
          <p:nvPr/>
        </p:nvSpPr>
        <p:spPr>
          <a:xfrm>
            <a:off x="9075960" y="3043440"/>
            <a:ext cx="360" cy="231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mechanism-edge-a4-segment-3"/>
          <p:cNvSpPr/>
          <p:nvPr/>
        </p:nvSpPr>
        <p:spPr>
          <a:xfrm>
            <a:off x="9075960" y="53632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mechanism-edge-a4-label"/>
          <p:cNvSpPr/>
          <p:nvPr/>
        </p:nvSpPr>
        <p:spPr>
          <a:xfrm>
            <a:off x="8623440" y="573192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mechanism-node-ready"/>
          <p:cNvSpPr/>
          <p:nvPr/>
        </p:nvSpPr>
        <p:spPr>
          <a:xfrm>
            <a:off x="1739880" y="261828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ready tasks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mechanism-node-ready-queue-1"/>
          <p:cNvSpPr/>
          <p:nvPr/>
        </p:nvSpPr>
        <p:spPr>
          <a:xfrm>
            <a:off x="1739880" y="28724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predecessors done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mechanism-node-assign"/>
          <p:cNvSpPr/>
          <p:nvPr/>
        </p:nvSpPr>
        <p:spPr>
          <a:xfrm>
            <a:off x="4292640" y="2510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1: 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 one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mechanism-node-mode"/>
          <p:cNvSpPr/>
          <p:nvPr/>
        </p:nvSpPr>
        <p:spPr>
          <a:xfrm>
            <a:off x="6845400" y="2510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2: 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mechanism-node-freq"/>
          <p:cNvSpPr/>
          <p:nvPr/>
        </p:nvSpPr>
        <p:spPr>
          <a:xfrm>
            <a:off x="939816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3: 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frequency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when k=0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mechanism-node-power"/>
          <p:cNvSpPr/>
          <p:nvPr/>
        </p:nvSpPr>
        <p:spPr>
          <a:xfrm>
            <a:off x="9398160" y="503352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3: 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transmit power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when k=1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6; Fig. 3; Eq. 28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PNAF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이산 선택별로 연속 행동의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구성한다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Parameterized Normalized Advantage Function: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연속 행동의 이득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합쳐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913560"/>
                <a:gridCol w="380484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신경망의 출력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V(s, a_d)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이산 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a_d=(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위치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행동이 중심일 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Q=V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중심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하삼각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분기의 연속 행동과 곡률을 예측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병렬 출력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P=L Lᵀ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A=−½(a_c−μ)ᵀP(a_c−μ)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중심에서 벗어나면 줄어드는 이득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양의 정부호이면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A≤0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Q=V+A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후보 연속 행동까지 포함한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분기에 맞는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A=0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최대점이지 실세계 최적성 보장은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6-7; Eqs. 29-35;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행동이 중심에서 벗어나면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줄어든다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유효 분기에서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V=2, μ=0.6, P=4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가정한다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측정값이 아닌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차원 교육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32612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후보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a_c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a_c−μ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A=−½×4×(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)²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Q=2+A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분기의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분기나 실제 비용의 최적성을 뜻하지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7; Fig. 4; Eqs. 34-35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선행 작업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끝나야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가중치는 각각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1/3,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성분은 무차원 교육용 값이다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실험값이나 최적 정책의 재현이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304280"/>
                <a:gridCol w="3696120"/>
                <a:gridCol w="304380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유효한 행동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가정한 비용 성분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준비됨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k=1, p=0.5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.6,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/3 = 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준비됨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선택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선행 제약 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단말에서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k=0, f=0.8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.8,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.6,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/3 ≈ .47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 없는 연속 변수는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이산 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분기별 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준비된 작업 → 실행 위치 → 그 위치의 자원 변수 순으로 선택을 해석한다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5-7; Eqs. 19, 23, 28-35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결과의 음수 비용을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저장해 학습한다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작업의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작을수록 보상은 커진다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할인된 보상으로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y, k, f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처리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r=−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TESC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V′·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제곱오차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음수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할인 합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(γ=.99)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비할인 비용 합과 정확히 같지 않다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7-8; Eq. 37;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최근 속도는 통신 범위 이탈의 비용을 학습하는 입력이다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위치와 처리 중 이동거리가 범위를 넘으면 작업 이관의 지연과 요금이 추가된다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최근 속도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 이력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차량 위치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범위 내 완료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이관 비용 없음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범위 밖 완료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이관 지연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피드백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선택에 반영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4, 7, 11-12; Eqs. 12-17; §V-D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절차와 원문의 표기 불일치를 구분하자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본문은 목표값과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제곱오차 최소화를 설명한다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인쇄된 갱신식을 그대로 실행 코드로 옮기면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(s,a,r,s′) → z=r+γ max V′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에는 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손실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제곱오차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 descent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40–41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+∇L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인쇄되어 불일치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θ_g′ ← θ_g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온라인 값을 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PNAF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θ_p′ ← τθ_p+(1−τ)θ_p′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복사가 아니라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의도와 표기 불일치를 분리한다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인쇄식만으로 실행 구현을 확정하지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8; Algorithm 1; target Eq. 37; Eqs. 38, 40-43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II: 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환경을 먼저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수치가 고정 또는 변화될 때에만 이후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 plots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해석할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category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RSU coverage;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m; 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application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tasks; input/output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8-12; 2.5-3.5 MByte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cycles; local / edge 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800-1200 Mcycles; 10^8 / 10^9 cycles/s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bandwidth; peak power; distance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MHz; 200 mW; 100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beta1, beta2, beta3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.33, .33, .33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작업 크기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요금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가중치라는 실험 조건에 묶여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8;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 input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neural-network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real-world speed 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쓰지만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V2I system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구성한다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510912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 trajectories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CPIPC data; four tailored 100 s traces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일간 초 단위 수집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2 heads ×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특성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PNAF 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hidden layer; 128 neurons; ReLU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Adam; lr=.01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gamma=.99; soft update=.1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20 episodes in Table III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PyTorch / Python 3.5; Ubuntu 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a vehicle 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속도 이력을 입력했어도 전체 비용 결과는 시뮬레이션이다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9-10; Fig. 6; Table III; §V-A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대상은 무엇을 고정하거나 단순화하는가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DHVO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비교는 다섯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조건에서 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보는 방식이다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53265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rule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local at peak local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edge at peak transmit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always 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km/h constant-speed return prediction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edge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equally spaced continuous values + GAT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discretization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DHVO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 + PNAF hierarchical actions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method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우위는 이 네 기준 정책과 해당 실험 조건에 한정된다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9; §V-A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수치는 두 실험 조건을 구분해야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convergence 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parameter-sweep comparison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episodes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목적이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 subsection: buffer transition 500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초과 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training, batch 256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DHVO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해당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setup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14 episode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했다고 보고한다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batch training 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1.58 s, inference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.0018 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parameter comparisons: DQN10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DHVO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40 episodes train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 individual tests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수렴 관찰과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학습 비교는 서로 다른 실험 절차다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9-10; §§V-B, 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Figs. 8-11: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바뀔 때의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공통 결론보다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바꾼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비교 범위를 먼저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3478680"/>
                <a:gridCol w="5761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varied 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interpretation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RSU 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local-only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constant; other costs decrease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below 2.25 MHz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낫다고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cycles; input/output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cycles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local, data size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 price; migration price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migration price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AO/GOE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더 큰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 defaults except varied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trend, deployment guarantee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엣지의 이점은 대역폭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범위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이관 요금에 따라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10-11; Figs. 8-11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정책의 선택과 비용 성분으로 결과를 해석한다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count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 composition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저자 해석을 보조하지만 각각 동일한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 type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reading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applications, each 8-12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DHVO local/edge balance; migration count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delay, energy, cost distribution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ALE energy; AO/GOE migration charge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 fading complex Gaussian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 is less smooth but learning observed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mechanism claim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last-five-second speed 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explanation, general forecast proof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저자는 단말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엣지의 혼합 선택이 이관을 줄였다고 해석한다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근거는 시뮬레이션이다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11-12; Figs. 12-14; §V-D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구성요소 제거 실험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DHVO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정규화 비용이 가장 낮다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세로축은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Normalized TESC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점수가 아니라 비용이므로 낮을수록 좋다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바꾼 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DHVO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 + PNAF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그림에서 가장 낮은 비용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막대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PNAF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PNAF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그래프 특성 추출의 기여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GDQN2/5/10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 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구간의 이산화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PNAF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이산화 방법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예산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같은 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5/10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미수렴이 영향을 줬다고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구성요소의 기여는 확인되지만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이산화 구간을 늘리면 항상 나쁘다는 뜻은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12-13; §V-E; Fig. 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이 결과에서 결론내릴 수 없는가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DHVO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V2I simulator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줄이는 정책이며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road deployment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해결했다는 증거는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 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vehicle 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DAG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중심으로 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server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abundant resource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frequency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입력은 속도 이력이다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요금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·RSU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모의 환경이다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 one-layer and task count assumptions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design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철회된 원고다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식에 불일치가 있고 최적성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현장 배포는 검증되지 않았다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 이력 기반 시뮬레이션의 가능성이지 실제 도로에서의 성능 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3-5, 8-9, 12-13; §§III, V, VI; arxiv-status v2 withdrawal notice; comments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DHVO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설계를 한 흐름으로 정리하면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이동 상태를 표현하고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위치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자원을 골라 실행한 결과로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V2I + DAG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준비 작업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 정보로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PNAF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y, k, f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음수 비용으로 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 표현과 분기별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구성을 배우되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철회 상태와 재현 한계도 함께 기억한다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1-13; Figs. 1-15;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2026-09-12T08:25:15Z</dcterms:created>
  <dc:creator>Research Seminars</dc:creator>
  <dc:description/>
  <dc:language>ko-KR</dc:language>
  <cp:lastModifiedBy>Research Seminars</cp:lastModifiedBy>
  <dcterms:modified xsi:type="dcterms:W3CDTF">2026-09-12T08:25:15Z</dcterms:modified>
  <cp:revision>1</cp:revision>
  <dc:subject>Hierarchical Reinforcement Learning Empowered Task Offloading in V2I Networks</dc:subject>
  <dc:title>차량의 작업 순서와 오프로딩을 함께 결정하기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