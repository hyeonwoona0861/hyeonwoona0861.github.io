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28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277526D6-CC14-4CE1-B25C-170FFC0EA30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LSTM: A Search Space Odyssey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제안하지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당시 널리 쓰인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기준으로 여덟 가지 구성요소를 한 번에 하나씩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음성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음악 세 과제에서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탐색한 통제 실험입니다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원형과 논문이 평가한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구분하고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계산한 다음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변형 비교와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fANOVA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실제로 말해 주는 범위를 살펴보겠습니다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version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 for version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https://arxiv.org/abs/1503.04069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8D15D4-B992-492D-A873-0B4E1A4C45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 질문을 실험 규모로 바꾸기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실험 격자는 아홉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조합마다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 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독립적으로 뽑아 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5,400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회를 실행했습니다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실험은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시간이 걸렸고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시간으로 합치면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년에 조금 못 미칩니다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규모는 한 설정에서 우연히 잘 나온 모델을 찾기보다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변화가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어떻게 작동하는지 비교하기 위한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1 and 5, Abstract and Sec. IV-D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6FA1F2E-4418-4F13-BF00-5AF1CFD25D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답하는 것과 답하지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제목 때문에 무한한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 공간을 탐색한 연구처럼 들릴 수 있지만 실제 범위는 명확합니다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한 항목만 바꾼 여덟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조합을 따로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요구하는 설정 차이를 허용합니다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결과는 강한 비교 증거지만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다른 데이터 규모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부품을 동시에 바꾼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포괄하는 보편적 우열 정리는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1 and 3-5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EB3C47-DCEE-40BB-BAC6-E22D179194A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4. 1997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원형에서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Odyssey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원형은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 Error Carousel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없었습니다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 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gate recurrence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cell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시간축으로 전달하며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잘랐습니다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gate, peephole, full BPTT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더해져 논문이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부르는 형태가 됐습니다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Odyssey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 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구성요소를 하나씩 바꾸어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1-3, Secs. II-III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89B4F7-63C9-426C-9C9B-41C66A59CF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1997 original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평가 대상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역사적 차이를 표로 고정하겠습니다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1997 original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있었습니다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today-style full BPTT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Odyssey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peephole, full gradient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gate recurrence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기본적으로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NFG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하나만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 recurrence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차이를 놓칩니다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2-3, Secs. II-III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C95DFB-640F-40BA-9619-7B05DA50B3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Vanilla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여섯 계산 요소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역할 중심으로 읽겠습니다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입력과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만든 새 후보입니다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gate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후보를 얼마나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forget gate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얼마나 유지할지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Cell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 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외부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조절합니다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Gate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sigmoid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2, Sec. II-A and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E51BC4B-AA0D-4068-AEB1-A368B241F1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Peephole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보여 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cₜ₋₁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이번에 갱신된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precise timing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제어하도록 이 연결이 도입됐다고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Peephole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다른 경로이며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NP 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cell-to-gate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항만 제거합니다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2-3, Fig. 1 and Sec. III-B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3301CF4-D621-4BFE-AC17-0D501604BF3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Cell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남긴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cₜ = zₜ×iₜ + cₜ₋₁×fₜ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경로는 새 후보를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걸러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 경로는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조절해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결과를 더한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activation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 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복사한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 의존성을 편집 가능한 객체로 풀어쓴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2, Sec. 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36FC103-C935-415F-A9E0-760D31C1F3B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state 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논문의 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식을 이해하기 위한 독립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0.80, 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0.25, 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유지된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Output gate 0.60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tanh(0.65)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곱하면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0.343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담당하는지 수치로 확인할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2, cell and block-output equations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5A4FD8-C02F-4B7F-A524-8F1C1E34ACC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Forget 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경로에 미치는 영향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cₜ₋₁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직접 곱해지는 계수는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경로를 고정해 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가까울수록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가까울수록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오래 유지될 수 있는 직접 경로이기도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경로도 가지므로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하나만으로 모든 장기 의존성을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계수를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2-3, cell equation and Sec. 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AF8720-0FDD-4EDC-A177-2949388848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번에 한 항목만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정확히 한 측면만 추가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이렇게 해야 성능 차이를 그 변화와 연결할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바뀌면 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달라질 수 있으므로 논문은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강제하지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조합을 별도로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선택한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3-5, Sec. 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F9ED8FF-042F-4808-B284-0FA271700E0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바꾸는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NIG, NFG, NOG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고정해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조절을 제거합니다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CIFG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1−iₜ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많이 쓸수록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덜 남기는 관계가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CIFG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작동을 유지하며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 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1997 original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같지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5, Sec. IV-C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406F4C0-273E-4C51-8EC0-484D19C7BD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연결을 바꾸는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새 후보를 만드는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NOAF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output activation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input, forget, 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항을 제거합니다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FGR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현재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가는 모든 연결을 더하므로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3×3,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weight matrix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아홉 개가 추가됩니다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FGR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있던 특징 하나를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되돌리지만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재현하지는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5, Sec. IV-C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D813F36-4CE8-4874-AE6B-912AFD84B5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Variant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해석에서 피해야 할 세 혼동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이름은 변경된 항목만 알려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만들더라도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BPTT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그대로입니다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CIFG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묶어 계산하므로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기능이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FGR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 recurrence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추가할 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truncated 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학습으로 돌아가지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연결을 없애지만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자체를 지우지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3 and 5, Secs. III and IV-C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1DA824-ADFD-4223-8DE6-C43C10B272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과제는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공통점만 있고 출력과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 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분류하고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classification error percentage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IAM Online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 movement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문자열로 바꾸고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character error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JSB Chorales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piano-roll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예측하고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log-likelihood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낮을수록 좋지만 단위와 과제가 달라 절대 숫자를 서로 비교할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3-4, Sec. IV-A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7A89CF-1317-4CD4-B4A3-2B1745680D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과제마다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입력을 앞뒤 방향으로 처리하는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bidirectional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방향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연결됩니다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cross-entropy, IAM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CTC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JSB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hidden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sigmoid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next-step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학습하며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log-likelihood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세 결과를 하나의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setup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단순화하면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4, Sec. IV-B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7FC391-B9FE-4C45-BD91-94C8B443EE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공정 비교를 만드는 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train, validation,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 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 split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학습하고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early stopping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좋은 설정을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Test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비교에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그대로 쓰지 않았다는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자신의 좋은 설정을 찾을 기회를 받은 뒤 비교했기 때문에 구성요소 효과를 더 공정하게 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3-5, Sec. 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13B091-A998-4684-8E2D-BFC3C41D67D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설정을 공유하지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행을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묶어 실험 격자를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실행은 각 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조합마다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 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 removal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개를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합친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이렇게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표본화합니다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동일한 범위를 적용하지만 최종 설정은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다를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5, Sec. IV-D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4CCD5C8-60A4-4BF0-978A-71F8A6F649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Random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표본화한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log-uniform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뽑아 여러 규모를 고르게 탐색합니다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Momentum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log-uniform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뺀 형태이고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noise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표준편차는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momentum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clipping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여부도 실험했습니다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합리적으로 선택했다고 설명하지만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범위를 훨씬 넓히거나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쓰면 좋은 설정을 찾는 난이도와 비교 결과가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5, Sec. IV-D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0AFB74-9AFF-478F-BBE0-AA258B25EA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Training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고정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BPTT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SGD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Nesterov-style momentum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 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표준편차는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150 epoch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epoch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넘게 개선되지 않으면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같게 강제하지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활용이 달라 같은 수를 맞추면 오히려 비교가 편향될 수 있다고 판단했습니다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4-5, Secs. IV-B and IV-D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8AF2681-9933-4432-97BF-F9EA9EC0F3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Figure 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읽는 두 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위쪽은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전체를 보여 주므로 선택한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영향도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성능이 좋은 상위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 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분포를 보여 주어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reasonable tuning effort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가까운 비교를 시도합니다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Box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전체 범위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Welch t-test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여덟 비교에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Bonferroni adjustment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와의 평균 차이를 판단합니다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5-6, Fig. 3 and Sec. 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E17BE43-3DC5-4892-AF0A-6246DDFE2F3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주요 결론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유일한 승자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없었다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broad 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평가한 여덟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어느 것도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유의하게 개선하지 못했다는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모두에서 성능이 유의하게 나빠졌습니다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CIFG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유의한 성능 저하 없이 계산과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줄일 가능성을 보였습니다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보편적으로 더 좋다는 뜻이 아니라 이 평가에서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simpler alternatives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남았다는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1, 6 and 10, Abstract and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CCA48F-A967-4183-A4FC-63ED555BE14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Variant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효과는 공통 결과와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차이로 나뉜다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악화는 세 과제에 공통으로 나타났습니다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NIG, NOG, NIAF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handwriting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유의한 성능 저하가 있었지만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music modeling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유의한 영향이 없었습니다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CIFG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어느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평균 성능을 유의하게 바꾸지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FGR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유의한 변화가 없고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JSB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더 나빴습니다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동일은 성능 수치가 같다는 뜻이 아니라 유의한 평균 차이가 없다는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6-7, Sec. V-A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405CBF1-D2D2-45B3-9ABC-0CDC02512B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CIFG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실용적 후보로 남은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단순화하고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계산 비용을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평가한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유의한 차이가 없었습니다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자원 제약이 있으면 검토할 실용적 후보이지만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성능이 유의하게 좋아졌다는 결과는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논문도 이 구분을 유지하며 두 변형을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단순화 관점에서 매력적이라고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6 and 10, Sec. V-A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3594A7A-1A75-462D-9D94-05CC42E50F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Best trial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숫자는 방향 확인용이다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독자가 결과 규모를 가늠하도록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validation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선택한 단일 최고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TIMIT 29.6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CIFG, IAM 9.26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JSB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논문이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8.38 log-likelihood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표기하며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negative log-likelihood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8.38 NLL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NIAF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rough orientation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명시하고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state-of-the-art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목표가 아니라고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분포와 평균 비교가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결론의 주 근거입니다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5, opening of Sec. 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49B4BFC-9137-4A69-8194-BE5D92A2BD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fANOVA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중요도 지도로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fANOVA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실험을 더 실행하는 알고리즘이 아니라 이미 수행한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예측하는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regression forest 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학습하고 예측을 평균합니다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차원을 평균내면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marginal effect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예측 성능의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성분으로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중요도는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space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모델이 설명한 성능 변동 비율이지 보편적 인과 계수가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p. 7, Sec. 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E6C142-31EA-4973-8383-A7997BC101E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Hyperparameter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중요도 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 performance 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큰 비중을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Hidden layer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noise, momentum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Momentum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미만이지만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learning-rate interaction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퍼센트가 나타납니다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TIMIT 0.2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부근에서 도움이 되지만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대체로 성능을 해쳤습니다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순위는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조건부입니다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7-10, Figs. 4-6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F0365B-D637-4DB0-A7E9-94990A35CE9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approximately independent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뜻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오른쪽은 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효과를 제거한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interaction 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완전히 독립이면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실제 결과는 작으면서 뚜렷한 구조가 없었습니다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가장 큰 측정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learning-rate effect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실용적으로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있다고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JSB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learning-rate basin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상단이 탐색 범위 밖일 수 있다고 논문이 직접 경고합니다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7-10, Figs. 5-6 and footnote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A29145-086B-4462-9640-0DDD287F98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논문에서 도출되는 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넓기 때문에 높은 값에서 시작해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나누며 성능이 더 좋아지지 않을 때까지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coarse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 interaction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작아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먼저 맞추고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옮길 수 있다고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수익 감소와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input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효과가 달랐으므로 별도로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절차는 현대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optimizer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 대한 규칙이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7 and 10, Sec. V-B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35E26D9-6AC2-4C96-951A-6F0E4DA9478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증거의 적용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5,400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회는 당시 큰 실험이지만 비교 범위는 여전히 제한됩니다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번에 한 변화만 검사했으므로 여러 개선을 동시에 결합한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다루지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domain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넓히지만 언어나 비전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매우 큰 규모를 포함하지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BPTT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SGD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중심이며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modern optimizer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regularization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Search prior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200-trial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결과의 일부입니다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실용적 근거로 사용하되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timeless 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3-5 and 10, Evaluation Setup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4F5A028-C0B9-45A9-9013-93127D08127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Odyssey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가져갈 네 가지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네 축을 연결하겠습니다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Vanilla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유지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경로를 조절합니다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1997 original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수행해 비교 공정성을 높였습니다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중요성을 강하게 지지하지만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전반적 개선을 보이지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Hyperparameter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우선하라는 실용 지침을 주되 범위 밖 보편 법칙은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1-10, synthesis of main results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5A557B-1801-4511-AB20-A7F7CC4EC8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공개적으로 확인 가능한 세 출처입니다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ArXiv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arXiv v2 PDF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IEEE-layout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 전체를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Neural Networks and Learning Systems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정식 출판 기록으로 연결됩니다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page locator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 PDF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인쇄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page number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따릅니다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version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 for version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https://arxiv.org/abs/1503.04069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arxiv-pdf | pp. 1-12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arXiv v2 manuscript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https://arxiv.org/pdf/1503.04069v2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 |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article DOI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https://doi.org/10.1109/TNNLS.2016.2582924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181B28-DCA8-4473-903B-4C84E0425E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LSTM: A Search Space Odyssey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LSTM: A Search Space Odyssey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Klaus Greff, Rupesh K. Srivastava, Jan Koutník, Bas R. Steunebrink, Jürgen Schmidhuber (2017)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익숙한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구성요소를 하나씩 바꾸어 실제 필요성을 검증한 대규모 비교 연구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version record; arxiv-pdf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연구 질문을 실험 규모로 바꾸기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익숙한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부품 중 무엇이 필요한지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교차해 검사한다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717640"/>
                <a:gridCol w="5544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실험에서 뜻하는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Vanilla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one-change variant 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TIMIT, IAM Online, JSB Chorales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trial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조합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 searches, 5,400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24.3 CPU-hour,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 CPU-year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증거 단위는 한 최고 기록이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독립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search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1 and 5, Abstract and Sec. IV-D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답하는 것과 답하지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Odyssey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영구 순위를 정하지 않고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공정하게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질문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vanilla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구성요소 하나를 바꾸면 세 과제 성능이 어떻게 달라지는가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조합에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hyperparameter search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따로 수행한다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주요 결론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범위에서 어떤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유의하게 능가하지 못했다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비결론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최선이라는 증명은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목표는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state-of-the-art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기록이 아니라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구성요소 비교다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여덟 변화와 세 과제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정해진 탐색 범위에 조건부다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1 and 3-5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원형에서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Odyssey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오늘날의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vanilla LSTM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1997 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여러 후속 개선을 더한 형태다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1997 original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Input·output gate, fixed CEC, full gate recurrence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Forget gate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이전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스스로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하도록 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Peephole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 timing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직접 조절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BPTT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경로의 정확한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Odyssey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Later vanilla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기준으로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one-change ablation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 original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부르면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forget 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역사를 뒤집게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1-3, Secs. II-III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 original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평가 대상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학습 경로가 다르므로 같은 이름 아래에서 구분해야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1997 original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Odyssey vanilla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Input, 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Input, forget, 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self-loop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 gate fₜ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Peephole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Input·forget·output 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 recurrence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끼리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recurrent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vanilla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에는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recurrent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truncated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BPTT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NFG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later vanilla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fₜ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고정한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 cell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복원이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2-3, Secs. II-III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 cell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여섯 계산 요소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정보의 유입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노출을 나누고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값의 범위를 조절한다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1739160"/>
                <a:gridCol w="6413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입력과 이전 출력을 새 후보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변환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후보 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쓸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 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유지할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활성화된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외부에 보일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g,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기본값은 둘 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tanh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값을 만들기보다 후보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기억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 흐름에 곱해지는 조절 계수다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2, Sec. II-A and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Peephole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보여 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Input·forget 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이전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output 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갱신된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직접 참조한다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mechanism-lane-input"/>
          <p:cNvSpPr/>
          <p:nvPr/>
        </p:nvSpPr>
        <p:spPr>
          <a:xfrm>
            <a:off x="660240" y="2209680"/>
            <a:ext cx="863280" cy="78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gate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mechanism-lane-forget"/>
          <p:cNvSpPr/>
          <p:nvPr/>
        </p:nvSpPr>
        <p:spPr>
          <a:xfrm>
            <a:off x="660240" y="2990880"/>
            <a:ext cx="863280" cy="78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Forget gate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mechanism-lane-cell"/>
          <p:cNvSpPr/>
          <p:nvPr/>
        </p:nvSpPr>
        <p:spPr>
          <a:xfrm>
            <a:off x="660240" y="3772080"/>
            <a:ext cx="863280" cy="78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 state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mechanism-lane-output"/>
          <p:cNvSpPr/>
          <p:nvPr/>
        </p:nvSpPr>
        <p:spPr>
          <a:xfrm>
            <a:off x="660240" y="4552920"/>
            <a:ext cx="863280" cy="78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gate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mechanism-edge-prev-input-segment-1"/>
          <p:cNvSpPr/>
          <p:nvPr/>
        </p:nvSpPr>
        <p:spPr>
          <a:xfrm>
            <a:off x="3809880" y="3958920"/>
            <a:ext cx="1206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mechanism-edge-prev-input-segment-2"/>
          <p:cNvSpPr/>
          <p:nvPr/>
        </p:nvSpPr>
        <p:spPr>
          <a:xfrm flipV="1">
            <a:off x="3930480" y="2600280"/>
            <a:ext cx="360" cy="13586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mechanism-edge-prev-input-segment-3"/>
          <p:cNvSpPr/>
          <p:nvPr/>
        </p:nvSpPr>
        <p:spPr>
          <a:xfrm>
            <a:off x="3930480" y="2600280"/>
            <a:ext cx="3618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mechanism-edge-prev-forget-segment-1"/>
          <p:cNvSpPr/>
          <p:nvPr/>
        </p:nvSpPr>
        <p:spPr>
          <a:xfrm>
            <a:off x="3809880" y="41623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mechanism-edge-prev-forget-segment-2"/>
          <p:cNvSpPr/>
          <p:nvPr/>
        </p:nvSpPr>
        <p:spPr>
          <a:xfrm flipV="1">
            <a:off x="4051080" y="3381120"/>
            <a:ext cx="360" cy="7812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mechanism-edge-prev-forget-segment-3"/>
          <p:cNvSpPr/>
          <p:nvPr/>
        </p:nvSpPr>
        <p:spPr>
          <a:xfrm>
            <a:off x="4051080" y="33811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mechanism-edge-prev-new-segment-1"/>
          <p:cNvSpPr/>
          <p:nvPr/>
        </p:nvSpPr>
        <p:spPr>
          <a:xfrm>
            <a:off x="3809880" y="4365360"/>
            <a:ext cx="3618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mechanism-edge-prev-new-segment-2"/>
          <p:cNvSpPr/>
          <p:nvPr/>
        </p:nvSpPr>
        <p:spPr>
          <a:xfrm flipV="1">
            <a:off x="4171680" y="416232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mechanism-edge-prev-new-segment-3"/>
          <p:cNvSpPr/>
          <p:nvPr/>
        </p:nvSpPr>
        <p:spPr>
          <a:xfrm>
            <a:off x="4171680" y="4162320"/>
            <a:ext cx="26733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mechanism-edge-new-output-segment-1"/>
          <p:cNvSpPr/>
          <p:nvPr/>
        </p:nvSpPr>
        <p:spPr>
          <a:xfrm>
            <a:off x="8915400" y="41623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mechanism-edge-new-output-segment-2"/>
          <p:cNvSpPr/>
          <p:nvPr/>
        </p:nvSpPr>
        <p:spPr>
          <a:xfrm>
            <a:off x="9156600" y="4162320"/>
            <a:ext cx="360" cy="780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mechanism-edge-new-output-segment-3"/>
          <p:cNvSpPr/>
          <p:nvPr/>
        </p:nvSpPr>
        <p:spPr>
          <a:xfrm>
            <a:off x="9156600" y="494316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mechanism-node-prev-cell"/>
          <p:cNvSpPr/>
          <p:nvPr/>
        </p:nvSpPr>
        <p:spPr>
          <a:xfrm>
            <a:off x="1739880" y="38322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cₜ₋₁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mechanism-node-input-gate"/>
          <p:cNvSpPr/>
          <p:nvPr/>
        </p:nvSpPr>
        <p:spPr>
          <a:xfrm>
            <a:off x="4292640" y="22701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pᵢ·cₜ₋₁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참조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mechanism-node-forget-gate"/>
          <p:cNvSpPr/>
          <p:nvPr/>
        </p:nvSpPr>
        <p:spPr>
          <a:xfrm>
            <a:off x="4292640" y="30510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p_f·cₜ₋₁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참조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mechanism-node-new-cell"/>
          <p:cNvSpPr/>
          <p:nvPr/>
        </p:nvSpPr>
        <p:spPr>
          <a:xfrm>
            <a:off x="6845400" y="38322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 합산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mechanism-node-output-gate"/>
          <p:cNvSpPr/>
          <p:nvPr/>
        </p:nvSpPr>
        <p:spPr>
          <a:xfrm>
            <a:off x="9398160" y="46134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p_o·cₜ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참조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2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Peephole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recurrent output yₜ₋₁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별도로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입력에 연결한다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2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2-3, Fig. 1 and Sec. III-B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새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남긴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곱셈 경로가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cₜ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합쳐지고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외부 노출을 조절한다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echanism-lane-new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New content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mechanism-lane-retain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Retained memory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mechanism-lane-out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output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mechanism-edge-new-product-segment-1"/>
          <p:cNvSpPr/>
          <p:nvPr/>
        </p:nvSpPr>
        <p:spPr>
          <a:xfrm>
            <a:off x="3299400" y="27302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mechanism-edge-old-product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mechanism-edge-new-sum-segment-1"/>
          <p:cNvSpPr/>
          <p:nvPr/>
        </p:nvSpPr>
        <p:spPr>
          <a:xfrm>
            <a:off x="5341320" y="27302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mechanism-edge-new-sum-segment-2"/>
          <p:cNvSpPr/>
          <p:nvPr/>
        </p:nvSpPr>
        <p:spPr>
          <a:xfrm>
            <a:off x="5502240" y="273024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mechanism-edge-new-sum-segment-3"/>
          <p:cNvSpPr/>
          <p:nvPr/>
        </p:nvSpPr>
        <p:spPr>
          <a:xfrm>
            <a:off x="5502240" y="356868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mechanism-edge-old-sum-segment-1"/>
          <p:cNvSpPr/>
          <p:nvPr/>
        </p:nvSpPr>
        <p:spPr>
          <a:xfrm>
            <a:off x="5341320" y="377172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mechanism-edge-old-sum-segment-2"/>
          <p:cNvSpPr/>
          <p:nvPr/>
        </p:nvSpPr>
        <p:spPr>
          <a:xfrm>
            <a:off x="5663160" y="377172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mechanism-edge-old-sum-segment-3"/>
          <p:cNvSpPr/>
          <p:nvPr/>
        </p:nvSpPr>
        <p:spPr>
          <a:xfrm>
            <a:off x="5663160" y="397476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mechanism-edge-cell-act-segment-1"/>
          <p:cNvSpPr/>
          <p:nvPr/>
        </p:nvSpPr>
        <p:spPr>
          <a:xfrm>
            <a:off x="7383600" y="37717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mechanism-edge-cell-act-segment-2"/>
          <p:cNvSpPr/>
          <p:nvPr/>
        </p:nvSpPr>
        <p:spPr>
          <a:xfrm>
            <a:off x="7624800" y="3771720"/>
            <a:ext cx="360" cy="1041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mechanism-edge-cell-act-segment-3"/>
          <p:cNvSpPr/>
          <p:nvPr/>
        </p:nvSpPr>
        <p:spPr>
          <a:xfrm>
            <a:off x="7624800" y="4813200"/>
            <a:ext cx="2415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mechanism-edge-act-output-segment-1"/>
          <p:cNvSpPr/>
          <p:nvPr/>
        </p:nvSpPr>
        <p:spPr>
          <a:xfrm>
            <a:off x="942588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mechanism-node-new-input"/>
          <p:cNvSpPr/>
          <p:nvPr/>
        </p:nvSpPr>
        <p:spPr>
          <a:xfrm>
            <a:off x="1739880" y="24004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zₜ, iₜ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gate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mechanism-node-new-mul"/>
          <p:cNvSpPr/>
          <p:nvPr/>
        </p:nvSpPr>
        <p:spPr>
          <a:xfrm>
            <a:off x="3782160" y="24004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zₜ × iₜ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새로 쓰는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mechanism-node-old-input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cₜ₋₁, fₜ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forget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mechanism-node-old-mul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cₜ₋₁ × fₜ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남겨 두는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mechanism-node-cell-sum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contribution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mechanism-node-out-act"/>
          <p:cNvSpPr/>
          <p:nvPr/>
        </p:nvSpPr>
        <p:spPr>
          <a:xfrm>
            <a:off x="7866360" y="4483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h(cₜ)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기본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tanh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mechanism-node-block-out"/>
          <p:cNvSpPr/>
          <p:nvPr/>
        </p:nvSpPr>
        <p:spPr>
          <a:xfrm>
            <a:off x="9908640" y="4483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h(cₜ) × oₜ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2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fₜ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경로에 직접 곱해져 유지와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정도를 학습한다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2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2, Sec. 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번의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state update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 숫자로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retained content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분리해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3043800"/>
                <a:gridCol w="195660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0.80 × 0.25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zₜ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0.50 × 0.90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90%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 + 0.45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cₜ=0.65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경로를 합산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0.60 × tanh(0.65)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yₜ≈0.343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외부 노출을 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예에서 새 정보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0.20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남긴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0.45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cₜ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더 크게 기여한다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2, cell and block-output equations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Forget gate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경로에 미치는 영향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다른 의존성을 잠시 고정하면 이전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factor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fₜ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261240"/>
                <a:gridCol w="250020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cₜ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남는 비율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가까움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긴 기억 경로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보존한다는 뜻은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가까움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가까움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경로는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NFG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fₜ=1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forgetting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1997 architecture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고정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self-loop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달리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fₜ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유지 정도를 입력마다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2-3, cell equation and Sec. 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여덟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번에 한 항목만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변화의 효과를 분리하려면 나머지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vanilla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구조를 기준선으로 유지해야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Vanilla V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gate, 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h, peephole,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recurrence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change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activation identity, coupling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연결 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Separate tuning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조합마다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200 trial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Hyperparameter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early stopping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comparison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평균 차이를 통계적으로 평가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공정성은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따로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하는 데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3-5, Sec. 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바꾸는 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약어보다 식의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literal substitution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보면 어떤 조절 능력이 사라지는지 알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717640"/>
                <a:gridCol w="6196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Literal change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검사하는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NIG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iₜ=1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후보를 항상 전부 쓰면 어떤가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NFG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fₜ=1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forgetting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없애면 어떤가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oₜ=1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output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항상 전부 노출하면 어떤가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fₜ=1−iₜ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쓰기와 잊기를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묶을 수 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CIFG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forget 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없애는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NFG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달리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fₜ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결정한다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5, Sec. IV-C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연결을 바꾸는 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변경은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밖의 비선형성 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recurrent connection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하나의 역할을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261240"/>
                <a:gridCol w="5652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Literal change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검사하는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NIAF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g(x)=x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input tanh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h(x)=x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output squash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필요한가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pᵢ, p_f, p_o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Cell-to-gate peephole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필요한가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FGR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recurrent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연결 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gate recurrence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유용한가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FGR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개 사이에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recurrent matrix 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개를 추가해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크게 늘린다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5, Sec. IV-C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해석에서 피해야 할 세 혼동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식 하나를 바꾼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역사적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전체와 동일시하면 결론이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혼동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중요한가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NFG = 1997 LSTM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NFG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vanilla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Peephole·BPTT·recurrence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차이가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CIFG = no forget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결합해 계속 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기능은 제거되지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FGR = original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 recurrence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하나만 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나머지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vanilla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구성은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NP = gate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Cell-to-gate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항만 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Input·forget·output 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그대로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이름은 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계보가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바뀐 한 항목을 가리킨다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3 and 5, Secs. III and IV-C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단위가 다르므로 숫자를 가로로 직접 비교하지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variant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내 변화로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239720"/>
                <a:gridCol w="3152520"/>
                <a:gridCol w="1304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낮을수록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Audio 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phone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Classification error 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좋음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IAM Online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 stroke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문자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Character error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좋음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JSB Chorales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Polyphonic music next-step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Negative log-likelihood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좋음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TIMIT 30%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IAM 10%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척도가 아니며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비교해야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3-4, Sec. IV-A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과제마다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방향과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 variant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task-specific output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objective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 평가된다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913560"/>
                <a:gridCol w="21740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 hidden structure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loss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양방향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forward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backward layer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Cross-entropy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IAM Online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양방향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forward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backward layer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82-way softmax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JSB Chorales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 hidden layer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Sigmoid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Cross-entropy / NLL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효과는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만이 아니라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방향과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 안에서 관측됐다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4, Sec. IV-B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공정 비교를 만드는 실험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pipeline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별도 탐색을 거쳐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비교된다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Variant × dataset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총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27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독립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200 random trials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Size, learning rate, momentum, noise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표본화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 split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 BPTT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sequence-level SGD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Validation split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Early stopping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 trial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split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대비 분포와 유의성 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쓰지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선택한 설정을 최종 평가한다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3-5, Sec. 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27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search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설정을 공유하지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 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 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독립적인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200-trial search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2391480"/>
                <a:gridCol w="239148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 group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IAM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JSB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Vanilla 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trials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trials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trials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 removal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removal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CIFG·NP·FGR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9×200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9×200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9×200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budget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주되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hyperparameter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조합을 찾도록 허용했다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5, Sec. IV-D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search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표본화한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검색 분포까지 결과의 조건이므로 범위 밖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성능을 추론할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391480"/>
                <a:gridCol w="250020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Hyperparameter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Hidden blocks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Log-uniform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20-200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Log-uniform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10⁻⁶-10⁻²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Momentum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1−log-uniform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0.01-1.0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noise 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Gaussian regularization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TIMIT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Boolean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Momentum·clipping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protocol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budget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뿐 아니라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분포와 범위에 의존한다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5, Sec. IV-D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protocol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고정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외 차이를 줄이기 위해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initialization, optimizer,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종료 규칙을 맞춘다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50004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BPTT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1997 truncated training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SGD, Nesterov momentum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Modern optimizer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Initialization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Normal, standard deviation 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150 epochs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 epochs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Validation early stopping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끼리 수를 강제 동일화하지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효율 차이를 허용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같게 맞추지 않은 것은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활용 방식이 다르기 때문이다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4-5, Secs. IV-B and IV-D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3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읽는 두 층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200 trial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validation-selected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10%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질문에 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All 200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space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 분포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Top 10%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Validation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 상위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 trial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 boxes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Quartile, whisker, mean, median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Welch test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vanilla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Bonferroni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 8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검정의 다중 비교 보정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best trial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분포와 보정된 평균 차이가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결론의 근거다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5-6, Fig. 3 and Sec. 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주요 결론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유일한 승자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없었다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평가한 여덟 변화 중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vanilla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전반적으로 유의하게 개선한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없었다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NFG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NOAF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모두에서 성능을 유의하게 악화시켰다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CIFG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평균 성능을 유의하게 낮추지 않으면서 구조를 단순화했다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FGR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TIMIT·IAM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유의한 개선이 없고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JSB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더 나빴다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8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NIG·NOG·NIAF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효과는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domain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달랐다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최종 강조는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forget gate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activation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중요성이다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None of eight variants significantly improved vanilla under this evaluation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1, 6 and 10, Abstract and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효과는 공통 결과와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차이로 나뉜다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dataset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악화와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domain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에서만 보인 악화를 분리해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2174040"/>
                <a:gridCol w="1739160"/>
                <a:gridCol w="21740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IAM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JSB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NFG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 gate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squash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NIG·NOG·NIAF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유의한 영향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Domain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CIFG·NP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 차이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단순화 후보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FGR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유의한 개선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Forget 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activation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공통 악화가 가장 일관된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6-7, Sec. V-A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CIFG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실용적 후보로 남은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유의한 개선은 아니지만 구조를 줄이면서 평가 성능을 유의하게 낮추지 않았다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935080"/>
                <a:gridCol w="315252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줄이는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 gate 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 차이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coupling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peephole 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 차이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Peephole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생략 가능성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Vanilla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유의한 향상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단순화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Simpler without significant decline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better than vanilla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같은 문장이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6 and 10, Sec. V-A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Best trial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숫자는 방향 확인용이다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Validation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고른 단일 최고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논문의 주 비교나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state-of-the-art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주장이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261240"/>
                <a:gridCol w="173916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Best trial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29.6% classification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CIFG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Published best 26.9%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IAM Online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9.26% CER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preprocessing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결과와 직접 비교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JSB Chorales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8.38 NLL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NIAF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Published 5.56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높은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Rough orientation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결론과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Best trial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이름을 전체 실험의 우승자로 바꾸면 논문의 통계 결론과 충돌한다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5, opening of Sec. 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fANOVA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중요도 지도로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trials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성능 예측 모델을 만들고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배분한다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trials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Hyperparameter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performance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Regression forest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tree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prediction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평균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Marginalization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평균내 한 축의 효과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Variance split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Individual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interaction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기여로 분해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Importance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 space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안의 예측 성능 변동 비율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fANOVA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중요도는 탐색 범위의 예측 성능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비율이며 인과 효과가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p. 7, Sec. 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Hyperparameter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중요도 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Learning 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가장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설명했고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size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그다음이었다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23972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2/3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먼저 맞출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Hidden 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번째로 중요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크면 좋아지나 수익 감소와 시간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noise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에만 중간 범위 도움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IAM·JSB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대체로 해로움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Momentum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SGD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설정에서 중요도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Interactions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5-20% variance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higher-order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영향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Momentum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낮은 중요도는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SGD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learning-rate scaling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 묶인다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7-10, Figs. 4-6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approximately independent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뜻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 interaction residual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작고 뚜렷한 구조가 없었다는 실용적 관찰이다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239720"/>
                <a:gridCol w="369612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행동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말하면 안 되는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pair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rate×size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먼저 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설정에서 완전 독립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Interaction map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뚜렷한 구조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대략 순차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정확히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interaction 5-20%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effect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보면 충분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IAM·JSB optimum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범위 밖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Search 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재검토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범위가 최적을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Approximately independent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탐색 절약 지침이며 수학적 독립성 증명이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7-10, Figs. 5-6 and footnote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논문에서 도출되는 조건부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Search budget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줄이려면 가장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main effect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coarse-to-fine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확인한다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Small network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빠르게 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rate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시험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Coarse search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높은 값부터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배씩 낮춰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basin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Choose rate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성능이 좋고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빠른 상단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Increase size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Diminishing return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시간 비용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Task-specific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재검증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순서는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sampled range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SGD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얻은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heuristic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7 and 10, Sec. V-B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증거의 적용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대규모 실험이어도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architecture, task, optimizer, search range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밖으로 자동 일반화되지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Vanilla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isolated change 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변화를 결합한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음성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온라인 필기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·polyphonic music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domain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BPTT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SGD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modern recipe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Search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조합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 trials,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지정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넓은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·compute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 AMD Opteron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accelerator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Forget gate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중요성은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경험적 결과이며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정리는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3-5 and 10, Evaluation Setup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Odyssey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가져갈 네 가지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역사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설계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통계 해석을 함께 기억해야 결론이 정확하다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8153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zₜiₜ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cₜ₋₁fₜ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합이고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h(cₜ)oₜ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History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1997 original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 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peephole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없다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 searches, 5,400 runs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one-change variant 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Vanilla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 없음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NFG·NOAF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악화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결론은 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sampled search space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조건부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가치는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winner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선정보다 구성요소와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tuning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직관을 통제 실험으로 검증한 데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arxiv-pdf pp. 1-10, synthesis of main results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슬라이드의 논문 위치 표시는 공개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arXiv v2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IEEE-layout 12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쪽 판본을 기준으로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239720"/>
                <a:gridCol w="6631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arXiv:1503.04069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Version history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공개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abstract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v2 PDF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variant,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Figure 3-6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page locator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IEEE DOI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journal publication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식별자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기술 주장과 수치는 공개 원문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page locator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확인할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 version record; arxiv-pdf pp. 1-12; doi article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2026-09-12T04:32:52Z</dcterms:created>
  <dc:creator>Research Seminars</dc:creator>
  <dc:description/>
  <dc:language>ko-KR</dc:language>
  <cp:lastModifiedBy>Research Seminars</cp:lastModifiedBy>
  <dcterms:modified xsi:type="dcterms:W3CDTF">2026-09-12T04:32:52Z</dcterms:modified>
  <cp:revision>1</cp:revision>
  <dc:subject>LSTM: A Search Space Odyssey</dc:subject>
  <dc:title>LSTM: A Search Space Odyssey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32</vt:r8>
  </property>
  <property fmtid="{D5CDD505-2E9C-101B-9397-08002B2CF9AE}" pid="3" name="PresentationFormat">
    <vt:lpwstr>On-screen Show (16:9)</vt:lpwstr>
  </property>
  <property fmtid="{D5CDD505-2E9C-101B-9397-08002B2CF9AE}" pid="4" name="Slides">
    <vt:r8>32</vt:r8>
  </property>
</Properties>
</file>