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B04E0169-17F4-4580-8447-AD6CFD89F67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User-Centric MEC: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협력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분산 오프로딩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Qin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preprint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교육용으로 소개한다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출발점은 셀 가장자리 사용자가 약한 하나의 기지국에 의존하지 않도록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사용자별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협력 수신하고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맡는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UCMEC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title, abstract, 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Towards Decentralized Task Offloading and Resource Allocation in User-Centric MEC, arXiv:2312.01499v1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https://arxiv.org/abs/2312.01499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854CD67-BACE-4CE5-A546-546688B90A4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문제의 시작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무선 품질과 계산 지연은 함께 움직인다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conventional cellular 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셀 가장자리 사용자가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severe interference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signal attenuation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throughput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failure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겪는 문제에서 시작한다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UCMEC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cooperative 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결과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fronthaul contention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resource competition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새로 생긴다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1-2, Introduction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Towards Decentralized Task Offloading and Resource Allocation in User-Centric MEC, arXiv:2312.01499v1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https://arxiv.org/abs/2312.01499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DCAD7F4-3D33-40C1-815B-84A5A598F6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UCMEC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실제 데이터 경로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그림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 UCMEC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single-antenna user,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multi-antenna AP, MEC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통합된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RF transmission and channel estimation, 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signal decoding and task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담당한다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Access 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fronthaul 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frequency division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분리한다고 가정한다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3, Fig. 1 and Network Model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Towards Decentralized Task Offloading and Resource Allocation in User-Centric MEC, arXiv:2312.01499v1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https://arxiv.org/abs/2312.01499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E510FD6-D251-498B-9AE6-941F0F88C5D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누가 무엇을 결정하는가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오프로딩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indicator omega_mk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data-transmission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P^a={0,0.2,0.4,...,pmax}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discrete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정한다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CPU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sum_m c_mk=C_k^e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만족하도록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computing 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분배한다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5-6, Eqs. (17), (24b)-(24g)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Towards Decentralized Task Offloading and Resource Allocation in User-Centric MEC, arXiv:2312.01499v1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https://arxiv.org/abs/2312.01499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87A9DB7-F8AF-4088-BD0D-6ED42F42E7C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지연은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 branch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생긴다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분할될 수 없다고 선언하고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omega_mk=1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아니면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정의한다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의도상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 branch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하나가 활성이다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T_f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 Phi_m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AP-to-CPU transmission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T_o=T_a+T_f+T_e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(23)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max(T_l,T_o)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 branch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고르는 표현으로 읽어야 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alternative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동시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(18)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인쇄된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sum_k(1-omega_mk) local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K&gt;1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의미와 맞지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no-offload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 남는다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자연스러운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(1-sum_k omega_mk)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조용히 바꾸지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표기 모순으로 보존한다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6, Eqs. (18)-(23)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Towards Decentralized Task Offloading and Resource Allocation in User-Centric MEC, arXiv:2312.01499v1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https://arxiv.org/abs/2312.01499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6E1E63F-00FB-40A3-8F92-3FE691E4000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최적화 문제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P1: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긴 시간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최소화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 horizon 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(1/MT) sum_t sum_m T_m(t)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최소화한다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제약은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 uniqueness, CPU capacity, discrete power, fixed cluster size Xi, deadline tau_c, nonnegative CPU allocation, binary omega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NP-hard mixed integer nonlinear programming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설명한다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6, Problem P1, Eq. (24)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Towards Decentralized Task Offloading and Resource Allocation in User-Centric MEC, arXiv:2312.01499v1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https://arxiv.org/abs/2312.01499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48640CD-B4D1-4451-AD83-1F28D5ACC02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해법의 분해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이산 선택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convex solver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share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먼저 정하면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computing resource allocation subproblem 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P3/P4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변형한다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convex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CVXPY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풀 수 있다고 적는다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RL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선택한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discrete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평가하기 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optimality claim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아니다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6-7, P2-P4 and convexity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Towards Decentralized Task Offloading and Resource Allocation in User-Centric MEC, arXiv:2312.01499v1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https://arxiv.org/abs/2312.01499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2E4022A-CACE-4B28-A448-0B090EBFAA3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비협력 모드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IPPO: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사용자를 환경으로 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III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selfish 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information exchange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Local observation equation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o_m={D_m,rho_m,a_m(t-1)}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제시되며 본문은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prior total latency history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언급한다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data-transmission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negative delay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deadline-related 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penalty sign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해석을 일반화하지 않고 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definition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범위로 설명한다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7-9, Sec. III-A and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Towards Decentralized Task Offloading and Resource Allocation in User-Centric MEC, arXiv:2312.01499v1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https://arxiv.org/abs/2312.01499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BEBD74C-056A-4F62-846D-E1846D49D19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MAPPO: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전체로 훈련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local 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실행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IV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cooperative case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centralized training and decentralized execution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채택한다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Local observation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자신과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previous decision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prior average total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포함하도록 확장된다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centralized 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지원하고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 parameters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전송한다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 단계에서는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만든다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9-11, Sec. IV-A and Fig.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Towards Decentralized Task Offloading and Resource Allocation in User-Centric MEC, arXiv:2312.01499v1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https://arxiv.org/abs/2312.01499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5018F14-2098-42D3-AFC6-CE7D7C65A0D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IPPO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무엇이 다른가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MAPPO cooperative case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information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better strategy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얻을 수 있으나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centralized critic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offline training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길다고 해석한다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configured simulator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method implementations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signalling overhead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deployment feasibility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정량 보장을 의미하지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10-11, Sec. IV; p. 14, Fig. 4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Towards Decentralized Task Offloading and Resource Allocation in User-Centric MEC, arXiv:2312.01499v1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https://arxiv.org/abs/2312.01499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F1AB256-F9B2-4A7E-8ADD-5BB97DC78B8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언제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빠른가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교육용으로 새로 계산한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K=1 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local action omega=0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T_l=2.00 s, T_o=0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 action omega=1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T_l=0, T_o=0.65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(23)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2.00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0.65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동시에 활성화해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max(2.00,0.65)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취하지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T_a=D/r_a, T_f=D/r_f, T_e=D rho/c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단순화했다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T_f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AP-to-CPU delay maximum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effective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놓았다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K=1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(18)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다중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-CPU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인쇄 표기 모순을 피하기 위한 범위다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experiment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quality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수치가 아니다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6, Eqs. (18)-(23)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Towards Decentralized Task Offloading and Resource Allocation in User-Centric MEC, arXiv:2312.01499v1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https://arxiv.org/abs/2312.01499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2994C59-621A-4E5B-86E2-F42B1C9747F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어떤 환경에서 비교됐는가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V-A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900×900 m² square area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무작위 배치하고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3 CPUs, CPU capacity 10-20 GHz, local capacity 2-5 GHz, task data 50-100 KB, computation density 500-1000 cycles/bit, access carrier 1.9 GHz and 20 MHz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명시한다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Python 3.10, PyTorch 1.12, RTX 3080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offline setup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수행했다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11-13, Sec. V-A, Table 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Towards Decentralized Task Offloading and Resource Allocation in User-Centric MEC, arXiv:2312.01499v1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https://arxiv.org/abs/2312.01499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6819097-CEB4-4069-B54A-B2888A4EECE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Fig. 4: convergence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time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4(a)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users and 50 APs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convergence 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Fig. 4(b)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50,000 steps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offline training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비교한다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PPO based schemes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about 3,000 episodes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IL based IPPO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nearly equivalent convergence behavior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보인다고 서술한다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CTDE central 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information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처리하므로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든다고 해석한다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13-14, Fig. 4 and Sec. V-C1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Towards Decentralized Task Offloading and Resource Allocation in User-Centric MEC, arXiv:2312.01499v1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https://arxiv.org/abs/2312.01499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F864E3F-A725-4F72-9490-81005DDE36E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Fig. 5: access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협력의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sweep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uplink transmission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users, APs, maximum power, AP cluster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비교한다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Proposed (Coop)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해당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sweep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7.31%-208.76%, 12.88%-326.99%, 8.13%-227.94%, 10.05%-343.56% rate increase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얻는다고 적는다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범위 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위치를 분리하지 않으면 이 값을 보편적인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오독하기 쉽다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14-15, Fig. 5 and Sec. V-C2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Towards Decentralized Task Offloading and Resource Allocation in User-Centric MEC, arXiv:2312.01499v1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https://arxiv.org/abs/2312.01499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21FEF1C-731D-4BD1-9D64-47EB0DF88DF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Fig. 6: AP·power·cluster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trade-off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long-term average total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같은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sweep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비교한다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count, AP count, maximum power, cluster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Proposed (Coop)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delay decrease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범위를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8.33%-35.06%, 19.59%-45.57%, 16.74%-42.79%, 16.31%-38.24%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Maximum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넘은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 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거의 없다고 한 관찰은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6(c)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sweep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맥락이다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15, Fig. 6 and Sec. V-C3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Towards Decentralized Task Offloading and Resource Allocation in User-Centric MEC, arXiv:2312.01499v1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https://arxiv.org/abs/2312.01499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B3F12B3-A735-465F-8AB5-575488F42FA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논문이 보여 주지 않는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dynamic wireless environment and user demand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MADRL and convex optimization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decentralized schemes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제안하고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비교한다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Theorem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constraint satisfaction, formal robustness, or universal deployment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제시하지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Xi size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modelled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되어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arbitrary cluster-selection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덧붙이지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2, 6, 9-11, 15-16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Towards Decentralized Task Offloading and Resource Allocation in User-Centric MEC, arXiv:2312.01499v1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https://arxiv.org/abs/2312.01499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A053C99-AAA1-4B84-A583-AD1BCBE9855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wireless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발표를 마무리하며 세 가지를 구분한다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UCMEC 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역할 분리다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optimization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discrete offload and power 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continuous CPU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결합한다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셋째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collaborative information and training 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Fig. 4-6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수치는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stated simulation conditions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읽는다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abstract; pp. 6-11, 13-16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Towards Decentralized Task Offloading and Resource Allocation in User-Centric MEC, arXiv:2312.01499v1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https://arxiv.org/abs/2312.01499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D6DB977-4CF2-4807-9872-C4D594F0507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User-Centric MEC: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협력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분산 오프로딩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Towards Decentralized Task Offloading and Resource Allocation in User-Centric MEC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Langtian Qin, Hancheng Lu, Yuang Chen, Baolin Chong, Feng Wu (2023)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UCMEC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오프로딩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전력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·CPU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자원을 함께 결정하는 두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PPO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방식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title, abstract, v1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문제의 시작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무선 품질과 계산 지연은 함께 움직인다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약한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access link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오프로딩 자체를 불리하게 만들고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협력 수신은 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fronthaul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부담을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셀 가장자리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fading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inter-cell interference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낮춘다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user-centric cluster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사용자마다 여러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uplink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받는다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wireless fronthaul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받은 신호를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전달해야 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공동 제어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offload·power·CPU share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delay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바꾼다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좋은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access rate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만으로 끝나지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fronthaul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자원까지 같은 결정을 통해 연결된다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1-2, Introduction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UCMEC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실제 데이터 경로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RF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신호와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 estimation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맡고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CPU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processing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맡는다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사용자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size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cycles/bit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주어진다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cluster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선택된 여러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collaborative uplink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수신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mmWave fronthaul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신호를 선택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전달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CPU + MEC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signal decoding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computing resource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배분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‘AP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계산’ 모델이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AP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역할 및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access·fronthaul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주파수는 분리된다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3, Fig. 1 and Network Model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누가 무엇을 결정하는가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discrete offload·power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CPU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연속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computing share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담당한다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608920"/>
                <a:gridCol w="2935080"/>
                <a:gridCol w="3152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형태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핵심 제약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cluster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system model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cluster size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오프로딩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 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사용자는 최대 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uplink power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P^a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discrete level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전력 집합 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 share c_mk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연속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allocation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합은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C_k^e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전력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·destination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RL action, CPU share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고정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아래의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convex subproblem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5-6, Eqs. (17), (24b)-(24g)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지연은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 branch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생긴다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분할하지 않는다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local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access→fronthaul→edge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중 선택한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branch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지연을 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630440"/>
                <a:gridCol w="3261240"/>
                <a:gridCol w="336996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느려지는 원인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D×cycles/bit ÷ local CPU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capacity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(18)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access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 ÷ uplink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fading·uplink interference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(19)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fronthaul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가장 느린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link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AP-CPU 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interference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(20)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D×cycles/bit ÷ c_mk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 share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(21)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total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active branch delay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Eqs. (22)-(23)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택한 경우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access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빨라도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fronthaul·CPU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병목으로 지연이 커질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6, Eqs. (18)-(23)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 최적화 문제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긴 시간 평균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delay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최소화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빠르게 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아니라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동적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channel·task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상태에서 평균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total delay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줄인다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목적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(M×T)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평균한 모든 사용자의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total delay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최소화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binary choice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omega_mk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1, user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당 최대 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resource feasibility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share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·power set·cluster size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지킨다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deadline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T_m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coherence time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넘으면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discard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binary·discrete·continuous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변수가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delay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통해 얽힌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nonconvex MINLP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6, Problem P1, Eq. (24)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해법의 분해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RL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이산 선택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convex solver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share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P1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전체를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closed-form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푸는 것이 아니라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관측된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allocation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분리한다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관측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size·density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과거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action·delay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입력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0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PPO action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 destination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P2/P4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resource allocation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푼다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feedback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delay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convex solver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전체가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아래의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allocation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6-7, P2-P4 and convexity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비협력 모드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IPPO: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사용자를 환경으로 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정보 공유가 어렵거나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malicious behavior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가능성이 있을 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자기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PPO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독립 학습한다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observation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D·density rho·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직전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actor action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discrete data power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system response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간섭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·fronthaul·CPU share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delay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결정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independent update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자기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PPO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갱신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IPPO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분산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내지만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peer policy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변화가 내 환경을 바꾸는 비정상성을 남긴다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7-9, Sec. III-A and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MAPPO: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전체로 훈련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local actor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실행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node collaboration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가능하고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malicious behavior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확률이 낮다는 조건에서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CTDE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정보 공유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observation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previous 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모은다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central critic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global state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joint 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평가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actor update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업데이트한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actor parameter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에게 보낸다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distributed execution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actor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6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MAPPO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centralization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critic training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한정된다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actor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9-11, Sec. IV-A and Fig.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IPPO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MAPPO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무엇이 다른가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UCMEC control problem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대해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정보 공유 가능성에 따라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training architecture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달라진다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2826360"/>
                <a:gridCol w="369612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IPPO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MAPPO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non-cooperative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collaboration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·low malicious probability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성능 순위의 보편 법칙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정보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observation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central critic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global state·joint 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execution input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구분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actor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local actor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MAPPO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centralized execution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offline cost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완전 분산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global information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조건부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training-time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협력은 더 넓은 학습 정보를 쓰지만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offline training cost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높인다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10-11, Sec. IV; p. 14, Fig. 4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trace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언제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 path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더 빠른가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K=1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한정한 별도 계산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binary 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각각 평가한다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043800"/>
                <a:gridCol w="326124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active branch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(23) total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K=1, D=2 Mbit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Mbit × 500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1.0e9 cycles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omega=0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T_l 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1.0e9 ÷ 0.5e9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 omega=1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T_a+T_f+T_e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0.10+0.05+0.50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0.65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comparison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 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2.00-0.65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 1.35 s faster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K=1 toy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 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1.35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 빠르다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6, Eqs. (18)-(23)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실험은 어떤 환경에서 비교됐는가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그래프의 차이는 특정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simulator, task range, AP·CPU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구성과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PPO setting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조건부다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847880"/>
                <a:gridCol w="3261240"/>
                <a:gridCol w="304380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900×900 m², 3 CPUs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users·AP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sweep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deployment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측정이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 10-20 GHz, local 2-5 GHz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50-100 KB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density 500-1000 cycles/bit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wireless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access 1.9 GHz, 20 MHz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maximum power 100 mW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채널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·fronthaul model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300 steps/episode, 2×64 hidden layers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PPO lr 5e-4, gamma .99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offline simulator training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수치적 우위는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simulator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조건의 평균 성능이며 다른 환경에 자동 이식되지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11-13, Sec. V-A, Table 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4: convergence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time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10 users, 50 AP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설정에서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PPO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계열은 약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3000 episodes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부근에서 안정화되는 모습을 보인다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Proposed / CBO / MPO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PPO policy clipping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비교적 안정적인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curve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IQL / MADDPG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 그림에서 더 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fluctuation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IPPO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MAPPO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유사한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convergence behavior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2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CTDE cost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global critic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때문에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MAPPO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offline training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더 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그림은 이 구현의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learning behavior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이지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workload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convergence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보장은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13-14, Fig. 4 and Sec. V-C1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5: access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협력의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이득은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sweep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Proposed (Coop)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최대 비교 이득은 원문이 서로 다른 축과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보고한 범위다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500200"/>
                <a:gridCol w="27176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sweep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최대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 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AP=50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7.31%-208.76%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사용자가 늘면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interference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커져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users=10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12.88%-326.99%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많은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serving 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fading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효과를 완화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maximum power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users=10, AP=50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8.13%-227.94%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feasible power range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넓어짐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cluster size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CBO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clustering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10.05%-343.56%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diversity gain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비교 조건을 함께 봐야 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343.56%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전체 평균이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5 cluster-size sweep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최대 비교 값이다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14-15, Fig. 5 and Sec. V-C2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6: AP·power·cluster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모두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trade-off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협력은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delay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낮출 수 있지만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더 많은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cluster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언제나 같은 폭으로 이득을 주지는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3152520"/>
                <a:gridCol w="3369960"/>
                <a:gridCol w="22827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조건부 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19.59%-45.57% delay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access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fronthaul delay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낮춤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configured model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sweep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 W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이후 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delay gain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올라가도 한계효용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 mW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setting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구분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cluster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16.31%-38.24% delay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access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이득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fronthaul request·interference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diminishing gain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8.33%-35.06%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CPU·fronthaul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경쟁이 커짐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절대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delay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낮아진다는 뜻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협력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access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이득은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fronthaul overhead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상쇄할 수 있지만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cluster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확대 이득은 줄어든다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15, Fig. 6 and Sec. V-C3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논문이 보여 주지 않는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method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범위와 실험적 주장 사이를 분명히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478680"/>
                <a:gridCol w="369612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다룬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덱에서 말하지 않는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simulated UCMEC uplink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field deployment throughput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channel·task model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offline PPO training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safety·deadline guarantee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 penalty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formal guarantee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 Xi AP cluster model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cluster selection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자체의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optimal policy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cluster size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Xi constraint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cooperation conditions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악의적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있는 환경의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robustness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MAPPO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low malicious probability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조건을 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기여는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UCMEC simulator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joint control design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넓은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deployment guarantee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2, 6, 9-11, 15-16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wireless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compute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loop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UCMEC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핵심은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협력만이 아니라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그로 인해 생긴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fronthaul·CPU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경쟁까지 관측과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반영하는 것이다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문제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cellular MEC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약한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access link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effect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1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2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user-specific AP cluster → fronthaul → CPU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PPO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offload·power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convex CPU allocation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2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IPPO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CTDE MAPPO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collaboration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가능성에 맞춤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6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7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조건부지만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access·fronthaul·edge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control loop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넣은 것이 핵심이다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9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abstract; pp. 6-11, 13-16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2026-09-12T07:51:31Z</dcterms:created>
  <dc:creator>Research Seminars</dc:creator>
  <dc:description/>
  <dc:language>ko-KR</dc:language>
  <cp:lastModifiedBy>Research Seminars</cp:lastModifiedBy>
  <dcterms:modified xsi:type="dcterms:W3CDTF">2026-09-12T07:51:31Z</dcterms:modified>
  <cp:revision>1</cp:revision>
  <dc:subject>Towards Decentralized Task Offloading and Resource Allocation in User-Centric MEC</dc:subject>
  <dc:title>User-Centric MEC: 협력 AP와 분산 오프로딩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17</vt:r8>
  </property>
  <property fmtid="{D5CDD505-2E9C-101B-9397-08002B2CF9AE}" pid="3" name="PresentationFormat">
    <vt:lpwstr>On-screen Show (16:9)</vt:lpwstr>
  </property>
  <property fmtid="{D5CDD505-2E9C-101B-9397-08002B2CF9AE}" pid="4" name="Slides">
    <vt:r8>17</vt:r8>
  </property>
</Properties>
</file>