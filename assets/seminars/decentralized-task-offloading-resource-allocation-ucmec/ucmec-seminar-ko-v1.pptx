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User-Centric MEC: 협력 AP와 분산 오프로딩
발표 대본
이 자료는 Qin 등 5인의 2023년 preprint를 교육용으로 소개한다. 출발점은 셀 가장자리 사용자가 약한 하나의 기지국에 의존하지 않도록, 사용자별 AP cluster가 uplink를 협력 수신하고 CPU가 decoding과 task processing을 맡는 UCMEC다.
공개 출처
arxiv-v1 | title, abstract, v1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문제의 시작: 무선 품질과 계산 지연은 함께 움직인다
발표 대본
논문은 conventional cellular MEC에서 셀 가장자리 사용자가 severe interference와 signal attenuation 때문에 낮은 throughput 또는 offloading failure를 겪는 문제에서 시작한다. UCMEC는 AP cluster의 cooperative uplink를 쓰지만, 그 결과 fronthaul contention과 CPU resource competition도 새로 생긴다.
공개 출처
arxiv-v1 | pp. 1-2, Introduction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UCMEC의 실제 데이터 경로
발표 대본
논문 그림 1의 uplink UCMEC에서 M명의 single-antenna user, N개의 multi-antenna AP, MEC server가 통합된 K개의 CPU를 둔다. AP는 RF transmission and channel estimation, CPU는 signal decoding and task processing을 담당한다. Access link와 fronthaul link는 frequency division으로 분리한다고 가정한다.
공개 출처
arxiv-v1 | p. 3, Fig. 1 and Network Model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slot마다 누가 무엇을 결정하는가
발표 대본
오프로딩 indicator omega_mk는 user m이 CPU k로 task를 offload할 때 1이다. 각 user는 한 CPU에만 offload할 수 있으며, data-transmission power는 P^a={0,0.2,0.4,...,pmax}의 discrete set에서 정한다. CPU k는 sum_m c_mk=C_k^e를 만족하도록 computing resource를 분배한다.
공개 출처
arxiv-v1 | pp. 5-6, Eqs. (17), (24b)-(24g)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지연은 local 또는 offload branch에서 생긴다
발표 대본
원문은 task가 분할될 수 없다고 선언하고 omega_mk=1이면 CPU k로 offload, 아니면 local로 정의한다. 따라서 의도상 local 또는 offload branch 하나가 활성이다. T_f는 cluster Phi_m 내 AP-to-CPU transmission delay의 maximum이며 T_o=T_a+T_f+T_e다. Eq. (23)의 max(T_l,T_o)는 이 binary 선택의 active branch를 고르는 표현으로 읽어야 하며, 두 alternative의 동시 completion time이 아니다. 단 Eq. (18)은 인쇄된 sum_k(1-omega_mk) local term이라 K&gt;1에서 binary 의미와 맞지 않는다: no-offload면 local term이 K번, 한 CPU offload면 K-1번 남는다. 자연스러운 (1-sum_k omega_mk)로 조용히 바꾸지 않고, 원문의 표기 모순으로 보존한다.
공개 출처
arxiv-v1 | p. 6, Eqs. (18)-(23)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원문 최적화 문제 P1: 긴 시간 평균 delay 최소화
발표 대본
P1은 time horizon T에서 (1/MT) sum_t sum_m T_m(t)를 최소화한다. 제약은 offload uniqueness, CPU capacity, discrete power, fixed cluster size Xi, deadline tau_c, nonnegative CPU allocation, binary omega다. 논문은 이를 NP-hard mixed integer nonlinear programming problem으로 설명한다.
공개 출처
arxiv-v1 | p. 6, Problem P1, Eq. (24)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해법의 분해: RL이 이산 선택, convex solver가 CPU share
발표 대본
논문은 power와 offloading decision을 먼저 정하면 computing resource allocation subproblem P2를 만들고, 이를 P3/P4로 변형한다. P4는 convex problem이며 CVXPY로 풀 수 있다고 적는다. 이 결과는 RL policy가 선택한 discrete action을 평가하기 위한 allocation이며 P1 전체에 대한 global optimality claim은 아니다.
공개 출처
arxiv-v1 | pp. 6-7, P2-P4 and convexity discussion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비협력 모드 IPPO: 다른 사용자를 환경으로 본다
발표 대본
Section III에서 각 selfish user는 information exchange 없이 agent가 된다. Local observation equation은 o_m={D_m,rho_m,a_m(t-1)}로 제시되며 본문은 prior total latency history도 언급한다. Action은 CPU decision과 data-transmission power다. Reward는 negative delay 및 deadline-related penalty를 사용한다. 식의 penalty sign 해석을 일반화하지 않고 원문의 reward definition 범위로 설명한다.
공개 출처
arxiv-v1 | pp. 7-9, Sec. III-A and Algorithm 1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MAPPO: 전체로 훈련, local actor로 실행
발표 대본
Section IV는 cooperative case에서 centralized training and decentralized execution을 채택한다. Local observation은 자신과 다른 users의 previous decision 및 prior average total delay를 포함하도록 확장된다. CPU는 centralized critic으로 global state와 action을 이용해 actor update를 지원하고 actor parameters를 전송한다. 실행 단계에서는 user가 local actor로 action을 만든다.
공개 출처
arxiv-v1 | pp. 9-11, Sec. IV-A and Fig. 3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IPPO와 MAPPO는 무엇이 다른가
발표 대본
원문은 MAPPO cooperative case가 global information으로 better strategy를 얻을 수 있으나 centralized critic 때문에 IPPO보다 offline training time이 길다고 해석한다. 이는 논문의 configured simulator와 method implementations에서의 observation이며, signalling overhead나 deployment feasibility에 대한 정량 보장을 의미하지 않는다.
공개 출처
arxiv-v1 | pp. 10-11, Sec. IV; p. 14, Fig. 4 discussion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계산 trace 예시: 언제 offload path가 더 빠른가
발표 대본
교육용으로 새로 계산한 K=1 trace다. local action omega=0에서는 T_l=2.00 s, T_o=0이고 offload action omega=1에서는 T_l=0, T_o=0.65 s이므로 Eq. (23)의 total은 각각 2.00 s와 0.65 s다. 두 branch를 동시에 활성화해 max(2.00,0.65)를 취하지 않는다. T_a=D/r_a, T_f=D/r_f, T_e=D rho/c로 단순화했다. 실제 원문 T_f는 cluster의 AP-to-CPU delay maximum이며, 여기서는 0.05초인 effective rate로 놓았다. K=1은 Eq. (18)의 다중-CPU 인쇄 표기 모순을 피하기 위한 범위다. 실제 experiment result나 policy quality 수치가 아니다.
공개 출처
arxiv-v1 | p. 6, Eqs. (18)-(23)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실험은 어떤 환경에서 비교됐는가
발표 대본
Section V-A는 900×900 m² square area에 AP와 user를 무작위 배치하고, 3 CPUs, CPU capacity 10-20 GHz, local capacity 2-5 GHz, task data 50-100 KB, computation density 500-1000 cycles/bit, access carrier 1.9 GHz and 20 MHz를 명시한다. Training은 Python 3.10, PyTorch 1.12, RTX 3080 등의 offline setup에서 수행했다.
공개 출처
arxiv-v1 | pp. 11-13, Sec. V-A, Table II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Fig. 4: convergence와 training time
발표 대본
원문 Fig. 4(a)는 10 users and 50 APs에서 convergence performance를, Fig. 4(b)는 50,000 steps의 offline training time을 비교한다. 저자는 PPO based schemes가 about 3,000 episodes에서 converge하고, IL based IPPO가 MAPPO와 nearly equivalent convergence behavior를 보인다고 서술한다. CTDE central critic은 global information을 처리하므로 training cost가 더 든다고 해석한다.
공개 출처
arxiv-v1 | pp. 13-14, Fig. 4 and Sec. V-C1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Fig. 5: access 협력의 rate 이득은 sweep마다 다르다
발표 대본
Fig. 5는 average uplink transmission rate를 users, APs, maximum power, AP cluster size에 대해 비교한다. 원문은 Proposed (Coop)이 해당 네 sweep에서 각각 maximum 7.31%-208.76%, 12.88%-326.99%, 8.13%-227.94%, 10.05%-343.56% rate increase를 얻는다고 적는다. 범위 안의 comparator와 parameter 위치를 분리하지 않으면 이 값을 보편적인 gain으로 오독하기 쉽다.
공개 출처
arxiv-v1 | pp. 14-15, Fig. 5 and Sec. V-C2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Fig. 6: AP·power·cluster에는 모두 trade-off가 있다
발표 대본
Fig. 6은 long-term average total delay를 같은 네 parameter sweep에서 비교한다. 원문은 user count, AP count, maximum power, cluster size에 대해 Proposed (Coop)의 maximum delay decrease 범위를 각각 8.33%-35.06%, 19.59%-45.57%, 16.74%-42.79%, 16.31%-38.24%로 쓴다. Maximum power가 0.2 W를 넘은 뒤 delay gain이 거의 없다고 한 관찰은 Fig. 6(c)의 sweep 맥락이다.
공개 출처
arxiv-v1 | p. 15, Fig. 6 and Sec. V-C3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이 논문이 보여 주지 않는 것
발표 대본
원문은 dynamic wireless environment and user demand에 맞춰 MADRL and convex optimization 기반 decentralized schemes를 제안하고 simulation으로 비교한다. Theorem 형태의 online constraint satisfaction, formal robustness, or universal deployment guarantee는 제시하지 않는다. 또한 AP cluster는 user별 Xi size constraint로 modelled되어 있고, 이 자료는 arbitrary cluster-selection algorithm을 덧붙이지 않는다.
공개 출처
arxiv-v1 | pp. 2, 6, 9-11, 15-16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핵심: wireless와 compute를 한 loop에
발표 대본
발표를 마무리하며 세 가지를 구분한다. 첫째, UCMEC architecture는 AP cluster와 CPU의 역할 분리다. 둘째, optimization은 discrete offload and power decision과 continuous CPU allocation을 결합한다. 셋째, IPPO와 MAPPO의 차이는 collaborative information and training architecture이며, Fig. 4-6의 수치는 논문의 stated simulation conditions 안에서 읽는다.
공개 출처
arxiv-v1 | abstract; pp. 6-11, 13-16
Towards Decentralized Task Offloading and Resource Allocation in User-Centric MEC, arXiv:2312.01499v1
https://arxiv.org/abs/2312.01499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User-Centric MEC: 협력 AP와 분산 오프로딩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Towards Decentralized Task Offloading and Resource Allocation in User-Centric MEC</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Langtian Qin, Hancheng Lu, Yuang Chen, Baolin Chong, Feng Wu (2023)</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UCMEC에서 오프로딩·전력·CPU 자원을 함께 결정하는 두 PPO 방식</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title, abstract, v1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문제의 시작: 무선 품질과 계산 지연은 함께 움직인다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약한 access link는 오프로딩 자체를 불리하게 만들고, 협력 수신은 새 fronthaul 부담을 만든다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셀 가장자리</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fading과 inter-cell interference가 rate를 낮춘다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user-centric cluster</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사용자마다 여러 AP가 uplink를 함께 받는다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wireless fronthaul</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AP가 받은 신호를 CPU로 전달해야 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제어</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offload·power·CPU share가 delay를 함께 바꾼다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access rate만으로 끝나지 않는다. fronthaul와 CPU 자원까지 같은 결정을 통해 연결된다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1-2, Introduction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UCMEC의 실제 데이터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AP는 RF 신호와 channel estimation을 맡고, CPU는 decoding과 task processing을 맡는다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사용자 task</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slot에 data size와 cycles/bit가 주어진다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AP cluster</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여러 AP가 collaborative uplink를 수신</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mmWave fronthaul</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cluster의 신호를 선택 CPU로 전달</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CPU + MEC</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signal decoding 뒤 computing resource를 배분</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‘AP에서 계산’ 모델이 아니다. AP와 CPU의 역할 및 access·fronthaul 주파수는 분리된다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3, Fig. 1 and Network Model</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slot마다 누가 무엇을 결정하는가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 agent는 discrete offload·power를, CPU는 연속 computing share를 담당한다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609088"/>
                <a:gridCol w="2935224"/>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형태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사용자별 Xi개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size는 Xi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오프로딩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k 선택 또는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사용자는 최대 한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P^a의 discrete level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전력 집합 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share c_mk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CPU의 합은 C_k^e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전력·destination은 RL action, CPU share는 고정 action 아래의 convex subproblem이다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5-6, Eqs. (17), (24b)-(24g)</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지연은 local 또는 offload branch에서 생긴다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task는 분할하지 않는다. local 또는 access→fronthaul→edge 중 선택한 branch의 지연을 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630680"/>
                <a:gridCol w="3261360"/>
                <a:gridCol w="3370072"/>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느려지는 원인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D×cycles/bit ÷ local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local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 ÷ uplink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fading·uplink interference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fronthaul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느린 AP link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AP-CPU rate와 interference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D×cycles/bit ÷ c_mk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share 경쟁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active branch 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또는 offload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Eqs. (22)-(23)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offload를 택한 경우 access가 빨라도 fronthaul·CPU 병목으로 지연이 커질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6, Eqs. (18)-(23)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 최적화 문제 P1: 긴 시간 평균 delay 최소화</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slot만 빠르게 하는 action이 아니라, 매 slot 동적 channel·task 상태에서 평균 total delay를 줄인다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목적</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(M×T)로 평균한 모든 사용자의 total delay 최소화</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binary choice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omega_mk는 0 또는 1, user당 최대 한 CPU</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resource feasibility</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CPU share 합·power set·cluster size를 지킨다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deadline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T_m이 coherence time을 넘으면 task를 discard</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P1은 binary·discrete·continuous 변수가 delay와 rate를 통해 얽힌 nonconvex MINLP다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6, Problem P1, Eq. (24)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해법의 분해: RL이 이산 선택, convex solver가 CPU share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P1 전체를 closed-form으로 푸는 것이 아니라, 관측된 action 아래의 allocation을 분리한다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state 관측</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 size·density와 과거 action·delay를 입력</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PPO action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user가 offload destination과 power를 선택</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P2/P4</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고정 action에서 CPU resource allocation을 푼다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feedback</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실현 delay로 reward와 다음 state를 만든다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convex solver는 P1 전체가 아니라, 고정 action 아래의 CPU allocation을 푼다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6-7, P2-P4 and convexity discussion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비협력 모드 IPPO: 다른 사용자를 환경으로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정보 공유가 어렵거나 malicious behavior 가능성이 있을 때, 각 user가 자기 PPO를 독립 학습한다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observation</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자기 task D·density rho·직전 action을 본다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actor action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CPU 선택과 discrete data power를 낸다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system response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간섭·fronthaul·CPU share가 delay를 결정</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independent update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user가 자기 reward로 PPO를 갱신</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IPPO는 분산 action을 내지만, peer policy 변화가 내 환경을 바꾸는 비정상성을 남긴다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7-9, Sec. III-A and Algorithm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MAPPO: 전체로 훈련, local actor로 실행</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node collaboration이 가능하고 malicious behavior 확률이 낮다는 조건에서 CTDE를 사용한다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정보 공유</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user observation과 previous action을 모은다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central critic</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training 때 global state와 joint action을 평가</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actor update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CPU가 업데이트한 actor parameter를 user에게 보낸다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distributed execution</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online에는 각 user가 local actor로 action을 낸다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MAPPO의 centralization은 critic training에 한정된다. 실행 action은 각 local actor가 낸다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9-11, Sec. IV-A and Fig. 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IPPO와 MAPPO는 무엇이 다른가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UCMEC control problem에 대해, 정보 공유 가능성에 따라 training architecture가 달라진다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826512"/>
                <a:gridCol w="369620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IPPO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MAPPO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non-cooperative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collaboration 가능·low malicious probability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 순위의 보편 법칙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정보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user의 local observation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central critic의 global state·joint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execution input과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user actor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user local actor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MAPPO도 centralized execution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offline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완전 분산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information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4의 조건부 training-time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협력은 더 넓은 학습 정보를 쓰지만 offline training cost를 높인다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10-11, Sec. IV; p. 14, Fig. 4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trace 예시: 언제 offload path가 더 빠른가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K=1로 한정한 별도 계산: 같은 task의 두 binary action을 각각 평가한다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043936"/>
                <a:gridCol w="326136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active branch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Eq. (23) total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K=1, D=2 Mbit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Mbit × 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1.0e9 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omega=0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T_l 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1.0e9 ÷ 0.5e9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omega=1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T_a+T_f+T_e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0.10+0.05+0.50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0.65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2.00-0.65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1.35 s faster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K=1 toy에서 offload action은 local보다 1.35초 빠르다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6, Eqs. (18)-(23)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실험은 어떤 환경에서 비교됐는가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그래프의 차이는 특정 simulator, task range, AP·CPU 구성과 PPO setting에 조건부다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261360"/>
                <a:gridCol w="3043936"/>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900×900 m², 3 CPUs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users·AP 수를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현장 deployment 측정이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10-20 GHz, local 2-5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50-100 KB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density 500-1000 cycles/bit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wireless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access 1.9 GHz, 20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maximum power 100 mW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채널·fronthaul model 가정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 steps/episode, 2×64 hidden layers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PPO lr 5e-4, gamma .99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offline simulator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수치적 우위는 이 simulator 조건의 평균 성능이며 다른 환경에 자동 이식되지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11-13, Sec. V-A,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4: convergence와 training time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10 users, 50 AP 설정에서 PPO 계열은 약 3000 episodes 부근에서 안정화되는 모습을 보인다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Proposed / CBO / MPO</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PPO policy clipping으로 비교적 안정적인 curve</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IQL / MADDPG</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원문 그림에서 더 큰 fluctuation을 보인다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IPPO</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MAPPO와 유사한 convergence behavior를 보인다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CTDE cost</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global critic 때문에 MAPPO의 offline training이 더 길다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그림은 이 구현의 learning behavior이지, 모든 workload의 convergence 보장은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13-14, Fig. 4 and Sec. V-C1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5: access 협력의 rate 이득은 sweep마다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Proposed (Coop)의 최대 비교 이득은 원문이 서로 다른 축과 baseline에서 보고한 범위다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500376"/>
                <a:gridCol w="271780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sweep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고정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최대 rate 이득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7.31%-208.76%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사용자가 늘면 interference가 커져 rate가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users=10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12.88%-326.99%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많은 serving AP가 fading 효과를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maximum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users=10, AP=50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8.13%-227.94%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feasible power range가 넓어짐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CBO는 clustering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10.05%-343.56%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diversity gain과 비교 조건을 함께 봐야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343.56%는 전체 평균이 아니라 Fig. 5 cluster-size sweep의 최대 비교 값이다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14-15, Fig. 5 and Sec. V-C2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6: AP·power·cluster에는 모두 trade-off가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협력은 delay를 낮출 수 있지만, 더 많은 AP 또는 cluster가 언제나 같은 폭으로 이득을 주지는 않는다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152648"/>
                <a:gridCol w="3370072"/>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조건부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수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19.59%-45.57% delay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access와 fronthaul delay를 낮춤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configured model의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 W 이후 추가 delay gain 포화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rate가 올라가도 한계효용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mW 기본 setting과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16.31%-38.24% delay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access 이득, fronthaul request·interference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diminishing gain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8.33%-35.06% 감소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CPU·fronthaul 경쟁이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절대 delay가 낮아진다는 뜻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협력 access 이득은 fronthaul overhead를 상쇄할 수 있지만, cluster 확대 이득은 줄어든다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15, Fig. 6 and Sec. V-C3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보여 주지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교육용으로 method의 범위와 실험적 주장 사이를 분명히 구분한다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369620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다룬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덱에서 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simulated UCMEC uplink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field deployment throughput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평가는 channel·task model 기반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offline PPO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safety·deadline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 penalty가 formal guarantee는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Xi AP cluster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selection 자체의 optimal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P1의 cluster size는 Xi 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cooperation conditions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악의적 node가 있는 환경의 robustness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MAPPO는 low malicious probability 조건을 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기여는 UCMEC simulator의 joint control design이며, 넓은 deployment guarantee는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 6, 9-11, 15-16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wireless와 compute를 한 loop에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UCMEC의 핵심은 AP 협력만이 아니라, 그로 인해 생긴 fronthaul·CPU 경쟁까지 관측과 reward에 반영하는 것이다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문제</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cellular MEC의 약한 access link와 edge effect</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구조</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user-specific AP cluster → fronthaul → CPU</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결정</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PPO의 offload·power와 convex CPU allocation</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조건</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IPPO 또는 CTDE MAPPO를 collaboration 가능성에 맞춤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조건부지만, access·fronthaul·edge를 한 control loop에 넣은 것이 핵심이다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abstract; pp. 6-11, 13-16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User-Centric MEC: 협력 AP와 분산 오프로딩</dc:title>
  <dc:subject>Towards Decentralized Task Offloading and Resource Allocation in User-Centric MEC</dc:subject>
  <dc:creator>Research Seminars</dc:creator>
  <cp:lastModifiedBy>Research Seminars</cp:lastModifiedBy>
  <cp:revision>1</cp:revision>
  <dcterms:created xsi:type="dcterms:W3CDTF">2026-09-12T07:51:31Z</dcterms:created>
  <dcterms:modified xsi:type="dcterms:W3CDTF">2026-09-12T07:51:31Z</dcterms:modified>
</cp:coreProperties>
</file>