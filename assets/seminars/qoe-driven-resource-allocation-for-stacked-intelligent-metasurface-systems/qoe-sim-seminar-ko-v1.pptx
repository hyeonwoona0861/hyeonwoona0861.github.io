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전송률을 넘어 사용자 경험으로: SIM 자원 할당
발표 대본
이 자료는 Zarini 등 여섯 저자의 IEEE PIMRC 2025 논문을 설명합니다. 시스템의 큰 설계와 논문이 보고한 결과를 배우되, 수식과 그림에 남아 있는 불일치는 별도로 구분합니다. 완전히 재현 가능한 제어 알고리즘이 검증되었다는 뜻은 아닙니다.
공개 출처
pimrc2025 | p. 1, title and abstract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같은 전송률 증가가 같은 만족도 증가를 뜻하지는 않는다
발표 대본
논문은 웹·비디오·음성 서비스가 서로 다른 만족도 특성을 가진다는 데서 출발합니다. MOS라는 이름은 주관적 평가 척도에서 왔지만, 이 논문의 수치 실험은 전송률이나 지연 등을 MOS로 변환하는 모델을 사용합니다. 실제 사용자에게 설문한 점수라고 설명하면 안 됩니다.
공개 출처
pimrc2025 | pp. 1, 3, Introduction; QoE Preliminaries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기지국의 전파가 여러 SIM 층을 지나 사용자에게 도달한다
발표 대본
SIM은 기지국을 둘러싼 여러 투과형 metasurface 층으로 모델링됩니다. 각 층의 meta-atom은 통과하는 전파의 위상을 바꿉니다. 사용자는 단일 안테나이고 F≥U를 가정합니다. 송신 stream과 BS 안테나의 대응은 미리 정해져 있으며 안테나 선택은 최적화하지 않습니다. SIM의 빠른 전파 통과와 학습 알고리즘 전체의 지연을 동일시하지 않습니다.
공개 출처
pimrc2025 | p. 2, Fig. 1; Sec. II.A–C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두 층으로 줄여 보면 위상과 전파 연산의 순서가 보인다
발표 대본
Γˡ은 대각 원소 exp(jκˡ_f)를 갖는 위상 행렬이며 각 원소의 크기는 1입니다. Bˡ은 원소 간 거리와 회절 모델로 주어지는 층 사이 전파 행렬입니다. 오른쪽 행렬부터 입력에 적용되므로 Γ¹→B²→Γ² 순서입니다. 일반식은 ΓᴸBᴸ…Γ²B²Γ¹입니다. B¹은 BS 안테나와 첫 층 사이의 결합이고 Ω에는 포함하지 않습니다. 두 층 그림은 연산 순서를 설명하기 위한 축약이지 실험 설정 L=2라는 뜻은 아닙니다.
공개 출처
pimrc2025 | p. 2, Eqs. (1)–(2)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SINR는 원하는 신호와 간섭을 함께 반영한다
발표 대본
g 표기는 복잡한 원문 gain을 간단히 보기 위해 도입한 표기입니다. SINR는 첫 항을 셋째 항으로 나눈 값입니다. Eq. (4)에는 대역폭이 없으므로 R를 bit/s라고 확정하지 않습니다. 웹 지연식은 bit 단위 파일 크기를 R로 나누므로 필요한 대역폭·단위 변환이 원문만으로 완결되지 않습니다. 강의에서는 없는 대역폭을 넣어 식을 고치지 않습니다.
공개 출처
pimrc2025 | p. 3, Eqs. (3)–(4)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MOS로 바꾸는 경로는 서비스마다 다르다
발표 대본
PSNR은 Peak Signal-to-Noise Ratio입니다. 논문의 K 상수는 서비스와 부호화·목표 rate 조건에 따라 설정되며 모든 사용자에게 보편적인 상수라고 하지 않습니다. Audio 단락은 RF&gt;1일 때 최대 MOS라고 쓰면서 동시에 1&lt;RF&lt;100 중간식을 제시해 조건이 중첩됩니다. 외부 표준의 숫자로 조용히 바꾸지 않고 세부 수치 재현이 불확실하다고 설명합니다.
공개 출처
pimrc2025 | p. 3, Sec. II.D; Eq. (5)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논문은 서비스 종류별로 세 개의 최적화 문제를 정의한다
발표 대본
Eq. (6) 뒤에는 서비스 인덱스에 따라 실제로 세 개의 별도 문제라고 설명되어 있습니다. 시스템 그림에 여러 종류 사용자가 있다고 해서 모든 서비스가 섞인 한 환경에서 공정성까지 입증되었다고 확장하지 않습니다. MOS 합 최대화와 최소 MOS 제약은 서로 다른 역할을 합니다.
공개 출처
pimrc2025 | p. 3, Eq. (6) and following paragraph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전력만 맞추면 가능한 action이 되는 것은 아니다
발표 대본
위상 계수는 exp(jκ)이므로 크기 1인 복소 계수입니다. 원문의 최적화 문제에 제약이 적혀 있다는 사실과 학습 정책의 모든 출력이 제약을 만족한다는 사실은 다릅니다. 제약 투영이나 action 파라미터화의 상세 구현을 원문에서 확정할 수 없으며, 보상 penalty만으로 hard feasibility가 자동 보장된다고 말하지 않습니다.
공개 출처
pimrc2025 | pp. 3–4, Eq. (6); MDP transformation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MDP에서는 이전 SINR로 현재 전력과 SIM 응답을 정한다
발표 대본
원문 state는 [SINRᵤ[n−1]]이고 action은 Ψ[n]입니다. 제어 agent가 edge node에 있다는 것과 계산 task의 MEC offloading 정책이라는 것은 다릅니다. 이전 SINR만으로 일반 이동 환경의 Markov 성질이 증명되었다고 확장하지 않습니다. 원문은 state transition 시간 인덱스와 reward indicator를 충분히 닫힌 구현으로 명시하지 않아 이 도식은 설계 관계를 보여줍니다.
공개 출처
pimrc2025 | p. 4, Sec. III.A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CQL을 채택한 동기: 데이터 밖 행동을 과신하지 않기
발표 대본
논문은 Conservative Q-Learning을 데이터 분포 밖 행동의 Q 과대평가를 줄이려는 동기로 사용합니다. p.4는 J, L, J_CQL을 제시하지만 실제 어느 목적을 어떤 부호로 최소화하는지 연결이 불명확합니다. 이 그림은 Bellman 적합과 보수성이라는 두 역할만 구분하며 원문의 학습식을 표준 CQL 구현으로 조용히 대체하지 않습니다.
공개 출처
pimrc2025 | p. 4, Sec. III.B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메타학습: 새 task에 적응할 시작점 찾기
발표 대본
pp.4–5는 task별 inner learning rate η와 meta learning rate β를 나눕니다. 공유 초기값에서 task별 업데이트를 수행한 뒤 그 결과를 이용해 초기값을 다시 학습하는 구조입니다. 원문은 trust region을 언급하지만 이를 실행할 완전한 제약식과 task 분포를 주지 않습니다. policy-gradient 최대화 설명과 subtract-gradient update의 부호도 확정되지 않으므로, 이 자료는 검증된 MAML/CQL 결합 코드나 적응 속도 보장을 제시하지 않습니다.
공개 출처
pimrc2025 | pp. 4–5, Sec. III.C; Eq. (7)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강의용 예제: 같은 총 rate라도 분배 결과는 다를 수 있다
발표 대본
논문 Eq. (3)과 (4)의 관계를 작은 수치로 추적하는 예제입니다. 가상 만족도 m은 실제 Web/Video/Audio MOS 중 어느 것도 아니며, 복잡한 서비스 변환을 대체하는 실험 모델도 아닙니다. 유효 gain은 이미 주어진 값으로 가정하므로 위상 최적화를 수행한 결과가 아닙니다.
공개 출처
pimrc2025 | p. 3, Eqs. (3)–(6); constructed teaching example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전력 합과 rate 합이 같아도 최소 만족도는 달라진다
발표 대본
A의 SINR는 4×1/(1×1+1)=2입니다. B의 사용자1은 4×1.5/(1×0.5+1)=4, 사용자2는 4×0.5/(1×1.5+1)=0.8입니다. rate 합은 두 경우 모두 log2(9)입니다. 가상 포화 효용 m=1+min(R,2)를 적용하면 B의 사용자1 이득은 포화되고 사용자2는 최소조건에 못 미칩니다. 이는 MOS 모델과 제약이 목표를 바꿀 수 있다는 예시이지 CQL이 A를 선택함을 증명하지 않습니다.
공개 출처
pimrc2025 | p. 3, Eqs. (3)–(6); constructed teaching example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원문의 reward indicator는 두 곳에서 반대 의미로 쓰인다
발표 대본
이 표는 원문 표현을 대수적으로 비교한 것이지 저자의 코드를 진단한 것은 아닙니다. S는 MOS 합입니다. 원문 정의대로 다섯 제약을 모두 만족하면 χ 합은5이므로 보상은 −4S가 됩니다. 이를 위반 indicator로 고치면 의도와 맞아 보일 수 있으나 저자가 실제로 그렇게 구현했는지 근거가 없습니다. 수정 가설을 논문 알고리즘으로 가르치지 않습니다.
공개 출처
pimrc2025 | pp. 4, 6, Reward Function; Fig. 2 discussion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CQL의 목적함수 이름과 update 연결도 확인이 필요하다
발표 대본
p.4의 식들은 기대값 표기와 목표 이름도 서로 완전히 연결되지 않습니다. 이 강의는 없는 target-network, action projection, optimizer, offline dataset 수집법을 추가하지 않습니다. 실제 재현에는 정정된 저자 설명이나 구현이 필요합니다. 원문에 CQL이라는 이름이 나온다는 것만으로 모든 표준 CQL 가정·보장이 여기서 성립한다고 보지 않습니다.
공개 출처
pimrc2025 | pp. 4–5, Sec. III.B–C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논문 수치는 이 simulation 설정에서 읽는다
발표 대본
p.6의 기본값을 그대로 옮겼습니다. σ²=-174dBm을 dBm/Hz로 조용히 바꾸거나 대역폭을 추정하지 않습니다. pp.2–3은 full CSI, quasi-static flat fading을 가정합니다. 그림별 sweep은 기본 설정을 일부 대체합니다. Fig.2의 가로축 epochs0–3000을 기본 episode100과 같은 단위·실험횟수로 단정하지 않습니다.
공개 출처
pimrc2025 | pp. 2–3, 6, System Model; Performance Evaluation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논문이 보고한 결과: MOS 개선과 학습 곡선
발표 대본
개선률은 p.1 abstract와 p.6 본문이 보고한 값입니다. percentage point나 모든 조건의 최소 개선율이 아니며, 집계 식과 상세 baseline 구현이 완전히 명시되지는 않습니다. Fig.2의 높은 reward를 wall-clock 속도나 제약 위반률의 측정값으로 바꾸지 않습니다. source의 reward 정의 충돌 때문에 음수 곡선의 원인을 확정된 penalty 식으로 재현할 수도 없습니다.
공개 출처
pimrc2025 | pp. 1, 5–6, Figs. (2)–(5)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Fig. 3·4는 캡션과 실제 가로축이 다르다
발표 대본
원본 PDF의 실제 축을 시각 확인했습니다. Fig.3과4의 인쇄 캡션은 실제 x축과 맞지 않습니다. 여기서는 x축과 p.6의 설명을 함께 근거로 쓰되 원문 캡션 오류를 숨기지 않습니다. Fig.5는 안테나와 사용자 수를 1:1로 두므로 안테나 수의 효과만 독립적으로 바꾼 비교로 해석하지 않습니다.
공개 출처
pimrc2025 | pp. 5–6, Figs. (2)–(5)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높은 평균 MOS와 최소 MOS 보장은 같은 주장이 아니다
발표 대본
만약 같은 사용자 집합 모두의 점수가3.5이상이라면 그 평균도3.5이상이어야 합니다. 그러나 Fig.4의 x=3.5에서 두 곡선은 약1.7과1.25로 보입니다. 이는 작은 근사 판독 오차로 해소되는 차이가 아닙니다. 구체적인 원인이 구현의 soft penalty인지, metric 또는 대상 집합의 차이인지, 그림의 추가 오류인지 원문은 설명하지 않습니다. 코드 버그라고 단정하지 않고 hard feasibility 증거로 사용할 수 없다는 점만 결론냅니다.
공개 출처
pimrc2025 | pp. 3, 5–6, Eq. (6) C1; Fig. 4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고정 신경망의 비용과 시스템 확장성은 다르다
발표 대본
p.5의 복잡도 표현은 고정된 망의 layer 폭과 학습 반복에 의존합니다. 그러나 state와 action 크기는 U 및 SIM 구성에 영향을 받으므로 문제 크기가 바뀌어도 같은 입력·출력 차원을 유지하는 표현이 필요합니다. 원문은 이를 명시하지 않습니다. 모든 convex solver가 차원에 지수적으로 느리다는 일반 명제로 확장하지도 않습니다. SIM 전파 처리 동기와 전체 제어·학습 시스템의 측정된 에너지 절감은 다릅니다.
공개 출처
pimrc2025 | pp. 2, 4–6, Sec. III.D; Performance Evaluation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이 논문에서 가져갈 핵심과 확인할 경계
발표 대본
핵심은 통신 자원을 서비스 경험의 관점으로 재정의하고, SIM과 전력을 함께 제어하려는 프레임워크입니다. 학습자가 가져갈 것은 변수들의 관계와 조건부 실험 해석입니다. reward, 손실 연결, 단위, 그림과 feasibility의 공백이 있으므로 구현이 완전히 검증되었다고 결론내리지 않습니다.
공개 출처
pimrc2025 | pp. 1–6, framework and evidence boundaries
QoE-Driven Resource Allocation for Stacked Intelligent Metasurface Systems, IEEE PIMRC 2025
https://doi.org/10.1109/PIMRC62392.2025.11275274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전송률을 넘어 사용자 경험으로: SIM 자원 할당</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QoE-Driven Resource Allocation for Stacked Intelligent Metasurface Systems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Hosein Zarini, S. Mohsen Kazemi, Jiancheng An, Ali Movaghar, Mehdi Sookhak, Nuri Yilmazer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다층 전자기파 제어와 전력 배분을 QoE 목표로 연결하는 Meta-CQL 프레임워크</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전송률 증가가 같은 만족도 증가를 뜻하지는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QoS는 통신 성능, QoE는 서비스 이용자의 경험을 평가하려는 관점이다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개념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논문에서의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혼동하지 않을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SINR와 전송률 같은 통신 지표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만족도를 직접 측정한 값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QoE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서비스별 MOS 모델로 경험을 수치화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 기반 점수이지 사용자 실험 자체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Opinion Score: 만족도 척도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서비스별 변환식과 범위가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전력·SIM 설정으로 MOS 합을 높임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sum-rate 최대화와 목표가 같지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통신 지표를 서비스 경험으로 바꾸는 변환식이 자원 배분의 목표를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1, 3, Introduction; QoE Preliminaries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기지국의 전파가 여러 SIM 층을 지나 사용자에게 도달한다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BS는 Base Station, SIM은 Stacked Intelligent Metasurface의 약자다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BS와 U개 stream</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사용자별 전력 pᵤ를 배분</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L개 SIM 층</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층에 F개 meta-atom</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위상 제어</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원소의 전파 위상을 조절</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U명 사용자</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단일 안테나에서 원하는 신호 수신</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서비스 경험</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간섭·전송률을 MOS와 연결</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결정 변수는 사용자별 전력과 SIM 위상이며, 계산 task를 offload할지의 문제가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2, Fig. 1; Sec. II.A–C</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층으로 줄여 보면 위상과 전파 연산의 순서가 보인다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L=2 구조: Ω = Γ²B²Γ¹, 첫 층 유입 b¹ᵤ는 Ω 밖에 있다</a:t>
            </a:r>
            <a:endParaRPr lang="en-US" sz="1900" dirty="0"/>
          </a:p>
        </p:txBody>
      </p:sp>
      <p:sp>
        <p:nvSpPr>
          <p:cNvPr id="4" name="mechanism-lane-wav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wave propagation</a:t>
            </a:r>
            <a:endParaRPr lang="en-US" sz="1250" dirty="0"/>
          </a:p>
        </p:txBody>
      </p:sp>
      <p:sp>
        <p:nvSpPr>
          <p:cNvPr id="5" name="mechanism-edge-e0-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1-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2-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3-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in"/>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b¹ᵤ</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BS에서 첫 층으로</a:t>
            </a:r>
            <a:endParaRPr lang="en-US" sz="1150" dirty="0"/>
          </a:p>
        </p:txBody>
      </p:sp>
      <p:sp>
        <p:nvSpPr>
          <p:cNvPr id="10" name="mechanism-node-g1"/>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Γ¹</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첫 층 위상 조절</a:t>
            </a:r>
            <a:endParaRPr lang="en-US" sz="1150" dirty="0"/>
          </a:p>
        </p:txBody>
      </p:sp>
      <p:sp>
        <p:nvSpPr>
          <p:cNvPr id="11" name="mechanism-node-b2"/>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B²</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층 사이 전파</a:t>
            </a:r>
            <a:endParaRPr lang="en-US" sz="1150" dirty="0"/>
          </a:p>
        </p:txBody>
      </p:sp>
      <p:sp>
        <p:nvSpPr>
          <p:cNvPr id="12" name="mechanism-node-g2"/>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Γ²</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둘째 층 위상 조절</a:t>
            </a:r>
            <a:endParaRPr lang="en-US" sz="1150" dirty="0"/>
          </a:p>
        </p:txBody>
      </p:sp>
      <p:sp>
        <p:nvSpPr>
          <p:cNvPr id="13" name="mechanism-node-ou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Ωb¹ᵤ</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사용자 채널 hᵤ로</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위상 설정을 바꾸면 원하는 신호와 다른 사용자 간섭이 함께 달라진다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2, Eqs. (1)–(2)</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SINR는 원하는 신호와 간섭을 함께 반영한다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Ω는 사용자마다 독립적인 신호 증폭기가 아니라 다중 사용자 전파 경로를 함께 바꾼다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수식 또는 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유효 gain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gᵤᵥ = |hᵤΩb¹ᵥ|²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stream v가 사용자 u에 미치는 세기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원하는 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gᵤᵤpᵤ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자기 stream의 수신 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간섭과 잡음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Σᵥ≠ᵤ gᵤᵥpᵥ + σᵤ²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stream의 영향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SINR →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Rᵤ = log₂(1 + SINRᵤ)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 Eq. (4)의 정규화 rate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전력을 한 사용자에게 더 주면 다른 사용자에게는 간섭이 커질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3, Eqs. (3)–(4)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MOS로 바꾸는 경로는 서비스마다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웹은 페이지 지연, 비디오는 PSNR, 음성은 음질 지표를 통해 만족도를 모델링한다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서비스</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변환 구조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 페이지 지연 ν(R) → −K₁lnν + K₂</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MOS 척도 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Video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 PSNR Ξ → 구간별 로그 변환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MOS 1–4.5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R-factor 또는 log(R) 근사 → MOS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MOS 1–4.5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음성 RF 분기 조건이 겹침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분기를 실행식으로 확정하지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QoE 목표를 이해하려면 통신식뿐 아니라 서비스 변환식의 조건도 알아야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3, Sec. II.D; Eq.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논문은 서비스 종류별로 세 개의 최적화 문제를 정의한다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ℓ∈{Web, Video, Audio}에 대해 사용자 MOS 합을 최대화한다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결정 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사용자별 전력 P와 SIM 응답 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요소를 함께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Σᵤ MOSℓ,ᵤ 최대화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서비스 ℓ별 문제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 경험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u: MOSℓ,ᵤ ≥ MOSℓᵐⁱⁿ</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합이 높아도 개별 사용자가 중요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전력 예산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Σᵤpᵤ ≤ Pᵐᵃˣ</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 전체 전력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서비스별 목적식과 모든 사용자 최소 조건을 함께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3, Eq. (6) and following paragraph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전력만 맞추면 가능한 action이 되는 것은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C1–C5는 최소 경험·전력·실현 가능한 위상 구조를 함께 제한한다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원문이 요구하는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정책에 대한 별도 확인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사용자 최소 MOS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결과가 항상 충족하는지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 전력 합이 예산 이하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 전력의 제약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C3·C4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Ω는 실제 층·위상 행렬의 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복소 행렬을 고르는 것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위상 κ ∈ [0, 2π)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원소별 허용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문제의 제약을 정의한 것과 학습 정책의 제약 충족을 증명한 것은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3–4, Eq. (6); MDP transformation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MDP에서는 이전 SINR로 현재 전력과 SIM 응답을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edge node가 제어 agent이며 state와 action을 통신 자원 변수에 연결한다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state s[n]</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이전 slot의 사용자별 SINR</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action a[n]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전력 P[n]와 SIM 응답 Ω[n]</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전파 환경</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채널·간섭이 새 SINR를 결정</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경험 점수</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서비스 모델로 MOS 계산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 신호</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MOS와 제약을 보상에 반영하려는 설계</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state는 과거 SINR, action은 통신 전력과 SIM 설정이다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4, Sec. III.A</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CQL을 채택한 동기: 데이터 밖 행동을 과신하지 않기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아래는 학습 항의 역할 구분이며, 원문의 식을 복원한 실행 알고리즘은 아니다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과거 관측 데이터</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state·action·reward</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Bellman 적합</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목표 Q와 현재 Q 비교</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보수적 가치 평가</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과도한 행동 가치 억제</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 학습의 두 역할</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적합도와 보수성</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자원 제어 정책</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P·Ω 선택에 활용</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4, Sec. III.B</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메타학습: 새 task에 적응할 시작점 찾기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inner loop는 task별 적응, outer loop는 여러 적응 결과를 통해 초기 파라미터를 조정한다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task 집합</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환경 task Tᵢ를 선택</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공유 초기값 θ</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task가 같은 시작점 사용</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inner update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task별 θ′ᵢ로 적응</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outer objective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적응한 task 목적들을 합산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새 초기값</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task의 적응 출발점 갱신</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실제 적응 비용과 task 분포까지 알아야 ‘새 환경에 빠르다’는 주장을 재현할 수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4–5, Sec. III.C; Eq. (7)</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예제: 같은 총 rate라도 분배 결과는 다를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다음 gain·전력·효용은 모두 설명용 가정이며 논문의 실험이나 MOS 식이 아니다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 목적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두 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원하는 gain²=4, 교차 gain²=1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신호와 간섭을 함께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잡음·전력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잡음=1, 전체 전력 예산=2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정규화된 무차원 예제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배분 A /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A=(1,1), B=(1.5,0.5)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 다 전력 합은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가상 만족도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m(R)=1+min(R,2), 최소 m=2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포화와 개별 최소 조건 설명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전체 전력과 전체 rate만 보면 숨겨지는 개별 사용자 차이를 계산해 보자</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3, Eqs. (3)–(6); constructed teaching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전력 합과 rate 합이 같아도 최소 만족도는 달라진다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위에서 정의한 가상 효용을 적용한 산술 예제 — 실제 논문 결과가 아니다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022344"/>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배분 A: (1,1)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배분 B: (1.5,0.5)</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SINR₁ / SINR₂</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4/2=2 / 4/2=2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6/1.5=4 / 2/2.5=0.8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R₁ / R₂</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1.5850 / 1.5850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2.3219 / 0.8480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3.1699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3.1699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m₁ / m₂</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2.5850 / 2.5850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3.0000 / 1.8480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효용 합·최소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5.1699; 둘 다 m≥2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4.8480; 사용자 2는 미달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QoE 최적화는 사용자별 변환과 최소 조건을 버린 sum-rate 비교로 대체할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 3, Eqs. (3)–(6); constructed teaching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원문의 reward indicator는 두 곳에서 반대 의미로 쓰인다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불일치를 해결하지 않고 정확한 학습 보상을 재현했다고 말할 수는 없다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인쇄된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문제가 되는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χᵢ=1: 제약 만족, χᵢ=0: 미만족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만족한 제약이 감점 항에 들어감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4 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Rew=(1−Σᵢχᵢ)S, S=ΣᵤMOS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다섯 제약 만족 시 문자 그대로 −4S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제약 위반 때문에 penalty 차감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4의 indicator 설명과 반대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강의의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MOS에 제약을 반영하려는 목적만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구현에서 쓴 조건·부호는 미확정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문제의 목적은 설명할 수 있지만, 모순된 reward 식을 확정된 코드로 제시하면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4, 6, Reward Function; Fig. 2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CQL의 목적함수 이름과 update 연결도 확인이 필요하다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논문이 말하는 보수적 학습 의도와 실제 최소화 식은 서로 다른 검증 대상이다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구현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E_D Q − α E_π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뒤 penalty와 방향이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Bellman 오차² + α(E_π Q−Q_data)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J와의 관계가 설명되지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 ← θ − ζ∇J, 본문은 J_CQL 언급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어느 손실을 최적화했는지 미확정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meta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inner·outer에서 gradient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부호·trust-region 구현 미완결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메타학습과 CQL의 역할은 배울 수 있어도, 이 식들만으로 완전한 재현 절차가 되지는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4–5, Sec. III.B–C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 수치는 이 simulation 설정에서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기본 설정과 그림에서 바꾸는 변수를 구분한다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기본값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U=50, N=100, τ=0.1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5는 U를 바꾸는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전력·잡음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Pmax=46 dBm, σ²=−174 dBm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단위 변환·대역폭 미상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네트워크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layers, 각 100 neurons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구조의 학습 설정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η=β=0.5, task 100, episode 각 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inner·outer batch 각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 상수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SIM·QoE 설정은 선행연구 참조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구현·통계 반복은 미상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수치의 단위와 고정·변경 조건을 같이 읽어야 다른 시스템과 비교할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2–3, 6, System Model; Performance Evaluation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보고한 결과: MOS 개선과 학습 곡선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아래는 저자의 simulation 보고이며, 정확한 재현이나 일반적 성능 보장은 아니다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보고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Meta-CQL이 CQL·Random보다 높은 곡선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instantaneous reward 대 epochs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MOS 약 31%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QoS-driven 대비; power budget sweep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Video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MOS 약 44%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minimum video MOS sweep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MOS 약 26%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안테나 수와 사용자 수 함께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성능 보고, 계산 비용, 제약 충족, 재현성은 별개 항목이다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1, 5–6, Figs. (2)–(5)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3·4는 캡션과 실제 가로축이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그래프 자체의 축과 본문이 일치하는 항목을 따라 읽고, 캡션 불일치를 남긴다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그림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실제 축 + p. 6 본문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 5 캡션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3 / Web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 전력 예산 Pmax: 5–45 dBm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 layer 수라고 적힘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4 / Video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 video MOS: 1–3.5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 전력 예산이라고 적힘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5 / Audio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 안테나 수 U: 4–81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안테나 수; 사용자도 함께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2 /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epochs 대 instantaneous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벽시계 시간 축이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축 이름 하나가 실험에서 무엇을 바꾸었는지를 결정한다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5–6, Figs. (2)–(5)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높은 평균 MOS와 최소 MOS 보장은 같은 주장이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4의 보고값은 인쇄된 hard constraint와의 정합성을 별도로 확인해야 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확인된 사실</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따라오는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사용자 MOS ≥ 최소값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사용자 평균도 최소값 이상이어야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4, x=3.5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MOS가 약 1.7 / 1.25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곡선의 근사 판독값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본문의 공백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soft penalty·평균 대상 차이 설명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왜 평균이 최소값보다 낮은지 미해결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주장 가능한 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원문이 보고한 평균 MOS 곡선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 충족·최소 MOS 보장은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constraint를 적은 수학 문제와 그 constraint를 만족한 실험 결과를 구분하자</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3, 5–6, Eq. (6) C1;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고정 신경망의 비용과 시스템 확장성은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사용자 수 U와 위상 원소 수 L×F가 바뀌면 입력·출력 표현도 확인해야 한다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영역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확인할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확정할 수 없는 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차원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사용자별 SINR이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U가 늘어도 비용이 불변이라는 주장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차원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전력과 SIM 위상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L·F 변화에 무관한 제어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layer·batch·episode·task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추론 시간과 같은 숫자라는 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장치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시뮬레이션 중심의 증거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온디바이스·실시간·배터리 성능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주어진 simulator에서의 MOS 결과가 특정 edge 장치의 실행 가능성을 결정해 주지는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2, 4–6, Sec. III.D; Performance Evaluation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논문에서 가져갈 핵심과 확인할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전력·위상 → SINR → 서비스 경험이라는 구조와, 구현·검증 근거를 함께 읽는다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공동 제어</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P와 Ω가 신호·간섭을 함께 바꿈</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서비스 목표</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rate라도 MOS 효과는 다를 수 있음</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 구조</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CQL 동기 + task별 meta 적응</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실험 해석</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조건·축·평균·제약을 함께 읽음</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재현 경계</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모순된 식은 정정 근거가 필요</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좋은 문제 정의, 유망한 simulation, 재현 가능한 구현은 각각 따로 검증해야 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pimrc2025 pp. 1–6, framework and evidence boundaries</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전송률을 넘어 사용자 경험으로: SIM 자원 할당</dc:title>
  <dc:subject>QoE-Driven Resource Allocation for Stacked Intelligent Metasurface Systems</dc:subject>
  <dc:creator>Research Seminars</dc:creator>
  <cp:lastModifiedBy>Research Seminars</cp:lastModifiedBy>
  <cp:revision>1</cp:revision>
  <dcterms:created xsi:type="dcterms:W3CDTF">2026-09-12T06:08:02Z</dcterms:created>
  <dcterms:modified xsi:type="dcterms:W3CDTF">2026-09-12T06:08:02Z</dcterms:modified>
</cp:coreProperties>
</file>