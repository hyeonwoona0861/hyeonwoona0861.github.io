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6B53DC4C-AA45-4012-8712-6FF5E1038AC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전송률을 넘어 사용자 경험으로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SIM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할당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Zarini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여섯 저자의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PIMRC 2025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시스템의 큰 설계와 논문이 보고한 결과를 배우되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수식과 그림에 남아 있는 불일치는 별도로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완전히 재현 가능한 제어 알고리즘이 검증되었다는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33B97A1-E7D1-43F6-8CA1-613FD5C23B5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전송률 증가가 같은 만족도 증가를 뜻하지는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비디오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음성 서비스가 서로 다른 만족도 특성을 가진다는 데서 출발합니다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이름은 주관적 평가 척도에서 왔지만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수치 실험은 전송률이나 지연 등을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변환하는 모델을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사용자에게 설문한 점수라고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1, 3, Introduction; QoE Preliminaries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669FAD-8B03-4BDB-BD35-D380288428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기지국의 전파가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층을 지나 사용자에게 도달한다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기지국을 둘러싼 여러 투과형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metasurface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층으로 모델링됩니다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층의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meta-atom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통과하는 전파의 위상을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사용자는 단일 안테나이고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F≥U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송신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안테나의 대응은 미리 정해져 있으며 안테나 선택은 최적화하지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빠른 전파 통과와 학습 알고리즘 전체의 지연을 동일시하지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2, Fig. 1; Sec. II.A–C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7AFE22C-7C7A-4A53-A436-BD9A37AD8A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층으로 줄여 보면 위상과 전파 연산의 순서가 보인다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Γˡ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대각 원소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exp(jκˡ_f)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갖는 위상 행렬이며 각 원소의 크기는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Bˡ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원소 간 거리와 회절 모델로 주어지는 층 사이 전파 행렬입니다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 행렬부터 입력에 적용되므로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Γ¹→B²→Γ²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ΓᴸBᴸ…Γ²B²Γ¹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B¹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안테나와 첫 층 사이의 결합이고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Ω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포함하지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층 그림은 연산 순서를 설명하기 위한 축약이지 실험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2, Eqs. (1)–(2)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515A9E-69DA-44D2-94A8-A9979108E9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SINR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원하는 신호와 간섭을 함께 반영한다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표기는 복잡한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간단히 보기 위해 도입한 표기입니다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첫 항을 셋째 항으로 나눈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대역폭이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확정하지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웹 지연식은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 파일 크기를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나누므로 필요한 대역폭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 변환이 원문만으로 완결되지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강의에서는 없는 대역폭을 넣어 식을 고치지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3, Eqs. (3)–(4)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2C31A6-4F02-4252-B0FD-4A50FCA1351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MOS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바꾸는 경로는 서비스마다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Peak Signal-to-Noise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상수는 서비스와 부호화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따라 설정되며 모든 사용자에게 보편적인 상수라고 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Audio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RF&gt;1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쓰면서 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1&lt;RF&lt;100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중간식을 제시해 조건이 중첩됩니다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외부 표준의 숫자로 조용히 바꾸지 않고 세부 수치 재현이 불확실하다고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3, Sec. II.D; Eq. (5)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1CE904-D17B-4847-A03F-7CDF6AD8F1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서비스 종류별로 세 개의 최적화 문제를 정의한다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(6)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뒤에는 서비스 인덱스에 따라 실제로 세 개의 별도 문제라고 설명되어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 그림에 여러 종류 사용자가 있다고 해서 모든 서비스가 섞인 한 환경에서 공정성까지 입증되었다고 확장하지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 최대화와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제약은 서로 다른 역할을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3, Eq. (6) and following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8618ECF-29CC-4083-9E03-1891548F36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전력만 맞추면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되는 것은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위상 계수는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exp(jκ)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크기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복소 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최적화 문제에 제약이 적혀 있다는 사실과 학습 정책의 모든 출력이 제약을 만족한다는 사실은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 투영이나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파라미터화의 상세 구현을 원문에서 확정할 수 없으며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자동 보장된다고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3–4, Eq. (6); MDP transformation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603BC7F-2C2B-4542-842A-4586AA486F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현재 전력과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응답을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[SINRᵤ[n−1]]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Ψ[n]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있다는 것과 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정책이라는 것은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일반 이동 환경의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Markov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성질이 증명되었다고 확장하지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transition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인덱스와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indicator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충분히 닫힌 구현으로 명시하지 않아 이 도식은 설계 관계를 보여줍니다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4, Sec. III.A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4765DF2-BACE-4EA8-A8B2-870E48FEBE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CQL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채택한 동기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 밖 행동을 과신하지 않기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Conservative 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데이터 분포 밖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과대평가를 줄이려는 동기로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J, L, J_CQL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제시하지만 실제 어느 목적을 어떤 부호로 최소화하는지 연결이 불명확합니다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Bellman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적합과 보수성이라는 두 역할만 구분하며 원문의 학습식을 표준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CQL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구현으로 조용히 대체하지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4, Sec. III.B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B284E4-D616-40A1-8074-2ABC2C9A4C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메타학습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적응할 시작점 찾기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pp.4–5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learning rate 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 learning rate 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공유 초기값에서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업데이트를 수행한 뒤 그 결과를 이용해 초기값을 다시 학습하는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trust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언급하지만 이를 실행할 완전한 제약식과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분포를 주지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policy-gradient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최대화 설명과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subtract-gradient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부호도 확정되지 않으므로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검증된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MAML/CQL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결합 코드나 적응 속도 보장을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4–5, Sec. III.C; Eq. (7)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6CB087D-45A2-47EB-AF37-EF19C2AB0B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예제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라도 분배 결과는 다를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관계를 작은 수치로 추적하는 예제입니다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만족도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Web/Video/Audio MOS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어느 것도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복잡한 서비스 변환을 대체하는 실험 모델도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주어진 값으로 가정하므로 위상 최적화를 수행한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3, Eqs. (3)–(6); constructed teaching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DE1FA1-1855-4BD7-B8E7-33FDF2AC39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 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합이 같아도 최소 만족도는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4×1/(1×1+1)=2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사용자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4×1.5/(1×0.5+1)=4,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4×0.5/(1×1.5+1)=0.8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합은 두 경우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log2(9)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포화 효용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m=1+min(R,2)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사용자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이득은 포화되고 사용자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최소조건에 못 미칩니다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모델과 제약이 목표를 바꿀 수 있다는 예시이지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CQL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선택함을 증명하지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p. 3, Eqs. (3)–(6); constructed teaching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A20029-B221-4EED-A704-DCE8FC7989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indicator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곳에서 반대 의미로 쓰인다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원문 표현을 대수적으로 비교한 것이지 저자의 코드를 진단한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정의대로 다섯 제약을 모두 만족하면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χ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보상은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위반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고치면 의도와 맞아 보일 수 있으나 저자가 실제로 그렇게 구현했는지 근거가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수정 가설을 논문 알고리즘으로 가르치지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4, 6, Reward Function; Fig. 2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C17163-E2CB-4AE0-8A7A-FD8A809938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CQL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목적함수 이름과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연결도 확인이 필요하다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식들은 기대값 표기와 목표 이름도 서로 완전히 연결되지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강의는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target-network, action projection, optimizer, offline 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수집법을 추가하지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재현에는 정정된 저자 설명이나 구현이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CQL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이름이 나온다는 것만으로 모든 표준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CQL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보장이 여기서 성립한다고 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4–5, Sec. III.B–C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893E5D-DDA7-420D-A425-7178BEF37B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수치는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설정에서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기본값을 그대로 옮겼습니다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σ²=-174dBm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dBm/Hz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조용히 바꾸거나 대역폭을 추정하지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pp.2–3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CSI, quasi-static flat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기본 설정을 일부 대체합니다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가로축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epochs0–3000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같은 단위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실험횟수로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2–3, 6, System Model; Performance Evaluation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53C56AF-5840-438A-9936-6B4C71B4C1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보고한 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MOS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개선과 학습 곡선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p.1 abstract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본문이 보고한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percentage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모든 조건의 최소 개선율이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집계 식과 상세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구현이 완전히 명시되지는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wall-clock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속도나 제약 위반률의 측정값으로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 충돌 때문에 음수 곡선의 원인을 확정된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식으로 재현할 수도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1, 5–6, Figs. (2)–(5)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827E447-245D-4C6F-AFE1-0768532132A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Fig. 3·4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캡션과 실제 가로축이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축을 시각 확인했습니다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인쇄 캡션은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축과 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설명을 함께 근거로 쓰되 원문 캡션 오류를 숨기지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안테나와 사용자 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두므로 안테나 수의 효과만 독립적으로 바꾼 비교로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5–6, Figs. (2)–(5)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D7780C-8A6D-495B-8F34-4CAF4D3F5D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높은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보장은 같은 주장이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만약 같은 사용자 집합 모두의 점수가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이상이라면 그 평균도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x=3.5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두 곡선은 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작은 근사 판독 오차로 해소되는 차이가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구체적인 원인이 구현의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metric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대상 집합의 차이인지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추가 오류인지 원문은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코드 버그라고 단정하지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feasibility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증거로 사용할 수 없다는 점만 결론냅니다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3, 5–6, Eq. (6) C1;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E2AF5E-49ED-422E-B243-91AF75E3EA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신경망의 비용과 시스템 확장성은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복잡도 표현은 고정된 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폭과 학습 반복에 의존합니다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구성에 영향을 받으므로 문제 크기가 바뀌어도 같은 입력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 차원을 유지하는 표현이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이를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convex 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차원에 지수적으로 느리다는 일반 명제로 확장하지도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전파 처리 동기와 전체 제어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시스템의 측정된 에너지 절감은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2, 4–6, Sec. III.D; Performance Evaluation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5501CD-5046-4A58-945B-8F439DA5E5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논문에서 가져갈 핵심과 확인할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통신 자원을 서비스 경험의 관점으로 재정의하고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전력을 함께 제어하려는 프레임워크입니다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학습자가 가져갈 것은 변수들의 관계와 조건부 실험 해석입니다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손실 연결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공백이 있으므로 구현이 완전히 검증되었다고 결론내리지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pimrc2025 | pp. 1–6, framework and evidence boundaries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QoE-Driven Resource Allocation for Stacked Intelligent Metasurface Systems, IEEE PIMRC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https://doi.org/10.1109/PIMRC62392.2025.11275274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E6E2DC0-5921-48DA-813A-4BF14D855F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전송률을 넘어 사용자 경험으로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SIM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 할당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QoE-Driven Resource Allocation for Stacked Intelligent Metasurface Systems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Hosein Zarini, S. Mohsen Kazemi, Jiancheng An, Ali Movaghar, Mehdi Sookhak, Nuri Yilmazer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다층 전자기파 제어와 전력 배분을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목표로 연결하는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Meta-CQL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프레임워크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전송률 증가가 같은 만족도 증가를 뜻하지는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통신 성능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QoE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서비스 이용자의 경험을 평가하려는 관점이다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혼동하지 않을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전송률 같은 통신 지표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만족도를 직접 측정한 값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모델로 경험을 수치화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기반 점수이지 사용자 실험 자체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Opinion Score: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만족도 척도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서비스별 변환식과 범위가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·SIM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합을 높임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sum-rate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최대화와 목표가 같지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 지표를 서비스 경험으로 바꾸는 변환식이 자원 배분의 목표를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1, 3, Introduction; QoE Preliminaries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기지국의 전파가 여러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층을 지나 사용자에게 도달한다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Station, SIM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Stacked Intelligent Metasurface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약자다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사용자별 전력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pᵤ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배분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층에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meta-atom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위상 제어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원소의 전파 위상을 조절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명 사용자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단일 안테나에서 원하는 신호 수신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서비스 경험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간섭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전송률을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 변수는 사용자별 전력과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위상이며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할지의 문제가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2, Fig. 1; Sec. II.A–C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층으로 줄여 보면 위상과 전파 연산의 순서가 보인다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L=2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Ω = Γ²B²Γ¹,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층 유입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b¹ᵤ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Ω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밖에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lane-wav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wave propagation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mechanism-edge-e0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mechanism-edge-e1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mechanism-edge-e2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mechanism-edge-e3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mechanism-node-in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b¹ᵤ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첫 층으로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node-g1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Γ¹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층 위상 조절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node-b2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B²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층 사이 전파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node-g2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Γ²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둘째 층 위상 조절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mechanism-node-ou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Ωb¹ᵤ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 채널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hᵤ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위상 설정을 바꾸면 원하는 신호와 다른 사용자 간섭이 함께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2, Eqs. (1)–(2)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원하는 신호와 간섭을 함께 반영한다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Ω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사용자마다 독립적인 신호 증폭기가 아니라 다중 사용자 전파 경로를 함께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수식 또는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gᵤᵥ = |hᵤΩb¹ᵥ|²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사용자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미치는 세기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원하는 신호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gᵤᵤpᵤ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수신 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간섭과 잡음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Σᵥ≠ᵤ gᵤᵥpᵥ + σᵤ²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영향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SINR →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Rᵤ = log₂(1 + SINRᵤ)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(4)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정규화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전력을 한 사용자에게 더 주면 다른 사용자에게는 간섭이 커질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3, Eqs. (3)–(4)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바꾸는 경로는 서비스마다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웹은 페이지 지연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비디오는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PSNR,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음성은 음질 지표를 통해 만족도를 모델링한다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변환 구조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→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페이지 지연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ν(R) → −K₁lnν + K₂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척도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1–5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Video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→ PSNR Ξ →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구간별 로그 변환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1–4.5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R-factor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log(R)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근사 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1–4.5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음성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분기 조건이 겹침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분기를 실행식으로 확정하지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목표를 이해하려면 통신식뿐 아니라 서비스 변환식의 조건도 알아야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3, Sec. II.D; Eq. (5)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서비스 종류별로 세 개의 최적화 문제를 정의한다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ℓ∈{Web, Video, Audio}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대해 사용자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합을 최대화한다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사용자별 전력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응답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요소를 함께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Σᵤ MOSℓ,ᵤ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서비스 ℓ별 문제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경험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u: MOSℓ,ᵤ ≥ MOSℓᵐⁱⁿ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합이 높아도 개별 사용자가 중요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 예산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Σᵤpᵤ ≤ Pᵐᵃˣ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전력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서비스별 목적식과 모든 사용자 최소 조건을 함께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3, Eq. (6) and following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전력만 맞추면 가능한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되는 것은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C1–C5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최소 경험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실현 가능한 위상 구조를 함께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원문이 요구하는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정책에 대한 별도 확인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사용자 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결과가 항상 충족하는지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 합이 예산 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전력의 제약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C3·C4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Ω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실제 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위상 행렬의 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복소 행렬을 고르는 것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κ ∈ [0, 2π)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원소별 허용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문제의 제약을 정의한 것과 학습 정책의 제약 충족을 증명한 것은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3–4, Eq. (6); MDP transformation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이전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현재 전력과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응답을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node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제어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통신 자원 변수에 연결한다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s[n]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사용자별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a[n]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P[n]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응답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Ω[n]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전파 환경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간섭이 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경험 점수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서비스 모델로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신호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제약을 보상에 반영하려는 설계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과거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SINR,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통신 전력과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4, Sec. III.A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CQL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채택한 동기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 밖 행동을 과신하지 않기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아래는 학습 항의 역할 구분이며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식을 복원한 실행 알고리즘은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과거 관측 데이터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state·action·reward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Bellman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적합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현재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보수적 가치 평가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과도한 행동 가치 억제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학습의 두 역할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적합도와 보수성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 제어 정책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P·Ω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선택에 활용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4, Sec. III.B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메타학습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적응할 시작점 찾기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inner loop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적응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outer loop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여러 적응 결과를 통해 초기 파라미터를 조정한다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집합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Tᵢ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공유 초기값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같은 시작점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inner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θ′ᵢ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적응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outer objective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적응한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목적들을 합산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초기값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적응 출발점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적응 비용과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분포까지 알아야 ‘새 환경에 빠르다’는 주장을 재현할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4–5, Sec. III.C; Eq. (7)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예제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총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분배 결과는 다를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gain·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효용은 모두 설명용 가정이며 논문의 실험이나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식이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목적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두 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gain²=4,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gain²=1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신호와 간섭을 함께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잡음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잡음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=1,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전력 예산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정규화된 무차원 예제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/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A=(1,1), B=(1.5,0.5)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 다 전력 합은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가상 만족도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m(R)=1+min(R,2),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포화와 개별 최소 조건 설명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전력과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보면 숨겨지는 개별 사용자 차이를 계산해 보자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3, Eqs. (3)–(6); constructed teaching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합과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합이 같아도 최소 만족도는 달라진다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위에서 정의한 가상 효용을 적용한 산술 예제 — 실제 논문 결과가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02228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배분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A: (1,1)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배분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B: (1.5,0.5)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SINR₁ / SINR₂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4/2=2 / 4/2=2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6/1.5=4 / 2/2.5=0.8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R₁ / R₂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1.5850 / 1.5850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2.3219 / 0.8480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3.1699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3.1699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m₁ / m₂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2.5850 / 2.5850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3.0000 / 1.8480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효용 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5.1699;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 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m≥2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4.8480;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미달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최적화는 사용자별 변환과 최소 조건을 버린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sum-rate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비교로 대체할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p. 3, Eqs. (3)–(6); constructed teaching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indicator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두 곳에서 반대 의미로 쓰인다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불일치를 해결하지 않고 정확한 학습 보상을 재현했다고 말할 수는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인쇄된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문제가 되는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p.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χᵢ=1: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 만족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χᵢ=0: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만족한 제약이 감점 항에 들어감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p. 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Rew=(1−Σᵢχᵢ)S, S=ΣᵤMOS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다섯 제약 만족 시 문자 그대로 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p. 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 위반 때문에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p.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indicator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설명과 반대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강의의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제약을 반영하려는 목적만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구현에서 쓴 조건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부호는 미확정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문제의 목적은 설명할 수 있지만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모순된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식을 확정된 코드로 제시하면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4, 6, Reward Function; Fig. 2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CQL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목적함수 이름과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연결도 확인이 필요하다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논문이 말하는 보수적 학습 의도와 실제 최소화 식은 서로 다른 검증 대상이다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구현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J(θ)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E_D Q − α E_π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방향이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L(θ)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Bellman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오차²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α(E_π Q−Q_data)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와의 관계가 설명되지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 ← θ − ζ∇J,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J_CQL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어느 손실을 최적화했는지 미확정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inner·outer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·trust-region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 미완결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메타학습과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CQL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역할은 배울 수 있어도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식들만으로 완전한 재현 절차가 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4–5, Sec. III.B–C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수치는 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설정에서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기본 설정과 그림에서 바꾸는 변수를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기본값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U=50, N=100, τ=0.1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바꾸는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잡음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Pmax=46 dBm, σ²=−174 dBm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 변환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대역폭 미상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네트워크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layers,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neurons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구조의 학습 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η=β=0.5, task 100, 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inner·outer batch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상수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SIM·QoE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설정은 선행연구 참조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구현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통계 반복은 미상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수치의 단위와 고정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변경 조건을 같이 읽어야 다른 시스템과 비교할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2–3, 6, System Model; Performance Evaluation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보고한 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MOS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개선과 학습 곡선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아래는 저자의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정확한 재현이나 일반적 성능 보장은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보고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Meta-CQL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CQL·Random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높은 곡선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instantaneous reward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epochs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31%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QoS-driven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power budget 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Video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44%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minimum video MOS 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안테나 수와 사용자 수 함께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비용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 충족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재현성은 별개 항목이다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1, 5–6, Figs. (2)–(5)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3·4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캡션과 실제 가로축이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그래프 자체의 축과 본문이 일치하는 항목을 따라 읽고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캡션 불일치를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축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p. 6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p. 5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캡션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3 / Web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 예산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Pmax: 5–45 dBm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 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수라고 적힘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 / Video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video MOS: 1–3.5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 예산이라고 적힘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5 / Audio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안테나 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U: 4–81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안테나 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사용자도 함께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2 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epochs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instantaneous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벽시계 시간 축이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축 이름 하나가 실험에서 무엇을 바꾸었는지를 결정한다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5–6, Figs. (2)–(5)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높은 평균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최소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MOS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보장은 같은 주장이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보고값은 인쇄된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hard constraint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와의 정합성을 별도로 확인해야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확인된 사실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따라오는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사용자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≥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사용자 평균도 최소값 이상이어야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4, x=3.5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1.7 / 1.25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곡선의 근사 판독값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본문의 공백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 penalty·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대상 차이 설명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평균이 최소값보다 낮은지 미해결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주장 가능한 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원문이 보고한 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곡선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적은 수학 문제와 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만족한 실험 결과를 구분하자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3, 5–6, Eq. (6) C1;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신경망의 비용과 시스템 확장성은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위상 원소 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L×F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바뀌면 입력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표현도 확인해야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8920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확인할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확정할 수 없는 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늘어도 비용이 불변이라는 주장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전력과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L·F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변화에 무관한 제어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layer·batch·episode·task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추론 시간과 같은 숫자라는 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장치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시뮬레이션 중심의 증거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온디바이스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실시간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배터리 성능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주어진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결과가 특정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장치의 실행 가능성을 결정해 주지는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2, 4–6, Sec. III.D; Performance Evaluation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논문에서 가져갈 핵심과 확인할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위상 →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SINR →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서비스 경험이라는 구조와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검증 근거를 함께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제어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Ω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신호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간섭을 함께 바꿈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서비스 목표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효과는 다를 수 있음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구조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CQL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 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해석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축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제약을 함께 읽음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재현 경계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모순된 식은 정정 근거가 필요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문제 정의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유망한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 가능한 구현은 각각 따로 검증해야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pimrc2025 pp. 1–6, framework and evidence boundaries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2026-09-12T06:08:02Z</dcterms:created>
  <dc:creator>Research Seminars</dc:creator>
  <dc:description/>
  <dc:language>ko-KR</dc:language>
  <cp:lastModifiedBy>Research Seminars</cp:lastModifiedBy>
  <dcterms:modified xsi:type="dcterms:W3CDTF">2026-09-12T06:08:02Z</dcterms:modified>
  <cp:revision>1</cp:revision>
  <dc:subject>QoE-Driven Resource Allocation for Stacked Intelligent Metasurface Systems</dc:subject>
  <dc:title>전송률을 넘어 사용자 경험으로: SIM 자원 할당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On-screen Show (16:9)</vt:lpwstr>
  </property>
  <property fmtid="{D5CDD505-2E9C-101B-9397-08002B2CF9AE}" pid="4" name="Slides">
    <vt:r8>21</vt:r8>
  </property>
</Properties>
</file>