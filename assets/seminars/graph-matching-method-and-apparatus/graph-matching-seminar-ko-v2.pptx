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그래프 매칭의 대칭과 중복 제거
발표 대본
2017년 6월 15일 공고된 등록특허10-1747854, 그래프 매칭 방법 및 장치를 기술 문헌으로 읽습니다. 실험 논문으로 바꾸어 소개하지 않습니다. 핵심은 데이터 정점에 고정 순서를 부여하고, 질의 그래프의 대칭에서 부등식 제약을 얻어 중복되는 매핑을 탐색 중 줄이는 것입니다. 이 자료는 기술 이해를 위한 설명이며 법적 권리의 현재 상태나 유효성을 판단하지 않습니다.
공개 출처
patent | pp. 1–23; KR101747854B1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같은 구조를 다른 순서로 찾는 일이 반복된다
발표 대본
특허의 동기는 VF2로 찾은 결과에서 같은 부분 그래프가 여러 대응으로 나타나는 문제입니다. 단, 여러 대응 자체가 잘못된 것은 아닙니다. 모든 정점 대응을 원하면 각각이 출력이고, 같은 패턴의 위치를 한 번씩 원하면 대칭 중복을 줄여야 합니다. 출력의 정의부터 정해야 알고리즘이 보존해야 하는 결과가 분명해집니다.
공개 출처
patent | pp. 4–6, [0002]–[0022], Fig. 3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무엇을 같은 결과라고 부르는가
발표 대본
f는 질의 정점을 데이터 정점에 대응시키는 함수입니다. 예를 들어 완전 그래프의 같은 네 정점에는 서로 다른 네 정점 사이클 간선 패턴이 있을 수 있습니다. 정점 집합만 정렬해 중복 제거하면 그 구별까지 사라집니다. 특허의 네 사이클 예를 이해할 때는 우선 질의의 대칭으로 서로 바뀌는 매핑을 하나의 부류로 봅니다. 임의의 라벨·방향 제약은 별도로 보존해야 합니다.
공개 출처
patent | pp. 4–5, Fig. 3; interpretation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질의 그래프를 먼저 고정한다
발표 대본
C4는 네 정점으로 된 사이클입니다. 도11의 위쪽이 p,q, 아래쪽이 r,s이므로 순환 순서는 p,q,s,r입니다. 이름의 알파벳 순서 p,q,r,s를 곧바로 사이클 순서로 쓰면 간선을 잘못 읽게 됩니다. 인접 행렬은 행과 열 정점이 연결되면1입니다. 무향 그래프라 대각선을 기준으로 대칭이고 자기 간선은0입니다.
공개 출처
patent | p. 21, Fig. 11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예제의 데이터 그래프: 이웃 목록을 명시한다
발표 대본
도9를 일관되게 사용합니다. 간선 집합은 ab,bc,ae,be,bd,cd,de입니다. 도13은 b-e 간선을 생략해 도9와 다르므로 두 그림을 같은 그래프로 섞지 않습니다. 각 무향 간선은 이웃 목록 양쪽에 한 번씩 나타납니다. b가4차수인 이유는 a,c,d,e 네 정점에 연결되어 있기 때문입니다.
공개 출처
patent | p. 20, Fig. 9; recomputed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간선이 더 있어도 매칭인가
발표 대본
비유도 매칭은 subgraph monomorphism으로도 불립니다. 이 설명에서는 방향·라벨 없는 단순 그래프를 사용합니다. 도9의 두 C4는 각각 내부에 추가 간선이 있으므로 유도 C4는 없습니다. 특허가 동형이라는 단어를 넓게 쓰더라도, 실제 예시의 포함 간선 조건과 맞추어 해석해야 합니다. 이는 범용 그래프 매칭 전체에 같은 규칙을 강제하는 뜻이 아닙니다.
공개 출처
patent | pp. 4–5, 20–22, Figs. 3, 9, 11; recomputed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하나의 C4에 왜 여덟 대응이 생기는가
발표 대본
이러한 자기 동형을 automorphism이라고 합니다. 그림을 회전하거나 뒤집는다는 직관보다 정확한 조건은 일대일로 이름을 바꿔도 인접 관계가 보존된다는 것입니다. 여기서는 무방향·무라벨 C4라8개입니다. 정점 라벨이나 간선 방향이 있으면 허용 대칭 수가 달라질 수 있으므로 모든 네 정점 질의에8을 적용하면 안 됩니다.
공개 출처
patent | pp. 12–14, [0071]–[0087], Figs. 11–12; recomputed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두 종류의 사전 정보가 탐색에서 만난다
발표 대본
도5·도8·도10을 정보 의존 관계로 재구성했습니다. 원문은 번호 부여, 우선순위 부여, 매칭 순서로 기술합니다. 여기의 두 입력 갈래는 서로 다른 전처리 결과를 뜻하며 특허가 병렬 구현 속도를 측정했다는 뜻은 아닙니다. 그래프 정점들을 여러 군으로 합쳐 ID 관리만 편하게 하는 방법이 아니라, 정점 간 비교가 가능한 총순서와 대칭 제약을 결합하는 방식입니다.
공개 출처
patent | pp. 8–14, Figs. 5, 8, 10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번호 부여: 낮은 차수부터 고정 순서를 만든다
발표 대본
특허는 동률이면 임의로 선택할 수 있다고 설명합니다. 여기서는 a가 c보다, d가 e보다 먼저인 동률 처리로 고정했습니다. 원래 그래프의 차수를 정렬해 순서대로 번호를 주는 절차입니다. 선택한 정점을 제거할 때마다 이웃 차수를 갱신하는 degeneracy ordering으로 바꾸어 설명하지 않습니다. 다른 동률 처리도 대표를 바꿀 수 있지만 이 예의 비교를 재현하려면 고정 순서가 필요합니다.
공개 출처
patent | pp. 10–12, [0056]–[0070], Figs. 8–9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 &lt; q는 알파벳을 비교하는 식이 아니다
발표 대본
이후 p&lt;q는 긴 식 N(f(p))&lt;N(f(q))의 줄임말로 사용합니다. 예를 들어 p=c,q=b라면2&lt;5입니다. 이름이 같아야 하는 조건도 아니고 질의 정점 p 자체에 새 데이터 번호를 대입한다는 뜻도 아닙니다. f는 탐색하면서 바뀌지만 데이터 정점의 번호 N은 고정됩니다.
공개 출처
patent | pp. 14–15, [0088]–[0092]; notation clarification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첫 제약: 가장 작은 번호를 p에 대응시킨다
발표 대본
모든 데이터 번호가 다르므로 네 정점 중 최소는 하나입니다. 그 정점을 p로 고르면 양쪽 이웃을 q,r에 배치하는 두 방향이 남습니다. 질의 대칭 목록에서 첫 위치가 p인 [p,q,r,s]와[p,r,q,s]를 남기는 과정과 대응합니다. 이 조건만으로는 두 방향의 중복이 아직 없어지지 않습니다.
공개 출처
patent | pp. 13–14, [0078]–[0084], Fig. 12; recomputed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두 번째 제약: p의 두 이웃을 구분한다
발표 대본
도9에서 a는 해당 사이클의 최소 번호1이고 두 이웃 e,b의 번호는4,5입니다. q에는 작은 e, r에는 큰 b를 놓습니다. s=d의 번호3은 q나 r보다 작아도 상관없습니다. 필요한 조건은 p보다 크다는 것뿐입니다. 이 예는 뒤에서 전체 순서 p&lt;q&lt;r&lt;s가 왜 틀린지 보여줍니다.
공개 출처
patent | pp. 13–14, [0085]–[0087]; Fig. 9 recomputation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조건은 일부 순서만 요구한다
발표 대본
네 조건으로 먼저 이해한 후 추이적인 p&lt;r만 제거할 수 있습니다. p&lt;s는 다른 조건들에서 나오지 않으므로 유지해야 합니다. 원문 [0089]에 인쇄된 단순화 결과는 이 점과 모순되므로 그대로 쓰지 않습니다. 비교 관계는 데이터 번호를 뜻하며 그래프의 간선 유무와는 별개입니다.
공개 출처
patent | pp. 14–15, [0088]–[0089]; corrected derivation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대표 매핑 A: 네 간선과 번호를 모두 확인한다
발표 대본
간선 검사와 부등식 검사를 따로 합니다. p=a,q=e,r=b,s=d이면 필수 간선 네 개가 모두 존재합니다. q-r에 해당하는 e-b도 데이터에 있지만 비유도 매칭에서는 추가 간선을 허용합니다. 번호 s=3이q=4,r=5보다작아도 최종조건을 위반하지 않습니다. 이 매핑은 도9를 대상으로 직접 재계산한 예입니다.
공개 출처
patent | pp. 20–21, Figs. 9, 11; recomputed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대표 매핑 B: 다른 위치의 사이클은 보존한다
발표 대본
이 매핑의 간선 집합은 bc,be,cd,de입니다. 앞 매핑의ab,ae,bd,de와 다르므로 별개의 정답입니다. 데이터의 추가 간선 b-d는 질의 q-r에 대응하지만 비유도 조건에서는 허용됩니다. 대칭 중복을 제거한다는 말은 서로 다른 위치의 패턴까지 하나로 합친다는 뜻이 아닙니다.
공개 출처
patent | pp. 20–21, Figs. 9, 11; recomputed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작은 예는 전수 검사로 정답을 확인할 수 있다
발표 대본
120개 대응을 모두 생성해 필요한 간선과 순위 조건을 검사했습니다. 정답 대표는 (a,e,b,d), (c,d,b,e) 두 개입니다. 16에서2로 줄었다는 것이 전체 알고리즘이8배 빨라졌다는 증거는 아닙니다. 전처리와 부분 분기 검사 비용이 있으며 실제 탐색 방문 수와 실행시간을 별도로 측정해야 합니다.
공개 출처
patent | Figs. 9, 11–12; exhaustive constructed check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실패한 부분 분기는 완성하기 전에 중단한다
발표 대본
예를 들어 p=a,q=b까지 배정하면 번호1&lt;5라 통과합니다. 이어 r=e를 두면 p-r=a-e는 존재하지만 q&lt;r는5&lt;4여서 실패합니다. 이때 s를 배정해 같은 대표를 또 완성할 필요가 없습니다. 한 분기만 되돌리고 다른 후보는 계속 탐색합니다. 원문에서 '매칭 종료'는 이 부분 분기의 종료로 해석해야 모든 정답을 계속 열거할 수 있습니다.
공개 출처
patent | pp. 14–15, [0088]–[0092]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전처리와 탐색을 구분한 실행 흐름
발표 대본
원문은 모든 구현 세부사항을 의사코드로 제공하지 않습니다. 이 흐름은 필수 의미를 교육용으로 정리한 것입니다. 데이터 번호 N과 질의 대칭 제약을 준비하고, 아직 사용하지 않은 데이터 정점으로 부분 매핑을 확장합니다. 이미 배정된 이웃의 간선 조건과 비교 가능한 부등식을 즉시 검사합니다. 실패하면 되돌아가고, 모든 정점이 배정되면 출력합니다. 실제 후보 집합 구성·인덱스·탐색 순서는 별도 설계사항입니다.
공개 출처
patent | pp. 8–15, Figs. 5, 8, 10, 13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p &lt; q &lt; r &lt; s로 바꾸면 정답이 사라진다
발표 대본
도9의 고정 번호에서 모든16개 유효 매핑에 전체 순서를 적용하면0개가 남습니다. 단순히 번호를 오름차순 정렬한 모든 정점을 매칭하면 된다는 설명이 틀리는 이유입니다. C4는 p의 두 이웃 q,r를 구분할 필요는 있지만 맞은편 s와 그 이웃들의 대소관계를 요구하지 않습니다. 이 반례는 직접 전수 계산했습니다.
공개 출처
patent | pp. 13–15, [0078]–[0089]; constructed counterexample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기존 탐색과의 차별점은 대칭 제약의 활용이다
발표 대본
특허는 VF2의 대칭 중복을 동기로 들지만 이 문헌만으로 모든 VF2 구현의 후보 pruning 능력이나 모든 입력의 상대 성능을 평가할 수 없습니다. 특히 모든 매핑 열거와 대표만 열거를 비교하면 출력 요구가 다릅니다. 이 자료는 특허가 제안한 차별점을 설명하고, 벤치마크 없는 보편적 속도 주장을 추가하지 않습니다.
공개 출처
patent | pp. 4–6, [0004]–[0022]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중복을 줄이는 규칙을 만드는 비용도 든다
발표 대본
순진하게 k개 정점의 모든 순열을 열거하면 k!개를 고려합니다. 이는 설명용 전처리 방식의 비용을 경고하는 것이지 특허의 실측 시간복잡도를 새로 증명한 값이 아닙니다. 본문은 구체적인 대칭 검출 엔진·대규모 저장 설계·출력 압축 성능을 제공하지 않습니다. 정점 번호는 비교를 위한 정보이고 원래 그래프의 간선 저장량을 자동으로 줄이지 않습니다.
공개 출처
patent | pp. 10–14, Figs. 8, 10; complexity interpretation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원문의 경우의 수는 그대로 계산에 쓰기 어렵다
발표 대본
원문 [0071]의 순열 목록에도 중복된 튜플이 보입니다. 도12는 두 그룹만 보여 총16개입니다. 따라서 이 설명만으로 모든 순열을 어떻게 빠짐없이 그룹화하는지 완전한 범용 알고리즘을 복원했다고 주장하지 않습니다. 첫 그룹의8개는 C4 자기 동형과 일치하므로 그 범위의 제약 유도는 독립적으로 확인할 수 있습니다. [0089]는 p&lt;r가 추이적임을 설명하지만 실제 인쇄 결과는 다르게 남겨 모순입니다.
공개 출처
patent | pp. 12–15, [0071], [0074], [0089], Fig. 12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번호 조건을 통과해도 간선이 없을 수 있다
발표 대본
도13과 [0091]은 (c,d,e,b)를 획득했다고 표시합니다. 그러나 도11의 p-r 간선을 보존하려면 c-e가 있어야 하며 그 간선은 두 데이터 그림 모두에 없습니다. 숫자 순서만 확인해서 성공이라고 설명할 수 없는 직접적 반례입니다. 이 자료의 (c,d,b,e)는 도9를 기준으로 재구성해 검증한 예이며 원문 그림이 그 매핑을 정확히 보였다고 주장하지 않습니다.
공개 출처
patent | pp. 15, 20–22, [0091], Figs. 9, 11, 13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장치 구성은 프로그램을 실행하는 일반 구조다
발표 대본
도14는 프로세서10, 인터페이스20, 메모리 RAM30, 스토리지40, 버스50입니다. 저장장치의 프로그램과 데이터를 실행할 때 RAM과 프로세서가 쓰는 구조입니다. RAM을 넘는 그래프를 자동 처리하는 외부 메모리 알고리즘이나 분산 처리 성능이 이 그림만으로 성립하지 않습니다. 본문은 병렬/분산 가능성을 언급하지만 구체적인 통신·부하 균형·벤치마크를 제시하지 않습니다.
공개 출처
patent | pp. 8, 15–16, 23, [0049], Fig. 14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이 문헌으로 확인되는 것과 남는 질문
발표 대본
특허 등록을 실험적 성능 보증으로 해석하지 않습니다. 본문에는 벤치마크 표나 속도 개선율, 메모리 사용량 곡선이 없습니다. 평가하려면 동일한 출력 정의, 질의 유형, 그래프 구조, 전처리 포함 여부, 탐색 방문 수, 실행시간을 맞추어 비교해야 합니다. 여기서 열거한 것은 추가 검증의 설계이지 이미 수행된 측정 결과가 아닙니다.
공개 출처
patent | pp. 1–23; evidence boundary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핵심 정리: 대표를 남기되 정답은 잃지 않는다
발표 대본
한 문장으로 요약하면 데이터 정점에 고정 순서를 만들고 질의의 대칭에서 허용되는 비교 조건을 얻어 탐색 중 적용하는 방식입니다. C4에서는 p를 최소로, q&lt;r로 정하면8표현이1대표가 됩니다. 간선 검사와 일대일 조건은 여전히 필수입니다. 원문 수치와 예시의 모순을 명시하고 검증된 예의 범위만 설명해야 합니다. 대규모 성능과 장치 메모리 한계는 별도 문제입니다.
공개 출처
patent | pp. 8–16, Figs. 5, 8, 10–14
그래프 매칭 방법 및 장치 — KR101747854B1
https://patents.google.com/patent/KR101747854B1/ko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그래프 매칭의 대칭과 중복 제거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그래프 매칭 방법 및 장치 (KR101747854B1)</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서동민, 유석종, 이민호, 강유, 박하명 · 한국과학기술정보연구원 (2017)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정점 번호와 질의 대칭으로 같은 패턴의 표현을 하나만 남기는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1–23; KR101747854B1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구조를 다른 순서로 찾는 일이 반복된다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네 정점의 사이클은 시작점과 방향만 바꿔도 여러 매핑으로 표현된다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줄이려는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데이터 그래프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검색할 전체 연결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패턴이 존재하는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 그래프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찾을 C4 패턴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매칭의 모양과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매핑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구조에 다른 정점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대칭에 따른 중복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특허의 접근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번호·대칭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 중 불필요한 분기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데이터를 지우는 것이 아니라 같은 패턴의 여러 표현 중 대표를 선택한다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4–6, [0002]–[0022], Fig.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무엇을 같은 결과라고 부르는가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매핑, 간선 패턴, 정점 집합은 일반적으로 서로 다른 출력이다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 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같다고 판단하는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주의할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매핑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p·q·r·s의 대응이 모두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대칭 대응도 별도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패턴의 간선상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질의의 간선들이 같은 곳에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설명의 중복 제거 단위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정점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데이터 정점들만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연결 패턴까지 합칠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자료는 대칭으로만 다른 매핑을 하나로 줄이는 경우를 설명한다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4–5, Fig. 3; interpretation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질의 그래프를 먼저 고정한다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C4의 연결: p—q—s—r—p; 표에서 1은 간선이 있음을 뜻한다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174240"/>
                <a:gridCol w="2174240"/>
                <a:gridCol w="2174240"/>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필수 간선은 pq·pr·qs·rs이며 ps·qr는 질의에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 21, Fig. 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예제의 데이터 그래프: 이웃 목록을 명시한다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이후 계산은 도9의 그래프 하나만 사용한다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43560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차수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c, d,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c,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b,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차수는 한 정점에 연결된 간선 수이며 정점 번호와는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 20, Fig. 9; recomputed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간선이 더 있어도 매칭인가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예제는 질의의 간선을 보존하는 비유도 매칭으로 읽는다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예제에서의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정점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p·q·r·s가 다른 곳에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일대일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질의의 간선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pq·pr·qs·rs가 모두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필수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데이터 간선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질의에 없어도 허용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비유도 매칭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유도 매칭이라면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없는 간선까지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데이터의 C4는 0개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매칭 종류를 바꾸면 같은 입력에서도 정답이 바뀐다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4–5, 20–22, Figs. 3, 9, 11; recomputed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하나의 C4에 왜 여덟 대응이 생기는가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시작 정점 4개 × 진행 방향 2개 = 대칭 8개</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가능한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 뒤에 정해지는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p가 갈 정점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사이클의 시작점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q가 갈 이웃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진행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r이 갈 이웃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1개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p의 다른 이웃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s가 갈 정점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1개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p의 반대쪽 정점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여덟 가지는 간선을 보존하며 질의 자체를 바꾸는 대칭이다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12–14, [0071]–[0087], Figs. 11–12; recomputed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종류의 사전 정보가 탐색에서 만난다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데이터의 순서와 질의의 대칭 제약을 따로 만든 뒤 함께 검사한다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데이터 그래프</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차수 정렬 → 고정 번호 N</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질의 그래프</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대칭 분석 → 부등식 조건</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매칭 탐색</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간선·일대일·부등식 검사</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대표 매핑</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대칭 부류에서 하나</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8–14, Figs. 5, 8, 10</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번호 부여: 낮은 차수부터 고정 순서를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차수끼리는 하나의 순서를 정해 이후 바꾸지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380492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원래 차수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번호 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번호는 비교용 순위이지 메모리 절감이나 실행 순서 그 자체가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10–12, [0056]–[0070], Figs.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 &lt; q는 알파벳을 비교하는 식이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정확한 뜻: N(f(p)) &lt; N(f(q))</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 정점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찾으려는 역할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p에 대응한 데이터 정점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c의 고정 번호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N(c)=2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&lt;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대응 정점의 번호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c와 d이면 2 &lt;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데이터 정점의 이름, 번호, 질의의 역할을 구분하면 부등식을 읽을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14–15, [0088]–[0092]; notation clarification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첫 제약: 가장 작은 번호를 p에 대응시킨다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C4의 여덟 표현 가운데 p의 위치를 하나로 고정한다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 /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&lt;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p가 q보다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&lt;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p가 r보다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&lt;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p가 s보다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남는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q와 r의 방향만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p가 최소라는 조건은 한 사이클의 시작점 중복을 제거한다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13–14, [0078]–[0084], Fig. 12; recomputed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번째 제약: p의 두 이웃을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 &lt; r를 더하면 남아 있던 두 방향 중 하나만 통과한다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565904"/>
                <a:gridCol w="326136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p를 최소로 둔 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q와 r의 번호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(p,q,r,s)=(a,e,b,d)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&lt;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(p,q,r,s)=(a,b,e,d)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&lt;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탈락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간선 패턴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ab·ae·bd·de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대표 1개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시작점 4개와 방향 2개를 각각 제거해 8 → 2 → 1이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13–14, [0085]–[0087]; Fig. 9 recomputation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조건은 일부 순서만 요구한다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최종 조건: p &lt; q, p &lt; r, p &lt; s, q &lt; r</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요구 여부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p와 나머지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p가 모두보다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시작점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q와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q가 r보다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방향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s와 q /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제한 불필요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&lt;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조건에서 유도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&lt; q &lt; r의 추이성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동치인 최소 조건은 p &lt; q, q &lt; r, p &lt; s다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14–15, [0088]–[0089]; corrected derivation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대표 매핑 A: 네 간선과 번호를 모두 확인한다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(p,q,r,s) = (a,e,b,d), 번호는 (1,4,5,3)</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434848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질의 간선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대응 데이터 간선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존재 여부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 &lt; 4, 1 &lt; 5, 1 &lt; 3, 4 &lt; 5를 모두 만족한다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20–21, Figs. 9, 11; recomputed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대표 매핑 B: 다른 위치의 사이클은 보존한다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(p,q,r,s) = (c,d,b,e), 번호는 (2,3,5,4)</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434848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질의 간선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대응 데이터 간선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존재 여부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2 &lt; 3, 2 &lt; 5, 2 &lt; 4, 3 &lt; 5를 모두 만족한다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20–21, Figs. 9, 11; recomputed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작은 예는 전수 검사로 정답을 확인할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다섯 데이터 정점에서 서로 다른 네 정점을 대응시키는 120개를 검사한다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검사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남은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일대일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5×4×3×2 = 120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아직 간선 검사 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필수 네 간선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사이클 2개 × 대칭 8개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p를 최소로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사이클의 두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&lt; r까지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대표 2개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수치는 작은 예제의 정확성 검사이며 실행시간 측정값이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Figs. 9, 11–12; exhaustive constructed check</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실패한 부분 분기는 완성하기 전에 중단한다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완성된 결과를 모두 저장한 뒤 걸러내는 과정과 구분한다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 = a</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번호 1을 고정하고 이웃 후보 탐색</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 = b</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a—b 존재, 1 &lt; 5 통과</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 = 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a—e 존재, 그러나 5 &lt; 4 실패</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되돌아감</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 분기만 중단; 다른 q·r 후보 계속</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이미 결정된 정점끼리 검사할 수 있는 조건을 가능한 이른 시점에 적용한다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14–15, [0088]–[0092]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전처리와 탐색을 구분한 실행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부등식은 매칭 조건에 추가되는 검사다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전처리</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고정 번호 N과 질의 제약 생성</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후보 선택</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미사용 데이터 정점으로 부분 매핑 확장</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조건 검사</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간선·일대일·현재 판정 가능한 부등식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분기 처리</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실패하면 복귀; 미완성이면 계속 확장</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출력</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완성된 대표를 기록하고 다른 분기 탐색</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이웃 연결을 검사하지 않고 번호 조건만 검사하면 잘못된 결과도 통과한다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8–15, Figs. 5, 8, 10, 13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 &lt; q &lt; r &lt; s로 바꾸면 정답이 사라진다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원래 제약에 없는 r &lt; s를 추가하면 대표를 과도하게 제한한다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매핑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번호 튜플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전체 순서 검사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대표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(1,4,5,3)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&lt; 3에서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대표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&lt; 4에서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올바른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p가 최소 + q &lt;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정답 2개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&lt; q &lt; r &lt;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예의 정답 0개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중복 제거 규칙은 정답을 하나 남긴다는 근거와 함께 만들어야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13–15, [0078]–[0089]; constructed counterexample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기존 탐색과의 차별점은 대칭 제약의 활용이다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VF2에 대한 특허의 문제 제기와 실제 성능 증명을 구분한다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접근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 처리의 초점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매핑 열거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대응 관계 각각을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정의에 따라 정상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사후 중복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완성 결과들을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이미 수행한 탐색은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특허의 제안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번호·대칭 제약으로 조기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중복 분기를 줄이려는 설계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우월성 판단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출력·입력·구현으로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특허에는 정량 비교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VF2가 항상 무작정 탐색하거나 언제나 더 느리다고 단정하지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4–6, [0004]–[0022]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중복을 줄이는 규칙을 만드는 비용도 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질의가 작을 때의 예와 대규모 질의의 전처리 문제는 구분해야 한다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작업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비용을 바꾸는 요인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데이터 번호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차수 계산·정렬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데이터 정점·간선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대칭 분석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구조가 같은 치환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 크기와 대칭성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매칭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확장·간선·부등식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수와 pruning 효과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대표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패턴 발생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번호 부여만으로 그래프 크기나 출력량의 한계가 없어지지는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10–14, Figs. 8, 10; complexity interpretation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원문의 경우의 수는 그대로 계산에 쓰기 어렵다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 가능한 C4 대칭과 원문 표기의 모순을 분리한다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 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설명에 사용할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네 정점의 순열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[0071]은 32; 4!은 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단순 순열 수는 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그룹 그림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8개씩 2그룹 = 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24의 완전 분할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선택한 C4 그룹</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간선 보존 대칭 8개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 2 → 1을 직접 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 단순화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[0089]에서 p &lt; s 누락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&lt; q, q &lt; r, p &lt;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확인된 예의 동작과 모든 질의에 대한 일반적 보장을 혼동하지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12–15, [0071], [0074], [0089], Fig.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번호 조건을 통과해도 간선이 없을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성공 예 (p,q,r,s)=(c,d,e,b)는 c—e를 요구한다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부등식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번호 (2,3,4,5)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 간선 p—r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도9·도13 모두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도9와 도13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b—e의 유무가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그림을 섞으면 안 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보강한 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(c,d,b,e)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도9에서 모두 통과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 예시의 모순은 명시하고, 일관된 그래프에서 다시 계산한다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15, 20–22, [0091], Figs. 9, 11, 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장치 구성은 프로그램을 실행하는 일반 구조다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프로세서·RAM·저장장치의 역할은 서로 다르다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담당</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프로세서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매칭 프로그램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전용 가속기 성능 실증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중 데이터와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디스크 용량과 동일함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스토리지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프로그램·대규모 데이터 보관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자동 out-of-core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인터페이스·버스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통신과 내부 데이터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분산 확장성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알고리즘의 중복 제거와 하드웨어 용량 문제는 별도로 확인해야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8, 15–16, 23, [0049], Fig. 14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문헌으로 확인되는 것과 남는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성능 결과가 없는 문헌에 개선율이나 처리 규모를 만들어 넣지 않는다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제공되는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아직 필요한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핵심 동작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번호·대칭 제약·매칭 절차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완전한 일반 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C4 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대표 선택을 재계산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다양한 질의의 정당성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정성적 개선 주장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시간·메모리·데이터 규모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장치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 실행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실장치·분산 환경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기술 아이디어를 이해하는 것과 확장성을 입증하는 것은 다른 단계다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1–23; evidence boundary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정리: 대표를 남기되 정답은 잃지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 번호와 질의 대칭을 결합해 중복 표현을 제한한다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정의</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무엇을 하나의 출력으로 볼지 먼저 정한다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전처리</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데이터 번호와 질의의 대칭 조건을 만든다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탐색</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간선·일대일·부등식을 함께 검사한다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해석</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예제의 정확성과 실측 성능을 구분한다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중복 제거는 추가 제약의 수가 아니라 정답 보존 근거로 판단한다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patent pp. 8–16, Figs. 5, 8, 10–14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그래프 매칭의 대칭과 중복 제거</dc:title>
  <dc:subject>그래프 매칭 방법 및 장치 (KR101747854B1)</dc:subject>
  <dc:creator>Research Seminars</dc:creator>
  <cp:lastModifiedBy>Research Seminars</cp:lastModifiedBy>
  <cp:revision>1</cp:revision>
  <dcterms:created xsi:type="dcterms:W3CDTF">2026-09-12T09:32:22Z</dcterms:created>
  <dcterms:modified xsi:type="dcterms:W3CDTF">2026-09-12T09:32:22Z</dcterms:modified>
</cp:coreProperties>
</file>