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12.xml" ContentType="application/vnd.openxmlformats-officedocument.presentationml.slide+xml"/>
  <Override PartName="/ppt/slides/slide19.xml" ContentType="application/vnd.openxmlformats-officedocument.presentationml.slide+xml"/>
  <Override PartName="/ppt/slides/slide11.xml" ContentType="application/vnd.openxmlformats-officedocument.presentationml.slide+xml"/>
  <Override PartName="/ppt/slides/slide22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13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5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15.xml" ContentType="application/vnd.openxmlformats-officedocument.presentationml.slide+xml"/>
  <Override PartName="/ppt/slides/slide26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B5C1A425-2E35-4ECF-B8A7-E6F372DC078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그래프 매칭의 대칭과 중복 제거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2017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 공고된 등록특허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10-1747854,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그래프 매칭 방법 및 장치를 기술 문헌으로 읽습니다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 논문으로 바꾸어 소개하지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핵심은 데이터 정점에 고정 순서를 부여하고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질의 그래프의 대칭에서 부등식 제약을 얻어 중복되는 매핑을 탐색 중 줄이는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자료는 기술 이해를 위한 설명이며 법적 권리의 현재 상태나 유효성을 판단하지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patent | pp. 1–23; KR101747854B1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그래프 매칭 방법 및 장치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KR101747854B1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https://patents.google.com/patent/KR101747854B1/ko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1CA7553-FD92-4545-801C-8F1758080E2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구조를 다른 순서로 찾는 일이 반복된다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특허의 동기는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VF2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찾은 결과에서 같은 부분 그래프가 여러 대응으로 나타나는 문제입니다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여러 대응 자체가 잘못된 것은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정점 대응을 원하면 각각이 출력이고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패턴의 위치를 한 번씩 원하면 대칭 중복을 줄여야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출력의 정의부터 정해야 알고리즘이 보존해야 하는 결과가 분명해집니다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patent | pp. 4–6, [0002]–[0022], Fig. 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그래프 매칭 방법 및 장치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KR101747854B1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https://patents.google.com/patent/KR101747854B1/ko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4422556-B25B-42E0-9B37-F60A452265D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무엇을 같은 결과라고 부르는가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질의 정점을 데이터 정점에 대응시키는 함수입니다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예를 들어 완전 그래프의 같은 네 정점에는 서로 다른 네 정점 사이클 간선 패턴이 있을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정점 집합만 정렬해 중복 제거하면 그 구별까지 사라집니다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특허의 네 사이클 예를 이해할 때는 우선 질의의 대칭으로 서로 바뀌는 매핑을 하나의 부류로 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임의의 라벨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방향 제약은 별도로 보존해야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patent | pp. 4–5, Fig. 3; interpretation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그래프 매칭 방법 및 장치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KR101747854B1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https://patents.google.com/patent/KR101747854B1/ko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85547C1-8090-4CBE-89E2-334688DC5EC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질의 그래프를 먼저 고정한다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네 정점으로 된 사이클입니다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위쪽이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p,q,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아래쪽이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r,s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순환 순서는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p,q,s,r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이름의 알파벳 순서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p,q,r,s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곧바로 사이클 순서로 쓰면 간선을 잘못 읽게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인접 행렬은 행과 열 정점이 연결되면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무향 그래프라 대각선을 기준으로 대칭이고 자기 간선은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patent | p. 21, Fig. 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그래프 매칭 방법 및 장치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KR101747854B1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https://patents.google.com/patent/KR101747854B1/ko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ADF72D7-8AFD-4833-A461-69B75A45C84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예제의 데이터 그래프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이웃 목록을 명시한다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일관되게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간선 집합은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ab,bc,ae,be,bd,cd,de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b-e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간선을 생략해 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다르므로 두 그림을 같은 그래프로 섞지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무향 간선은 이웃 목록 양쪽에 한 번씩 나타납니다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차수인 이유는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a,c,d,e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 정점에 연결되어 있기 때문입니다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patent | p. 20, Fig. 9; recomputed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그래프 매칭 방법 및 장치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KR101747854B1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https://patents.google.com/patent/KR101747854B1/ko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2625249-0239-4A40-B85E-9D176A06FB6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간선이 더 있어도 매칭인가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비유도 매칭은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subgraph monomorphism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으로도 불립니다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설명에서는 방향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라벨 없는 단순 그래프를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각각 내부에 추가 간선이 있으므로 유도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특허가 동형이라는 단어를 넓게 쓰더라도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예시의 포함 간선 조건과 맞추어 해석해야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범용 그래프 매칭 전체에 같은 규칙을 강제하는 뜻이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patent | pp. 4–5, 20–22, Figs. 3, 9, 11; recomputed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그래프 매칭 방법 및 장치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KR101747854B1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https://patents.google.com/patent/KR101747854B1/ko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4A981E1-C1F6-4016-B0CE-23523E04591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왜 여덟 대응이 생기는가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이러한 자기 동형을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automorphism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이라고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그림을 회전하거나 뒤집는다는 직관보다 정확한 조건은 일대일로 이름을 바꿔도 인접 관계가 보존된다는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여기서는 무방향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무라벨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정점 라벨이나 간선 방향이 있으면 허용 대칭 수가 달라질 수 있으므로 모든 네 정점 질의에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적용하면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patent | pp. 12–14, [0071]–[0087], Figs. 11–12; recomputed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그래프 매칭 방법 및 장치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KR101747854B1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https://patents.google.com/patent/KR101747854B1/ko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B24E594-6A5E-4806-A944-B95B337231C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종류의 사전 정보가 탐색에서 만난다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정보 의존 관계로 재구성했습니다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번호 부여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우선순위 부여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매칭 순서로 기술합니다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여기의 두 입력 갈래는 서로 다른 전처리 결과를 뜻하며 특허가 병렬 구현 속도를 측정했다는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그래프 정점들을 여러 군으로 합쳐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관리만 편하게 하는 방법이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정점 간 비교가 가능한 총순서와 대칭 제약을 결합하는 방식입니다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patent | pp. 8–14, Figs. 5, 8, 10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그래프 매칭 방법 및 장치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KR101747854B1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https://patents.google.com/patent/KR101747854B1/ko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FC12E63-A437-460A-B63E-9DFF60E4328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번호 부여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낮은 차수부터 고정 순서를 만든다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특허는 동률이면 임의로 선택할 수 있다고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먼저인 동률 처리로 고정했습니다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원래 그래프의 차수를 정렬해 순서대로 번호를 주는 절차입니다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선택한 정점을 제거할 때마다 이웃 차수를 갱신하는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degeneracy ordering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바꾸어 설명하지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다른 동률 처리도 대표를 바꿀 수 있지만 이 예의 비교를 재현하려면 고정 순서가 필요합니다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patent | pp. 10–12, [0056]–[0070], Figs. 8–9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그래프 매칭 방법 및 장치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KR101747854B1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https://patents.google.com/patent/KR101747854B1/ko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9C689A8-DD61-4B5D-8196-5D1C2DC5FFA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p &lt;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알파벳을 비교하는 식이 아니다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p&lt;q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긴 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N(f(p))&lt;N(f(q))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줄임말로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예를 들어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p=c,q=b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2&lt;5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이름이 같아야 하는 조건도 아니고 질의 정점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자체에 새 데이터 번호를 대입한다는 뜻도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탐색하면서 바뀌지만 데이터 정점의 번호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고정됩니다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patent | pp. 14–15, [0088]–[0092]; notation clarification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그래프 매칭 방법 및 장치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KR101747854B1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https://patents.google.com/patent/KR101747854B1/ko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36CD7A6-1270-4451-88F8-81296535B64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 제약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가장 작은 번호를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대응시킨다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데이터 번호가 다르므로 네 정점 중 최소는 하나입니다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정점을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고르면 양쪽 이웃을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q,r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배치하는 두 방향이 남습니다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질의 대칭 목록에서 첫 위치가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[p,q,r,s]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[p,r,q,s]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남기는 과정과 대응합니다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조건만으로는 두 방향의 중복이 아직 없어지지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patent | pp. 13–14, [0078]–[0084], Fig. 12; recomputed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그래프 매칭 방법 및 장치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KR101747854B1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https://patents.google.com/patent/KR101747854B1/ko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B1B432E-CE93-4DB7-842C-AEED9E61CF9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번째 제약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두 이웃을 구분한다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해당 사이클의 최소 번호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두 이웃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e,b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번호는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4,5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e, 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놓습니다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s=d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번호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작아도 상관없습니다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필요한 조건은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크다는 것뿐입니다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예는 뒤에서 전체 순서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p&lt;q&lt;r&lt;s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왜 틀린지 보여줍니다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patent | pp. 13–14, [0085]–[0087]; Fig. 9 recomputation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그래프 매칭 방법 및 장치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KR101747854B1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https://patents.google.com/patent/KR101747854B1/ko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52E044A-382F-42C3-8ADA-CA4FED04812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조건은 일부 순서만 요구한다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 조건으로 먼저 이해한 후 추이적인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p&lt;r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제거할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p&lt;s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다른 조건들에서 나오지 않으므로 유지해야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[0089]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인쇄된 단순화 결과는 이 점과 모순되므로 그대로 쓰지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 관계는 데이터 번호를 뜻하며 그래프의 간선 유무와는 별개입니다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patent | pp. 14–15, [0088]–[0089]; corrected derivation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그래프 매칭 방법 및 장치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KR101747854B1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https://patents.google.com/patent/KR101747854B1/ko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E663714-2294-4D77-BE25-3EF132E3F0E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대표 매핑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 간선과 번호를 모두 확인한다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간선 검사와 부등식 검사를 따로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p=a,q=e,r=b,s=d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필수 간선 네 개가 모두 존재합니다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q-r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해당하는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e-b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데이터에 있지만 비유도 매칭에서는 추가 간선을 허용합니다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s=3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q=4,r=5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보다작아도 최종조건을 위반하지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매핑은 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대상으로 직접 재계산한 예입니다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patent | pp. 20–21, Figs. 9, 11; recomputed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그래프 매칭 방법 및 장치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KR101747854B1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https://patents.google.com/patent/KR101747854B1/ko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1288C53-6FAA-47C7-8344-F32139FB86B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대표 매핑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다른 위치의 사이클은 보존한다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매핑의 간선 집합은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bc,be,cd,de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앞 매핑의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ab,ae,bd,de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다르므로 별개의 정답입니다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데이터의 추가 간선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b-d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질의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q-r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대응하지만 비유도 조건에서는 허용됩니다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대칭 중복을 제거한다는 말은 서로 다른 위치의 패턴까지 하나로 합친다는 뜻이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patent | pp. 20–21, Figs. 9, 11; recomputed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그래프 매칭 방법 및 장치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KR101747854B1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https://patents.google.com/patent/KR101747854B1/ko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285E171-0154-4D8C-8208-08D641D0883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작은 예는 전수 검사로 정답을 확인할 수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대응을 모두 생성해 필요한 간선과 순위 조건을 검사했습니다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정답 대표는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(a,e,b,d), (c,d,b,e)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줄었다는 것이 전체 알고리즘이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 빨라졌다는 증거는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전처리와 부분 분기 검사 비용이 있으며 실제 탐색 방문 수와 실행시간을 별도로 측정해야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patent | Figs. 9, 11–12; exhaustive constructed check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그래프 매칭 방법 및 장치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KR101747854B1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https://patents.google.com/patent/KR101747854B1/ko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623F591-38E4-4518-845E-907914D8B08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실패한 부분 분기는 완성하기 전에 중단한다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예를 들어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p=a,q=b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 배정하면 번호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1&lt;5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 통과합니다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r=e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두면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p-r=a-e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존재하지만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q&lt;r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5&lt;4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여서 실패합니다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배정해 같은 대표를 또 완성할 필요가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분기만 되돌리고 다른 후보는 계속 탐색합니다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매칭 종료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 부분 분기의 종료로 해석해야 모든 정답을 계속 열거할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patent | pp. 14–15, [0088]–[0092]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그래프 매칭 방법 및 장치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KR101747854B1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https://patents.google.com/patent/KR101747854B1/ko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D8C09E1-1EAD-4882-A6CB-88234C237B4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전처리와 탐색을 구분한 실행 흐름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모든 구현 세부사항을 의사코드로 제공하지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흐름은 필수 의미를 교육용으로 정리한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데이터 번호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질의 대칭 제약을 준비하고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아직 사용하지 않은 데이터 정점으로 부분 매핑을 확장합니다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이미 배정된 이웃의 간선 조건과 비교 가능한 부등식을 즉시 검사합니다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실패하면 되돌아가고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정점이 배정되면 출력합니다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후보 집합 구성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인덱스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탐색 순서는 별도 설계사항입니다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patent | pp. 8–15, Figs. 5, 8, 10, 13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그래프 매칭 방법 및 장치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KR101747854B1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https://patents.google.com/patent/KR101747854B1/ko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ADFF097-E11E-46BC-B108-60865EB6000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p &lt; q &lt; r &lt; 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바꾸면 정답이 사라진다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고정 번호에서 모든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유효 매핑에 전체 순서를 적용하면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개가 남습니다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단순히 번호를 오름차순 정렬한 모든 정점을 매칭하면 된다는 설명이 틀리는 이유입니다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두 이웃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q,r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구분할 필요는 있지만 맞은편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그 이웃들의 대소관계를 요구하지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반례는 직접 전수 계산했습니다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patent | pp. 13–15, [0078]–[0089]; constructed counterexample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그래프 매칭 방법 및 장치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KR101747854B1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https://patents.google.com/patent/KR101747854B1/ko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87FA80C-7DDB-413D-83AC-A16610F7A62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기존 탐색과의 차별점은 대칭 제약의 활용이다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특허는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VF2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대칭 중복을 동기로 들지만 이 문헌만으로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VF2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구현의 후보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pruning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능력이나 모든 입력의 상대 성능을 평가할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특히 모든 매핑 열거와 대표만 열거를 비교하면 출력 요구가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자료는 특허가 제안한 차별점을 설명하고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벤치마크 없는 보편적 속도 주장을 추가하지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patent | pp. 4–6, [0004]–[0022]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그래프 매칭 방법 및 장치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KR101747854B1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https://patents.google.com/patent/KR101747854B1/ko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1A11464-DF0D-48B7-94BA-4A6C203595A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중복을 줄이는 규칙을 만드는 비용도 든다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순진하게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정점의 모든 순열을 열거하면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k!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개를 고려합니다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설명용 전처리 방식의 비용을 경고하는 것이지 특허의 실측 시간복잡도를 새로 증명한 값이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본문은 구체적인 대칭 검출 엔진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대규모 저장 설계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출력 압축 성능을 제공하지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정점 번호는 비교를 위한 정보이고 원래 그래프의 간선 저장량을 자동으로 줄이지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patent | pp. 10–14, Figs. 8, 10; complexity interpretation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그래프 매칭 방법 및 장치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KR101747854B1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https://patents.google.com/patent/KR101747854B1/ko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7F9AE47-3E37-48C0-80A6-66E11FFD533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원문의 경우의 수는 그대로 계산에 쓰기 어렵다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[0071]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순열 목록에도 중복된 튜플이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두 그룹만 보여 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이 설명만으로 모든 순열을 어떻게 빠짐없이 그룹화하는지 완전한 범용 알고리즘을 복원했다고 주장하지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 그룹의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C4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자기 동형과 일치하므로 그 범위의 제약 유도는 독립적으로 확인할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[0089]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p&lt;r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추이적임을 설명하지만 실제 인쇄 결과는 다르게 남겨 모순입니다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patent | pp. 12–15, [0071], [0074], [0089], Fig. 12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그래프 매칭 방법 및 장치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KR101747854B1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https://patents.google.com/patent/KR101747854B1/ko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9450D65-948B-4227-BAEE-4C83B782F43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번호 조건을 통과해도 간선이 없을 수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[0091]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(c,d,e,b)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획득했다고 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p-r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간선을 보존하려면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c-e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있어야 하며 그 간선은 두 데이터 그림 모두에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숫자 순서만 확인해서 성공이라고 설명할 수 없는 직접적 반례입니다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(c,d,b,e)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기준으로 재구성해 검증한 예이며 원문 그림이 그 매핑을 정확히 보였다고 주장하지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patent | pp. 15, 20–22, [0091], Figs. 9, 11, 13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그래프 매칭 방법 및 장치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KR101747854B1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https://patents.google.com/patent/KR101747854B1/ko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311C46C-A45D-4955-960C-417A95B7446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장치 구성은 프로그램을 실행하는 일반 구조다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프로세서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인터페이스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메모리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RAM30,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스토리지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40,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버스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저장장치의 프로그램과 데이터를 실행할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프로세서가 쓰는 구조입니다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넘는 그래프를 자동 처리하는 외부 메모리 알고리즘이나 분산 처리 성능이 이 그림만으로 성립하지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본문은 병렬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분산 가능성을 언급하지만 구체적인 통신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부하 균형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벤치마크를 제시하지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patent | pp. 8, 15–16, 23, [0049], Fig. 14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그래프 매칭 방법 및 장치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KR101747854B1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https://patents.google.com/patent/KR101747854B1/ko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22611C2-E233-4B49-9568-1E48C2C6EB5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문헌으로 확인되는 것과 남는 질문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특허 등록을 실험적 성능 보증으로 해석하지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본문에는 벤치마크 표나 속도 개선율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메모리 사용량 곡선이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평가하려면 동일한 출력 정의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질의 유형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그래프 구조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전처리 포함 여부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탐색 방문 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실행시간을 맞추어 비교해야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열거한 것은 추가 검증의 설계이지 이미 수행된 측정 결과가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patent | pp. 1–23; evidence boundary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그래프 매칭 방법 및 장치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KR101747854B1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https://patents.google.com/patent/KR101747854B1/ko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94C26E0-3564-413A-B200-F8DA7E21588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 정리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대표를 남기되 정답은 잃지 않는다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문장으로 요약하면 데이터 정점에 고정 순서를 만들고 질의의 대칭에서 허용되는 비교 조건을 얻어 탐색 중 적용하는 방식입니다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최소로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q&lt;r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정하면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표현이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대표가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간선 검사와 일대일 조건은 여전히 필수입니다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수치와 예시의 모순을 명시하고 검증된 예의 범위만 설명해야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대규모 성능과 장치 메모리 한계는 별도 문제입니다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patent | pp. 8–16, Figs. 5, 8, 10–14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그래프 매칭 방법 및 장치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KR101747854B1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https://patents.google.com/patent/KR101747854B1/ko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32F0F9C-BCE7-44F1-9E38-ECC053C55F0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그래프 매칭의 대칭과 중복 제거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그래프 매칭 방법 및 장치 </a:t>
            </a: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(KR101747854B1)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서동민</a:t>
            </a: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유석종</a:t>
            </a: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이민호</a:t>
            </a: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강유</a:t>
            </a: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박하명 </a:t>
            </a: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· </a:t>
            </a:r>
            <a:r>
              <a:rPr lang="ko-KR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한국과학기술정보연구원 </a:t>
            </a: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(2017)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정점 번호와 질의 대칭으로 같은 패턴의 표현을 하나만 남기는 방법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patent pp. 1–23; KR101747854B1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구조를 다른 순서로 찾는 일이 반복된다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네 정점의 사이클은 시작점과 방향만 바꿔도 여러 매핑으로 표현된다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402228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예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줄이려는 대상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데이터 그래프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검색할 전체 연결 구조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패턴이 존재하는 위치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질의 그래프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찾을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C4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패턴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매칭의 모양과 조건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서로 다른 매핑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구조에 다른 정점 대응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대칭에 따른 중복 표현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특허의 접근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번호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대칭 제약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탐색 중 불필요한 분기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데이터를 지우는 것이 아니라 같은 패턴의 여러 표현 중 대표를 선택한다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patent pp. 4–6, [0002]–[0022], Fig. 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무엇을 같은 결과라고 부르는가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매핑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간선 패턴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정점 집합은 일반적으로 서로 다른 출력이다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402228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출력 단위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같다고 판단하는 기준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주의할 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매핑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p·q·r·s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대응이 모두 같음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대칭 대응도 별도 출력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패턴의 간선상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질의의 간선들이 같은 곳에 대응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설명의 중복 제거 단위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정점 집합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선택된 데이터 정점들만 같음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연결 패턴까지 합칠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자료는 대칭으로만 다른 매핑을 하나로 줄이는 경우를 설명한다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patent pp. 4–5, Fig. 3; interpretation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질의 그래프를 먼저 고정한다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C4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연결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: p—q—s—r—p;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표에서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간선이 있음을 뜻한다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2174040"/>
                <a:gridCol w="2174040"/>
                <a:gridCol w="2174040"/>
                <a:gridCol w="21740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필수 간선은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pq·pr·qs·rs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ps·qr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질의에 없다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patent p. 21, Fig. 11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예제의 데이터 그래프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이웃 목록을 명시한다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이후 계산은 도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9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그래프 하나만 사용한다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5435280"/>
                <a:gridCol w="32612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차수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b, 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a, c, d, 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b, 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b, c, 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a, b, 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차수는 한 정점에 연결된 간선 수이며 정점 번호와는 다르다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patent p. 20, Fig. 9; recomputed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간선이 더 있어도 매칭인가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예제는 질의의 간선을 보존하는 비유도 매칭으로 읽는다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402228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검사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예제에서의 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서로 다른 정점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p·q·r·s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다른 곳에 대응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일대일 대응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질의의 간선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pq·pr·qs·rs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모두 존재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필수 조건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 데이터 간선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질의에 없어도 허용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비유도 매칭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유도 매칭이라면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없는 간선까지 보존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데이터의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C4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매칭 종류를 바꾸면 같은 입력에서도 정답이 바뀐다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patent pp. 4–5, 20–22, Figs. 3, 9, 11; recomputed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하나의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C4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왜 여덟 대응이 생기는가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시작 정점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4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×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진행 방향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=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대칭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8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402228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가능한 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그 뒤에 정해지는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갈 정점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사이클의 시작점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갈 이웃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진행 방향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갈 이웃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남은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다른 이웃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갈 정점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남은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반대쪽 정점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여덟 가지는 간선을 보존하며 질의 자체를 바꾸는 대칭이다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patent pp. 12–14, [0071]–[0087], Figs. 11–12; recomputed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종류의 사전 정보가 탐색에서 만난다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데이터의 순서와 질의의 대칭 제약을 따로 만든 뒤 함께 검사한다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2"/>
          <p:cNvSpPr/>
          <p:nvPr/>
        </p:nvSpPr>
        <p:spPr>
          <a:xfrm>
            <a:off x="3301920" y="2958840"/>
            <a:ext cx="360" cy="6098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0" name="Shape 3"/>
          <p:cNvSpPr/>
          <p:nvPr/>
        </p:nvSpPr>
        <p:spPr>
          <a:xfrm>
            <a:off x="8889840" y="2958840"/>
            <a:ext cx="360" cy="6098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1" name="Shape 4"/>
          <p:cNvSpPr/>
          <p:nvPr/>
        </p:nvSpPr>
        <p:spPr>
          <a:xfrm>
            <a:off x="3301920" y="356868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2" name="Shape 5"/>
          <p:cNvSpPr/>
          <p:nvPr/>
        </p:nvSpPr>
        <p:spPr>
          <a:xfrm>
            <a:off x="6730920" y="356868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3" name="Shape 6"/>
          <p:cNvSpPr/>
          <p:nvPr/>
        </p:nvSpPr>
        <p:spPr>
          <a:xfrm>
            <a:off x="5460840" y="3568680"/>
            <a:ext cx="360" cy="5713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4" name="Shape 7"/>
          <p:cNvSpPr/>
          <p:nvPr/>
        </p:nvSpPr>
        <p:spPr>
          <a:xfrm>
            <a:off x="6730920" y="3568680"/>
            <a:ext cx="360" cy="5713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5" name="Shape 8"/>
          <p:cNvSpPr/>
          <p:nvPr/>
        </p:nvSpPr>
        <p:spPr>
          <a:xfrm>
            <a:off x="6095880" y="4736880"/>
            <a:ext cx="360" cy="7365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6" name="Text 9"/>
          <p:cNvSpPr/>
          <p:nvPr/>
        </p:nvSpPr>
        <p:spPr>
          <a:xfrm>
            <a:off x="1270080" y="236232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데이터 그래프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0"/>
          <p:cNvSpPr/>
          <p:nvPr/>
        </p:nvSpPr>
        <p:spPr>
          <a:xfrm>
            <a:off x="1270080" y="264168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차수 정렬 → 고정 번호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1"/>
          <p:cNvSpPr/>
          <p:nvPr/>
        </p:nvSpPr>
        <p:spPr>
          <a:xfrm>
            <a:off x="6858000" y="236232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질의 그래프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2"/>
          <p:cNvSpPr/>
          <p:nvPr/>
        </p:nvSpPr>
        <p:spPr>
          <a:xfrm>
            <a:off x="6858000" y="264168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대칭 분석 → 부등식 조건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3"/>
          <p:cNvSpPr/>
          <p:nvPr/>
        </p:nvSpPr>
        <p:spPr>
          <a:xfrm>
            <a:off x="4191120" y="41403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매칭 탐색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14"/>
          <p:cNvSpPr/>
          <p:nvPr/>
        </p:nvSpPr>
        <p:spPr>
          <a:xfrm>
            <a:off x="4191120" y="44197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간선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일대일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부등식 검사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15"/>
          <p:cNvSpPr/>
          <p:nvPr/>
        </p:nvSpPr>
        <p:spPr>
          <a:xfrm>
            <a:off x="4191120" y="54738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대표 매핑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16"/>
          <p:cNvSpPr/>
          <p:nvPr/>
        </p:nvSpPr>
        <p:spPr>
          <a:xfrm>
            <a:off x="4191120" y="5753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대칭 부류에서 하나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1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5" name="Text 1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patent pp. 8–14, Figs. 5, 8, 10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1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번호 부여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낮은 차수부터 고정 순서를 만든다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차수끼리는 하나의 순서를 정해 이후 바꾸지 않는다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261240"/>
                <a:gridCol w="380484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원래 차수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번호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번호는 비교용 순위이지 메모리 절감이나 실행 순서 그 자체가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patent pp. 10–12, [0056]–[0070], Figs. 8–9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 &lt; q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알파벳을 비교하는 식이 아니다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정확한 뜻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: N(f(p)) &lt; N(f(q))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402228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예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p, 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질의 정점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찾으려는 역할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f(p)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대응한 데이터 정점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f(p)=c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N(c)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고정 번호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N(c)=2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 &lt; 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대응 정점의 번호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 &lt; 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데이터 정점의 이름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번호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질의의 역할을 구분하면 부등식을 읽을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patent pp. 14–15, [0088]–[0092]; notation clarification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첫 제약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가장 작은 번호를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대응시킨다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C4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여덟 표현 가운데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위치를 하나로 고정한다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402228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/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 &lt; 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작음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 &lt; 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작음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 &lt;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작음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남는 표현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 → 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방향만 남음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최소라는 조건은 한 사이클의 시작점 중복을 제거한다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patent pp. 13–14, [0078]–[0084], Fig. 12; recomputed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번째 제약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두 이웃을 구분한다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 &lt; 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더하면 남아 있던 두 방향 중 하나만 통과한다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4565880"/>
                <a:gridCol w="3261240"/>
                <a:gridCol w="30438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최소로 둔 표현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번호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판정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(p,q,r,s)=(a,e,b,d)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 &lt; 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통과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(p,q,r,s)=(a,b,e,d)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 &lt; 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탈락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간선 패턴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ab·ae·bd·de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시작점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4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개와 방향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개를 각각 제거해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8 → 2 → 1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patent pp. 13–14, [0085]–[0087]; Fig. 9 recomputation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조건은 일부 순서만 요구한다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최종 조건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: p &lt; q, p &lt; r, p &lt; s, q &lt; 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402228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요구 여부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설명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나머지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모두보다 작음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시작점 고정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작음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방향 고정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 / 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 제한 불필요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 &lt; 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조건에서 유도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 &lt; q &lt; 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추이성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동치인 최소 조건은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 &lt; q, q &lt; r, p &lt; 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patent pp. 14–15, [0088]–[0089]; corrected derivation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대표 매핑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네 간선과 번호를 모두 확인한다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(p,q,r,s) = (a,e,b,d),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번호는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(1,4,5,3)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261240"/>
                <a:gridCol w="4348440"/>
                <a:gridCol w="32612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질의 간선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대응 데이터 간선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존재 여부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p—q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a—e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p—r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a—b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q—s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e—d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r—s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b—d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 &lt; 4, 1 &lt; 5, 1 &lt; 3, 4 &lt; 5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모두 만족한다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patent pp. 20–21, Figs. 9, 11; recomputed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대표 매핑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다른 위치의 사이클은 보존한다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(p,q,r,s) = (c,d,b,e),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번호는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(2,3,5,4)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261240"/>
                <a:gridCol w="4348440"/>
                <a:gridCol w="32612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질의 간선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대응 데이터 간선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존재 여부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p—q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c—d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p—r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c—b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q—s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d—e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r—s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b—e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 &lt; 3, 2 &lt; 5, 2 &lt; 4, 3 &lt; 5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모두 만족한다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patent pp. 20–21, Figs. 9, 11; recomputed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작은 예는 전수 검사로 정답을 확인할 수 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다섯 데이터 정점에서 서로 다른 네 정점을 대응시키는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120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개를 검사한다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402228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검사 단계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남은 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뜻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일대일 대응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5×4×3×2 = 120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아직 간선 검사 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필수 네 간선 보존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사이클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×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대칭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최소로 제한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사이클의 두 방향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 &lt; 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까지 적용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서로 다른 대표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수치는 작은 예제의 정확성 검사이며 실행시간 측정값이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patent Figs. 9, 11–12; exhaustive constructed check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실패한 부분 분기는 완성하기 전에 중단한다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완성된 결과를 모두 저장한 뒤 걸러내는 과정과 구분한다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 = a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번호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고정하고 이웃 후보 탐색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7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8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 = b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a—b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존재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1 &lt; 5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통과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2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3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 = 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a—e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존재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그러나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5 &lt; 4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실패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7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8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되돌아감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분기만 중단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;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다른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q·r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후보 계속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2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3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이미 결정된 정점끼리 검사할 수 있는 조건을 가능한 이른 시점에 적용한다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5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patent pp. 14–15, [0088]–[0092]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전처리와 탐색을 구분한 실행 흐름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부등식은 매칭 조건에 추가되는 검사다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전처리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고정 번호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질의 제약 생성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3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4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후보 선택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미사용 데이터 정점으로 부분 매핑 확장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8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9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조건 검사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간선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일대일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현재 판정 가능한 부등식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3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4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분기 처리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실패하면 복귀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;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미완성이면 계속 확장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8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9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출력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완성된 대표를 기록하고 다른 분기 탐색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3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4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이웃 연결을 검사하지 않고 번호 조건만 검사하면 잘못된 결과도 통과한다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6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patent pp. 8–15, Figs. 5, 8, 10, 13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 &lt; q &lt; r &lt; s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바꾸면 정답이 사라진다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원래 제약에 없는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 &lt; 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추가하면 대표를 과도하게 제한한다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402228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매핑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번호 튜플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순서 검사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(1,4,5,3)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 &lt; 3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실패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(2,3,5,4)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 &lt; 4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실패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올바른 조건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최소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 q &lt; 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정답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유지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순서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 &lt; q &lt; r &lt;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예의 정답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중복 제거 규칙은 정답을 하나 남긴다는 근거와 함께 만들어야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patent pp. 13–15, [0078]–[0089]; constructed counterexample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기존 탐색과의 차별점은 대칭 제약의 활용이다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VF2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대한 특허의 문제 제기와 실제 성능 증명을 구분한다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402228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접근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 처리의 초점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여러 매핑 열거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대응 관계 각각을 출력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출력 정의에 따라 정상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사후 중복 제거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완성 결과들을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이미 수행한 탐색은 남음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특허의 제안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번호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대칭 제약으로 조기 제한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중복 분기를 줄이려는 설계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우월성 판단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출력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구현으로 측정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특허에는 정량 비교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VF2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항상 무작정 탐색하거나 언제나 더 느리다고 단정하지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patent pp. 4–6, [0004]–[0022]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중복을 줄이는 규칙을 만드는 비용도 든다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질의가 작을 때의 예와 대규모 질의의 전처리 문제는 구분해야 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402228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필요한 작업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비용을 바꾸는 요인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데이터 번호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차수 계산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데이터 정점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간선 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대칭 분석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구조가 같은 치환 탐색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질의 크기와 대칭성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매칭 검사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후보 확장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간선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부등식 검사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후보 수와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pruning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효과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남은 대표 저장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실제 패턴 발생 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번호 부여만으로 그래프 크기나 출력량의 한계가 없어지지는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patent pp. 10–14, Figs. 8, 10; complexity interpretation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원문의 경우의 수는 그대로 계산에 쓰기 어렵다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설명 가능한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C4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대칭과 원문 표기의 모순을 분리한다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402228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/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설명에 사용할 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네 정점의 순열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[0071]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32; 4!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단순 순열 수는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그룹 그림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개씩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그룹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= 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24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완전 분할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C4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그룹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간선 보존 대칭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 → 2 → 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직접 검증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 단순화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[0089]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 &lt; 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누락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 &lt; q, q &lt; r, p &lt;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확인된 예의 동작과 모든 질의에 대한 일반적 보장을 혼동하지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patent pp. 12–15, [0071], [0074], [0089], Fig. 12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번호 조건을 통과해도 간선이 없을 수 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원문 성공 예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(p,q,r,s)=(c,d,e,b)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c—e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요구한다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4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402228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검사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부등식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통과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번호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(2,3,4,5)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질의 간선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p—r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c—e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13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모두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도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b—e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유무가 다름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그림을 섞으면 안 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보강한 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(c,d,b,e)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모두 통과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원문 예시의 모순은 명시하고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일관된 그래프에서 다시 계산한다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patent pp. 15, 20–22, [0091], Figs. 9, 11, 13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장치 구성은 프로그램을 실행하는 일반 구조다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프로세서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·RAM·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저장장치의 역할은 서로 다르다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402228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담당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뜻하지 않는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프로세서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매칭 프로그램 실행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전용 가속기 성능 실증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실행 중 데이터와 상태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디스크 용량과 동일함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스토리지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프로그램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대규모 데이터 보관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자동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out-of-core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처리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인터페이스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버스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통신과 내부 데이터 이동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분산 확장성 측정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알고리즘의 중복 제거와 하드웨어 용량 문제는 별도로 확인해야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patent pp. 8, 15–16, 23, [0049], Fig. 14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문헌으로 확인되는 것과 남는 질문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성능 결과가 없는 문헌에 개선율이나 처리 규모를 만들어 넣지 않는다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402228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확인 대상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제공되는 근거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아직 필요한 근거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핵심 동작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번호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대칭 제약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매칭 절차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완전한 일반 구현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C4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대표 선택을 재계산 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다양한 질의의 정당성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성능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정성적 개선 주장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시간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메모리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데이터 규모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장치 적용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일반 실행 구성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실장치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분산 환경 측정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기술 아이디어를 이해하는 것과 확장성을 입증하는 것은 다른 단계다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patent pp. 1–23; evidence boundary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핵심 정리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대표를 남기되 정답은 잃지 않는다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고정 번호와 질의 대칭을 결합해 중복 표현을 제한한다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정의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무엇을 하나의 출력으로 볼지 먼저 정한다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0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1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전처리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데이터 번호와 질의의 대칭 조건을 만든다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5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6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탐색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간선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일대일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부등식을 함께 검사한다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0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1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해석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예제의 정확성과 실측 성능을 구분한다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5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6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중복 제거는 추가 제약의 수가 아니라 정답 보존 근거로 판단한다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8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patent pp. 8–16, Figs. 5, 8, 10–14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2026-09-12T09:32:22Z</dcterms:created>
  <dc:creator>Research Seminars</dc:creator>
  <dc:description/>
  <dc:language>ko-KR</dc:language>
  <cp:lastModifiedBy>Research Seminars</cp:lastModifiedBy>
  <dcterms:modified xsi:type="dcterms:W3CDTF">2026-09-12T09:32:22Z</dcterms:modified>
  <cp:revision>1</cp:revision>
  <dc:subject>그래프 매칭 방법 및 장치 (KR101747854B1)</dc:subject>
  <dc:title>그래프 매칭의 대칭과 중복 제거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26</vt:r8>
  </property>
  <property fmtid="{D5CDD505-2E9C-101B-9397-08002B2CF9AE}" pid="3" name="PresentationFormat">
    <vt:lpwstr>On-screen Show (16:9)</vt:lpwstr>
  </property>
  <property fmtid="{D5CDD505-2E9C-101B-9397-08002B2CF9AE}" pid="4" name="Slides">
    <vt:r8>26</vt:r8>
  </property>
</Properties>
</file>