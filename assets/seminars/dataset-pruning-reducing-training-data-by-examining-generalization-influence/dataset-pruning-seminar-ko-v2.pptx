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8247BA7A-9EDD-4D63-AEEE-7484A9F7583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Dataset Pruning: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영향으로 학습 데이터를 줄이는 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학습 데이터를 무조건 많이 남기는 대신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제거해도 모델이 크게 달라지지 않는 예제를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각 예제를 따로 평가하는 점수가 아니라 여러 예제를 함께 제거할 때 생기는 영향 벡터의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ICLR 2023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발표되었고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원문을 기준으로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1–2, abstract and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320DA2-B431-4D83-AA7E-96F707C084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데이터의 중복이 반복 계산 비용을 키운다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모델 파라미터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구분되는 데이터 중복 문제를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부분집합을 직접 시험하면 데이터가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 번 재학습해야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이 비용을 피하면서 제거 집합의 공동 영향을 고려하는 방법을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작은 데이터셋 자체가 목적이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허용한 변화 안에서 학습 비용을 줄이는 것이 목적입니다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1–2, §1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6EA14E-81BE-456F-AF63-0BA09C383AE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데이터를 줄이는 세 가지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예산을 먼저 고정하고 그 안에서 좋은 예제를 고르는 경우가 많습니다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Dataset condensation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실제 예제를 고르는 대신 합성 데이터를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주 문제는 허용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먼저 정하고 제거할 예제를 최대화하는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비교 실험을 위해 제거량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고정한 변형도 함께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2–4, §2–§4.2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38B82D6-9BB0-4BCD-B079-C43AF2ED8AD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개별 영향이 커도 함께 제거하면 상쇄될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논문의 개념을 설명하기 위해 만든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벡터의 크기는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방향이 반대라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개별 점수만 보면 중요해 보이는 두 예제가 집합으로는 작은 변화를 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방법은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반영된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influence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1, 4 and 8, group effect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BBB88E2-1225-4BA3-A07D-C9B1A8C633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문제에 등장하는 집합과 모델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제거 후보이고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tilde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실제로 남는 학습 데이터입니다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구분을 뒤집으면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무엇을 선택하는지 잘못 이해하게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뜻은 예제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유지한다는 뜻이 아니라 제거 집합에 넣는다는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theta 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원본 전체에서 학습한 기준 모델입니다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§3 and Definition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CD57F3-8BAF-4127-AD16-30050EFDF5C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ε-redundant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Definition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변화가 작은 집합을 중복으로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smooth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하므로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이어진다는 논리를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Section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loss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상계를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연결은 뒤에서 가정과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Definition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E5BA8A-C9AA-448E-BD88-7685FE1230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2ⁿ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재학습을 요구한다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개이면 가능한 부분집합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정확한 재학습 비교를 수행하지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데이터에서 학습한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 hat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 영향으로 제거 효과를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 절감이 방법의 출발점이지만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근사 정확도는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제거 규모에 따라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 and 4, §1 and §4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D92ABF-933A-4CA9-BE1E-28303A914C8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예제의 제거 영향을 재학습 없이 근사한다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Influence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예제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아주 조금 바꿀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해가 움직이는 방향을 미분합니다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정의는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I_param(z) equals minus H inverse times the sample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한 예제를 제거하는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minus one over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제거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minus I_param divided by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training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curvature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definite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§4.1 and Eq. (2)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27D9D0-222B-4376-863B-4BB3BA7D39E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Influence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계산하는 것과 계산하지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식은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정의됩니다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실험은 계산 효율을 위해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influence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second-order optimization trick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추정합니다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구현에서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재학습 이동을 직접 측정한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 and 7, §4.1 and §6.1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CDAD32-79BA-4F7A-B029-5693006E40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Subset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영향은 선택한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removal influence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모은 행렬입니다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행과 열 방향은 구현 표기에 따라 전치될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 transpose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합을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흔한 오해는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W_i equals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남긴다는 뜻으로 읽는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제거 집합에 포함됨을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993D1D-DEA4-4E42-A75A-6386501403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Eq. (3):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허용 영향 안에서 제거 수를 최대화한다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개수를 최대화하고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influence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이하로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actual test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loss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관계를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Eq. (3)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546729-A4A6-47DB-970D-DE276AE9C1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Eq. (4):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제거 수를 고정하면 영향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최소화한다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 W_i equals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제거 개수를 고정하고 선택 집합의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influence 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최소화합니다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비교는 제거 비율을 맞추기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직접 찾아낸 최대 제거량의 비교라고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 and 8, Eq. (4) and §6.3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11D9BE-63D0-46FF-806E-8846142F41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이후 평가의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initialized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학습해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 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먼저 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각 예제의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influence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tilde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반환됩니다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성능은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pruned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initialized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학습해 측정합니다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Algorithm 1; p. 8, §6.3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23A9F0-6969-4542-85B2-2CD404E0CE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최적화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함께 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논문 수치가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이해하기 위한 강의용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 comma 0, s2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minus 0.6 comma 0, s3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comma 0.7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넘지만 함께 선택하면 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포함된 나머지 조합은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Eq. (3); constructed teaching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BD96AF-D6F0-4652-B160-3948280C4D0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Theorem 1: expected loss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test loss, θ_before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데이터의 추정 모델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θ_after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선택한 데이터를 제거한 뒤의 추정 모델을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 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제거 집합 첨자가 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 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before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풀어 쓴 표기입니다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test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big O epsilon over n plus m over n squared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theta hat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주변에서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first-order Taylor expansion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Cauchy–Schwarz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higher-order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작다고 취급합니다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 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정확히 이 값 이하라는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constant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Theorem 1 and Eq. (7)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ED4E6B-1DAB-4CAA-97DC-BC01E73692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읽을 때 남겨야 할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s_i equals minus I_param divided by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더한 값에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premise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unscaled sum I_param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기호를 그대로 연결하면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놓칠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실제 구현은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 layer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simulated annealing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analytical program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4–7, Eq. (2)–(14) and §6.1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058B78-A297-4CFD-A54C-07D1C4F97E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Figure 2: influence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 gap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θ_after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θ_before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앞의 정리 슬라이드와 같이 선택한 데이터 제거 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전의 추정 모델이며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실험에서 평가한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늘리며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 over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observed test loss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방법의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비슷한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움직이고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over n squared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훨씬 작아 생략했다고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상관은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유용하다는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bound constant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Fig. 2 and §6.2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5121448-D16C-4111-AAD8-3521C5B3A8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CIFAR-10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CIFAR-100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50,000 training images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TinyImageNet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 epochs, batch 128, learning rate 0.01, cosine annealing, SGD momentum 0.9, weight decay five times ten to the minus four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 crop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horizontal flip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Hessian inverse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last-layer influence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계산 비용을 줄이기 위한 구현 선택입니다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§6.1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494966F-04DD-470C-B6E9-7BB080D0451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비교는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수행한다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CIFAR-10, CIFAR-100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TinyImageNet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방법의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대체로 가장 높고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차이가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이 그래프는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recipe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분포와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우월하다는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7–8, Fig. 1 and §6.3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BF6EBCC-D955-4877-9814-50BFDC9867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Pruned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더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평가된다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pruned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더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unknown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잘 작동한다고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1.25M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이름을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 setup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SqueezeNet, Figure 3 caption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6.4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다르게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어느 쪽이 맞다고 추정하지 않고 불일치를 그대로 공개합니다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CIFAR-10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조합에 한정합니다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7–8, §6.1, Fig. 3 and §6.4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03A41DB-844D-49F5-BEC5-8AA9A86355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Figure 4: pruning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annotated points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3200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95.1 percent, 40 percent 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1800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93.8 percent, 60 percent 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1250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92.3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40 percent 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1.3 percentage points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보장된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9, Fig. 4 and §6.5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C145462-C749-46AE-A7EB-09A0A52C1F6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NAS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반복 사용한다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depth, width, pooling,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720 ConvNets search space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CIFAR-10 class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장으로 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epochs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선택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Tesla V100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9, §6.5 and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3280CA-A208-4F14-9C23-F01ACCFCFE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Table 1: CIFAR-10 NAS proxy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고른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best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평가한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Correlation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top 10 models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validation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whole-dataset validation accuracy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Spearman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search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113 minutes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3029 minutes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720 ConvNets, CIFAR-10, Tesla V100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9,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B22FAE-56A6-405B-9372-09E4D9FA3E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Dataset 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비용과 적용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방법은 데이터만 보고 즉시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influence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discrete solver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한 번만 학습하는 작은 문제에서는 준비 비용이 이득보다 클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가장 설득력 있게 보여 준 사용 사례는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반복 학습하는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5, 7 and 9, Algorithm 1 and §6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63A46E8-B4CF-4048-B019-F3E46D3849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제거 집합의 공동 영향으로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중요한 전환은 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정렬하는 대신 제거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influence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최적화하는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influence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loss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연결하고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효율을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 convention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 assumption,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small-network label inconsistency, last-layer influence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simulated annealing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구현은 적용 전에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1–9, method, analysis and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Yang et al., Dataset Pruning, ICLR 2023, arXiv:2205.09329v2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https://arxiv.org/abs/2205.09329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D6006A-E97A-4069-87F9-6BDEC62F84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 Pruning: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영향으로 학습 데이터를 줄이는 법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Pruning: Reducing Training Data by Examining Generalization Influence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Shuo Yang, Zeke Xie, Hanyu Peng, Min Xu, Mingming Sun, Ping Li (2023)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개별 점수 대신 제거 집합의 공동 영향을 제한하는 데이터 선택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1–2, abstract and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데이터의 중복이 반복 계산 비용을 키운다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큰 데이터셋의 모든 예제가 같은 정도로 일반화에 기여하지는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데이터가 커지면 학습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튜닝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 탐색을 반복하는 비용도 함께 커진다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예제를 하나씩 빼고 재학습하면 영향은 알 수 있지만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규모에서는 불가능하다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개별 점수만 정렬하면 여러 예제가 함께 만드는 상쇄와 증폭을 놓친다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목표는 성능 손실을 제한하면서 남길 학습 집합을 가능한 작게 만드는 것이다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pruning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데이터 개수를 먼저 정하지 않고 허용 가능한 변화에서 출발한다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1–2, §1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데이터를 줄이는 세 가지 질문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예산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합성 데이터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허용 변화는 서로 다른 문제를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91356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접근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먼저 고정하는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찾는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점수 기반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남길 데이터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점수가 높은 예제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condensation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합성 예제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새로 만든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pruning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제거할 최대 중복 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제거량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제거할 예제 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영향이 가장 작은 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새 설정은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cardinality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generalization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관련 제약으로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2–4, §2–§4.2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개별 영향이 커도 함께 제거하면 상쇄될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영향은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scalar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순위가 아니라 방향을 가진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더해야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315252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강의용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함께 더한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g₁ = (3, 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g₂ = (−3, 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g₁ + g₂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값은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 0), norm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norm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influence norm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정렬하면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effect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볼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1, 4 and 8, group effect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문제에 등장하는 집합과 모델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제거 집합과 남은 집합을 먼저 분리하면 최적화 식을 읽기 쉽다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D,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예제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D̂, 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D̃ = D − D̂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재학습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얻은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θ̂₋D̂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D̂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 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변화량 비교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남길 집합이 아니라 제거할 중복 집합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D̂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선택한다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§3 and Definition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ε-redundant subset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제거 전후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거리가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ε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이하이면 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중복으로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380484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||θ̂₋D̂ − θ̂||₂ ≤ 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accuracy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D̂ε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조건을 만족한 제거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개가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D̂εmax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ε-redundant 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D̃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가장 작아짐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근접성이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generalization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근접성을 대신하는 핵심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Definition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subset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검사는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2ⁿ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 재학습을 요구한다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가능한 제거 집합마다 모델을 다시 학습하는 방식은 확장되지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예제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예제를 제거하거나 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2ⁿ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subset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가능한 조합을 모두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매번 재학습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θ̂₋D̂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새로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영향 근사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기준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변화 추정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Influence Function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재학습하는 비용을 한 번의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근사로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 and 4, §1 and §4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예제의 제거 영향을 재학습 없이 근사한다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 gradient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Hessian inverse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보정해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이동 방향을 얻는다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mechanism-lane-calc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influence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mechanism-node-grad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 gradient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∇L(z, θ̂)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mechanism-node-hessian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curvature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−H⁻¹∇L(z, θ̂)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mechanism-node-influence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I_param(z)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 방향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mechanism-node-removal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제거 변화 근사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−I_param(z) / 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(2)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trained solution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주변의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approximation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§4.1 and Eq. (2)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Influence Function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계산하는 것과 계산하지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이동의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 추정치를 실제 재학습 결과와 같은 값으로 보면 안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45716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θ̂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change 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metric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예측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influence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선형 근사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마지막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layer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계산이 빨라지는 대신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linearization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근사를 받아들인다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 and 7, §4.1 and §6.1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Subset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영향은 선택한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합이다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각 예제 제거의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변화 근사를 모아 둔 행렬이다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13100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sᵢ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−I_param(zᵢ) /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sᵢ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matrix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influence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Wᵢ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D̂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유지가 아니라 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WᵀS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최적화 변수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예제별 순위를 만들지 않고 조합을 직접 고른다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(3):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허용 영향 안에서 제거 수를 최대화한다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 함수와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분리해 읽으면 선택 방향이 선명해진다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 ∈ {0,1}ⁿ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예제 제거 여부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maximize ΣWᵢ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example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||WᵀS||₂ ≤ 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influence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D̂εmax = {zᵢ : Wᵢ=1}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 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작을수록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변화는 더 제한되지만 제거 가능한 수는 줄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Eq. (3)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(4):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제거 수를 고정하면 영향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최소화한다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비교에서는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pruning ratio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맞추기 위해 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91356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(3)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(4)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먼저 정하는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tolerance 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 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 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ΣWᵢ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||WᵀS||₂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selector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selector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검증에 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 pruning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pruning ratio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성능 비교가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(3)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tolerance-driven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문제와 같지는 않다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 and 8, Eq. (4) and §6.3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이후 평가의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한 번 학습한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influence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discrete solver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제거 집합을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mechanism-lane-main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pruning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mechanism-edge-a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mechanism-edge-a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mechanism-edge-a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mechanism-edge-a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mechanism-node-train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full-data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θ̂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mechanism-node-estimate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influence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sᵢ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mechanism-node-solve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최적화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(3)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(4)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mechanism-node-remove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D̂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D̃ = D − D̂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mechanism-node-retrain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재학습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D̃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새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pruning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full-data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influence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계산이 필요하므로 선택 단계도 공짜가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Algorithm 1; p. 8, §6.3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최적화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함께 사라진다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ε=0.2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removal vector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최대 집합을 찾는다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369960"/>
                <a:gridCol w="217404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{1}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(0.6, 0)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{2}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(−0.6, 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{1,2}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(0, 0)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s₃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 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(0,0.7)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(±0.6,0.7)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최대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제거 집합은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{1,2}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cardinality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Eq. (3); constructed teaching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1: expected loss gap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상계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influence constraint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loss gap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연결하는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asymptotic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표기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|L(θ_after) − L(θ_before)|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 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test loss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premise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||Σ I_param(zᵢ)||₂ ≤ 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unscaled influence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O(ε/n + m/n²)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 항과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remainder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derivation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Taylor + Cauchy–Schwarz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approximation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observed accuracy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만큼만 감소한다는 직접 보장이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Theorem 1 and Eq. (7)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Guarantee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읽을 때 남겨야 할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이론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근사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구현은 같은 수준의 주장이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positive definite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라고 가정한다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Influence Function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subset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θ̂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주변의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 근사다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(3)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1/n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포함하지만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premise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unscaled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합을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 network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마지막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linear layer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influence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simulated annealing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discrete problem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optimum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보장하지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조건을 포함한 분석 결과이며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pruning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실행의 절대 보증이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4–7, Eq. (2)–(14) and §6.1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2: influence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관측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 gap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pruning size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따라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ε/n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loss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차이가 함께 변하는지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1310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2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theory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ε/n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m/n²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항은 생략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observed gap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L(θ_after) − L(θ_before)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 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test loss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optimization-based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비슷한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equality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pruning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실험 조건의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대신하는 증명이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approximation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sanity check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Fig. 2 and §6.2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결과를 읽기 전에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dataset, 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recipe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6746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CIFAR-10/100, TinyImageNet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50k, 50k, 100k images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1.25M, ResNet18, ResNet50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11.69M, 25.56M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epochs, batch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SGD, cosine decay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optimizer detail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lr 0.01, momentum 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decay 5×10⁻⁴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pruning solver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last-layer influence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simulated annealing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hyperparameter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retraining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influence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solver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approximation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§6.1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비교는 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pruning ratio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수행한다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Optimization-based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방법은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high pruning ratio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더 벌어진다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434844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effect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Random·Herding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무작위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·class center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고려 안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Forgetting·GraNd·EL2N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이력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·loss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Influence-score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influence norm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 상호작용 누락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Optimization-based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subset influence norm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합으로 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(4)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제거량을 맞춘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comparison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7–8, Fig. 1 and §6.3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Pruned dataset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더 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평가된다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CIFAR-10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prune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ResNet18·50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새로 학습한다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3484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pruning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1.25M small 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label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불일치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ResNet18 11.69M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unseen larger architecture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ResNet50 25.56M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unseen larger architecture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 accuracy curves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가능성 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§6.1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SqueezeNet, Figure 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§6.4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 적어 재현 전 확인이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7–8, §6.1, Fig. 3 and §6.4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4: pruning ratio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CIFAR-10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곡선의 표시점은 시간 감소와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accuracy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감소를 함께 보여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2935080"/>
                <a:gridCol w="250020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convergence 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accuracy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whole dataset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3200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40% pruning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1800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93.8%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0.56×, −1.3 pp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60% pruning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1250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92.3%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0.39×, −2.8 pp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40% pruning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절반 수준 시간과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1.3 pp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하락은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4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관찰값이다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9, Fig. 4 and §6.5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NAS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dataset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반복 사용한다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Pruning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비용을 한 번 지불하고 많은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 training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줄이는 사용 사례다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CIFAR-10 proxy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class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총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720 ConvNets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 epochs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ranking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validation Spearman correlation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full-data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성능으로 평가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많을수록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준비 비용을 나눠 부담할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9, §6.5 and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1: CIFAR-10 NAS proxy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1000-image proxy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끼리 비교하면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proposed subset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ranking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가장 가깝다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1739160"/>
                <a:gridCol w="2500200"/>
                <a:gridCol w="217404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Spearman 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images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79.4%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113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10³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Herding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113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10³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82.5%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113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10³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85.7%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113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10³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Whole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85.9%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3029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5×10⁴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Ours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113 min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1000 images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85.7%·ρ=0.94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9,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pruning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비용과 적용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이득을 얻기 전에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model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influence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계산이 필요하다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2397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제한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먼저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one-shot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절감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influence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예제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last-layer approximation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inverse estimate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positive-definite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subset solver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simulated annealing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optimum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외부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재검증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image/NAS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결과에 한정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많은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반복 학습할 때 비용 상쇄 가능성이 가장 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5, 7 and 9, Algorithm 1 and §6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제거 집합의 공동 영향으로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 pruning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tolerance-driven subset selection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influence optimization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제거 효과를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Hessian-adjusted influence vector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근사한다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합을 제한해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 effect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 과정에 포함한다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CIFAR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NAS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계산 절감과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accuracy trade-off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조건부로 보여 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scale, Taylor assumption, last-layer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heuristic solver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읽어야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기여는 좋은 예제 순위가 아니라 함께 제거해도 되는 집합을 찾는 문제 설정이다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1–9, method, analysis and experiments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2026-09-12T07:11:26Z</dcterms:created>
  <dc:creator>Research Seminars</dc:creator>
  <dc:description/>
  <dc:language>ko-KR</dc:language>
  <cp:lastModifiedBy>Research Seminars</cp:lastModifiedBy>
  <dcterms:modified xsi:type="dcterms:W3CDTF">2026-09-12T07:11:26Z</dcterms:modified>
  <cp:revision>1</cp:revision>
  <dc:subject>Dataset Pruning: Reducing Training Data by Examining Generalization Influence</dc:subject>
  <dc:title>Dataset Pruning: 영향으로 학습 데이터를 줄이는 법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25</vt:r8>
  </property>
  <property fmtid="{D5CDD505-2E9C-101B-9397-08002B2CF9AE}" pid="3" name="PresentationFormat">
    <vt:lpwstr>On-screen Show (16:9)</vt:lpwstr>
  </property>
  <property fmtid="{D5CDD505-2E9C-101B-9397-08002B2CF9AE}" pid="4" name="Slides">
    <vt:r8>25</vt:r8>
  </property>
</Properties>
</file>