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9E69A33B-D704-459D-8C95-B1EEC7DB871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DQN: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픽셀에서 행동 가치까지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Human-level control through deep reinforcement learning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연구의 출발점은 사람이 설계한 게임 상태나 특징 없이 화면 픽셀과 점수 변화만으로 행동을 학습하는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convolutional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각 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추정치를 계산하고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experience 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주기적으로 복사한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 신경망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불안정성을 완화합니다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저장되고 다시 표본화되어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갱신으로 이어지는 과정을 추적한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게임 결과의 실제 평가 기준을 읽겠습니다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AC5571A-22EB-45DB-9E0D-8E7B02B84CD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 관측과 숨은 게임 상태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에이전트가 받는 신호를 먼저 구분하겠습니다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에이전트는 화면 픽셀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선택할 수 있는 행동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 뒤에 관측한 점수 변화를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내부에서 관리하는 물체 위치나 속도 같은 완전한 상태는 직접 받지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장의 화면만 보면 공이 왼쪽으로 가는지 오른쪽으로 가는지 구분하기 어려운 경우가 있으므로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구현은 최근 네 장의 전처리된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하나의 입력으로 묶습니다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짧은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관측 정보를 늘리지만 부분 관측 문제를 완전히 제거한다고 보장하지는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1, opening columns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6, Preprocessing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CF9B970-BF54-4894-B71B-D894F0B604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추정하는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의미를 먼저 정리하겠습니다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Q(w, 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history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행동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뒤 미래에 받을 보상을 할인해 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기대값을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즉시 보상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구성하는 첫 항일 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gamma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먼 미래 보상의 비중을 줄이는 할인율이며 이 논문에서는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학습되는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파라미터이고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theta-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일정 시점의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복사해 잠시 고정한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파라미터 집합은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Q-learning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독립적으로 학습하는 두 추정기가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큰 값을 가진 행동을 주로 선택하되 탐색을 위해 작은 확률로 다른 행동도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1, Q* definition and DQN loss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7, behaviour policy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C51315B-CB92-4429-901A-3A666FF6B69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화면에는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번갈아 나타나는 물체가 있어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정보를 놓칠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pixel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최댓값을 취해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flicker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RGB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luminance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추출하고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크기로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이렇게 만든 최근 네 장을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방향으로 쌓아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입력을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설계는 공이나 물체의 이동 방향을 추정하는 단서를 주지만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게임의 모든 과거 정보나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내부 상태를 제공하는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6, Preprocessing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3AB1F05-6AA0-49F5-8C8E-CD109F1C07B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 pass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행동별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convolutional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fully connected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통과합니다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게임에서 허용한 행동마다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추정치를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화면을 행동마다 다시 처리할 필요 없이 한 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 pass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각 행동을 선택할 확률이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환경에서 행동을 고를 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가장 큰 값을 주로 선택하면서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확률로 임의 행동을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최댓값을 구하는 과정과 이 환경 행동 선택은 목적과 시점이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2, Fig. 1 caption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6, Model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491FD25-1481-4317-83BB-46702556946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신경망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불안정성 압력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비선형 함수 근사와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결합하면 세 가지 압력이 나타납니다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온라인으로 바로 학습하면 이웃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강하게 연관됩니다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바뀌면 선택 행동과 새로 수집하는 데이터의 분포도 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Q-learning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추정치를 포함하므로 학습할 함수와 학습 목표가 동시에 움직일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표본의 시간적 상관과 급격한 분포 변화를 줄이고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과거 파라미터 복사본으로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즉각적인 이동을 늦춥니다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설계는 실용적 안정화 장치이며 모든 환경에서 수렴을 보장하는 정리는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1, DQN loss and replay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7, stability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74D7CB3-86AD-4BA1-9195-484C7917486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안정화 장치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 uniform experience replay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 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단순 보관 기능만 의미하지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에이전트는 매 시점의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유한한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추가하고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학습할 때 저장된 항목에서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균등하게 무작위 표본화합니다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연속된 화면만 묶여 들어오는 현상을 줄이고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경험을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재사용할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과거 여러 행동 정책에서 모인 데이터를 함께 보면서 최근 정책 변화가 학습 분포를 즉시 지배하는 현상을 완화합니다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같은 확률로 다루며 중요도에 따라 선택하는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prioritized 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7, Training algorithm for DQN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61C9661-891C-44CF-BF5F-D8300F65533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안정화 장치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snapshot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번째 장치는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별도의 목표를 학습하는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과거 복사본입니다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theta-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복사하고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사이에는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theta-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replay 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다음 상태 값을 계산할 때는 이 고정된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한 번 바뀌었다고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즉시 따라 움직이지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이러한 지연이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oscillation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divergence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가능성을 줄인다고 설명하지만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신경망 강화학습에서도 안정성을 보장한다고 주장하지는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1, DQN target parameters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7, target-network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6A7C0D6-F887-4F79-9900-F07209D0283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DQN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종료 분기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비종료라면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즉시 보상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다음 상태의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추정치를 합쳐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상태의 행동 값은 고정된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theta-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구하고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종료 전이라면 앞으로 이어질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항을 사용하지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Online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저장된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학습은 이 현재 예측과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차이를 줄이는 방향으로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추정값이 들어가므로 이를 관측된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ground truth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1, DQN loss and target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7,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1E86AAE-CC8C-4022-810E-48CB0B2583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식의 데이터 흐름을 작은 숫자로 계산하겠습니다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결과가 아니라 교육용 가정입니다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다음 상태에서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 2.0, stay 3.5, right 3.0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출력했다고 두면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argmax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고른 행동은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최댓값은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 보상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할인율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사용한 비종료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0.99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4.465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예측이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TD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2.465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하므로 이 예시의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영향은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처리는 범위 밖에서 절댓값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바꾸지 않으므로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계속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4.465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-1, 0, 1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별개의 처리입니다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끝냈다면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제거해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1, DQN target;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7, Algorithm 1; error clipping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0843EDA-F569-468E-99EF-F4BAF99F8FB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minibatch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데이터 흐름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방금 들어온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live 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다시 뽑은 과거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theta-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 상태의 모든 행동 값을 계산하고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비종료라면 그 최댓값을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결합해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Online 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실제 수행했던 현재 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두 값을 비교하며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에만 적용됩니다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앞의 교육용 예시에서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최대 다음 행동 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4.465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Raw TD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2.465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지만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미치는 영향을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4.465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유지되며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theta-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갱신하지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값은 참값이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훈련하는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7, Algorithm 1; error clipping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1, DQN loss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5E3898F-86EC-4CFC-8BF8-55FE70BE6F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DQN 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구성을 논문 수준에서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크기의 최근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convolution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filter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4, 64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filter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2, 64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filter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512-unit fully connected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output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수는 게임에서 허용한 행동 수와 같아서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화면에서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학습하지만 출력 자체는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6, Model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2, Fig. 1 caption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FD82091-A1F2-4265-841D-F7213CEF77A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게임에 적용한 학습 설정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주요 결과의 학습 조건을 확인하겠습니다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게임마다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천만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사용하며 이를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game experience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Replay memory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minibatch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32, gamma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 탐색률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줄고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선택한 행동은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동안 반복합니다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양수를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음수를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-1, 0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방식은 게임별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scale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줄여 같은 설정을 쓰기 쉽게 하지만 큰 보상과 작은 보상을 구분하지 못하게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6, Training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7, error clipping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368E0D1-A5EE-48FF-B5CC-DD0F1552CC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공통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recipe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게임별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일반성 주장을 정확히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게임에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architecture, algorithm, hyperparameter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설정을 적용했습니다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번 학습해 모든 게임을 플레이한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게임의 경험으로 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Output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크기도 그 게임의 허용 행동 수에 맞습니다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실험은 게임마다 조정한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알고리즘 없이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recipe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환경에서 작동하는지를 시험하지만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게임 사이에서 지식을 공유한다는 결과는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2, architecture and 49-game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6, Training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BAFE8D9-89C9-41CE-9A6E-50B7207A3D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DQN, human, 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평가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절차를 분리해서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게임마다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 실행하며 시작 전에 서로 다른 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no-op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실행은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분이고 평가 정책의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Human tester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약 두 시간 연습한 뒤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플레이했고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Random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무작위 행동을 고르고 다음 선택까지 그 행동을 반복합니다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bar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standard deviation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조건들이 다르므로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환경과 무관한 절대 능력으로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6, Evaluation procedure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3, Fig. 3 caption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54C0E0E-E978-4C49-A98E-7AD249EF9CB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Human-normalized 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읽는 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Human-normalized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점수를 빼고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human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점수를 뺀 값으로 나눈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같은 평균 점수이고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퍼센트는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professional tester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 점수와 같은 위치입니다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퍼센트는 그 두 기준 차이의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퍼센트를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값은 승률이나 완벽한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비율이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퍼센트를 넘더라도 정해진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 그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기준을 넘었다는 뜻이며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사람보다 일반적으로 뛰어나다는 결론은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3, Fig. 3 caption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11, Extended Data Table 2 caption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5EF76B7-9DFC-4DA2-9160-202ADA0E5EB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게임의 주요 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주요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cross-game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두 수치로 요약할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비교 결과가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게임 가운데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개에서 당시 인용한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reinforcement learning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방법의 최고 점수보다 높았습니다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게임에서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human-normalized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이상이었습니다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이상을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operational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게임에서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퍼센트를 넘었다거나 사람과 같은 일반 능력을 보였다고 바꾸어 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recipe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게임마다 따로 학습했습니다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2, cross-game results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3, Fig. 3 caption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DA2048D-03F0-4420-AE71-317E588D80D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보여 주는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게임의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 baseline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사이에서 정규화하고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게임 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이상이라는 범위를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게임마다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난도가 다르므로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환경에 독립적인 절대 지능 척도는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게임을 동시에 학습한 결과도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bar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평가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변동이 있음을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제목의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보편적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 equivalence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확대하지 않고 논문의 운영적 정의 안에서 설명해야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3, Fig. 3 and caption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2, cross-game comparison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FD91FC2-49AD-4FAB-91C0-EE106EE4AA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 evidence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켜고 끈 모든 조합을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천만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학습하고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 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보고값은 여러 평가 중 가장 높은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 제한이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주요 결과는 게임마다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천만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학습하고 다른 평가 절차를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설정에서 성능과 안정성에 기여한다는 근거이지만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숫자를 주요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49-game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직접 비교하거나 모든 환경의 수렴 보장으로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p. 12, Extended Data Table 3 caption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284E84-72A8-4E0A-9621-5124AC2A0BB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핵심과 후속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흐름을 정리하겠습니다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최근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짧은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convolutional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넣고 한 번에 모든 허용 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추정치를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Uniform 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연속된 경험만 학습하는 문제를 줄이고 데이터를 재사용합니다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즉시 반영되는 것을 늦춥니다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recipe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게임별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평가했습니다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틀을 유지하면서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online 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argmax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 행동을 고르고 지연된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theta-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그 선택된 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평가하도록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계산을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nature-paper | pp. 1-3 and 6-7, DQN method and results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Nature article and extended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double-dqn-paper | p. 4, Double DQN target equation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 Reinforcement Learning with Double Q-Learning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8B3872D-FA97-46C5-959D-D600D1FBE0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픽셀에서 행동 가치까지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Human-level control through deep reinforcement learning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Volodymyr Mnih et al. (2015)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화면 관측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experience replay, target snapshot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구성한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Atari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article record; nature-paper p. 1,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화면 관측과 숨은 게임 상태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에이전트는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emulator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내부 상태나 사람이 설계한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직접 받지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23972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에이전트가 받는 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알 수 없는 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화면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게임의 픽셀 영상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물체의 속도와 숨은 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게임에서 허용한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뒤의 장기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점수 변화로 정의한 한 단계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할인 누적 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최근 화면을 전처리한 짧은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history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emulator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완전한 내부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화면만으로 운동 방향을 알기 어려워 짧은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 history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1, opening columns; nature-paper p. 6, Preprocessing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추정하는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Q(w, a)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관측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history 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행동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한 뒤 기대하는 할인 누적 보상의 추정치다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7833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받는 상태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history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emulator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숨은 상태와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선택할 수 있는 행동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행동의 승리 확률이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관측한 즉시 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전체와 같지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gamma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보상을 줄여 합산하는 할인율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논문의 설정은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theta, theta-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파라미터와 과거 복사본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개의 독립 학습기가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추정치를 참고해 행동을 고르며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자체는 확률이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1, Q* definition and DQN loss; nature-paper p. 7, behaviour policy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장의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 history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원본 화면을 그대로 한 장 넣지 않고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flicker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운동 정보를 고려해 입력을 구성한다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연속 화면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바로 이전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Flicker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같은 위치에서 더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pixel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값을 취한다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전처리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luminance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사용하고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84 × 84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줄인다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History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최근 네 장을 쌓아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84 × 84 × 4 tensor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장의 입력은 짧은 운동 단서를 제공하지만 완전한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game history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6, Preprocessing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번의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forward pass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행동별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벡터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다음 행동의 확률이 아니라 모든 허용 행동의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추정치를 한꺼번에 출력한다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history 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전처리한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84 × 84 × 4 frame stack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공유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convolution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화면에서 행동 판단에 필요한 표현을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Linear output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허용 행동마다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Q(w, a)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하나를 출력한다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 행동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epsilon-greedy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정책을 적용한다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보고된 게임마다 허용 행동 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수도 이에 맞춘다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2, Fig. 1 caption; nature-paper p. 6, Model architecture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신경망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Q-learning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불안정성 압력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trajectory,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바뀌는 정책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bootstrap 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서로 영향을 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56588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발생 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학습에 미치는 위험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표본의 상관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이웃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trajectory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이어짐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비슷한 방향으로 치우칠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데이터 분포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바뀌면 행동 정책과 이후 수집 경험도 바뀜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최근 경험에 따라 학습 분포가 급히 이동함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움직이는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추정값이 다음 상태의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값에도 영향을 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예측과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함께 움직일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snapshot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서로 다른 두 압력을 완화한다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1, DQN loss and replay; nature-paper p. 7, stability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안정화 장치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1: uniform experience replay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순서대로만 학습하지 않고 유한한 과거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집합에서 균등하게 표본화한다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상호작용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수행하고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관측한다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w, a, r,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유한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memory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추가한다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균등 표본화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minibatch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뽑는다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반복 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경험이 서로 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다시 쓰일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오래된 항목 교체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용량을 넘으면 이전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빠진다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중요도를 학습하는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prioritized replay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7, Training algorithm for DQN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안정화 장치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snapshot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theta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주기적으로 복사하고 복사 사이의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theta-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theta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minibatch loss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계속 갱신된다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주기적 복사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theta-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복사한다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theta-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동안 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snapshot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유지한다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Bootstrap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상태 행동들의 최댓값을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theta-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지연된 영향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변화가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즉시 반영되지 않는다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theta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바꾸며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theta-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복사 시점에만 바뀐다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1, DQN target parameters; nature-paper p. 7, target-network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target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종료 분기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비종료 전이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y = r + gamma × max Q(w_next, a_next; theta-)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50004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전이 유형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+ gamma × max Q(w_next, a_next; theta-)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상태 이후의 할인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끝나므로 다음 상태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더하지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예측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Q(w, a; theta)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실제로 수행했던 행동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 - Q(w, a; theta)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theta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갱신할 방향을 제공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관측 정답이 아니라 고정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snapshot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포함한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bootstrap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1, DQN loss and target; nature-paper p. 7,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가정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r = 1, gamma = 0.99,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비종료 다음 상태의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Q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[2.0, 3.5, 3.0]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56588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상태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left 2.0, stay 3.5, right 3.0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theta-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행동별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행동과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stay, max = 3.5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argmax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비종료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+ 0.99 × 3.5 = 4.465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4.465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TD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= 2.0, raw TD = 2.465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clip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적용값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4.465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error 2.465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영향은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1, DQN target; constructed example; nature-paper p. 7, Algorithm 1; error clipping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minibatch update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데이터 흐름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표본화한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snapshot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network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역할을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 w, a, r,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무작위로 뽑는다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theta-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다음 상태 최대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예측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theta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Q(w, a)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TD loss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예측의 차이를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loss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바꾸고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theta-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유지한다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 clipping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영향을 제한하지만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theta-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바꾸지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7, Algorithm 1; error clipping; nature-paper p. 1, DQN loss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network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Convolutional feature extractor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linear output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행동별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값을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84 × 84 × 4 frame history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짧은 시간 정보가 포함된 상태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 filters, 8 × 8, stride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화면의 넓은 지역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pattern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 filters, 4 × 4, stride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spatial pattern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 filters, 3 × 3, stride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상위 표현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512 units, linear outputs 4-18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허용 행동의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Q(w, a)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마지막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확률이 아니라 행동마다 하나씩 대응하는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6, Model architecture; nature-paper p. 2, Fig. 1 caption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49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게임에 적용한 학습 설정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게임마다 별도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학습하되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hyperparameter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543528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주요 학습량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천만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game experience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 memory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Capacity 100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오래된 항목 교체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minibatch 32, gamma 0.99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uniform replay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epsilon 1.0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repeat 4, 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-1, 0, 1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clipping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크기 차이를 잃음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clipping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공통 설정을 돕지만 각 게임의 보상 크기 정보를 보존하지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6, Training details; nature-paper p. 7, error clipping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공통 학습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recipe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게임별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49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게임에서 같은 방법을 시험했지만 하나의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모든 게임을 동시에 학습한 것은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게임에서 공유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게임마다 별도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convolutional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 행동 수에 맞춘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target-network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절차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게임의 경험으로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Hyperparameter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기본 학습 설정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별도의 학습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목적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게임별 조정 없이 일반적인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recipe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시험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게임별 점수와 기준선을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공통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recipe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범용성을 시험하며 하나의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multi-game policy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증명하지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2, architecture and 49-game setup; nature-paper p. 6, Training details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DQN, human, random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평가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Human-normalized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서로 다른 세 기준의 평균 점수를 사용하므로 측정 절차가 해석에 포함된다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543528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점수의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no-op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epsilon 0.05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tester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연습 뒤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 episode,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audio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pause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점수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Hz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고르고 그 사이에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점수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3 error bar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standard deviation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 변동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No-op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시작은 같은 초기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trajectory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반복하는 평가를 피하기 위한 조건이다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6, Evaluation procedure; nature-paper p. 3, Fig. 3 caption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Human-normalized score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읽는 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점수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= 100 × (DQN - random) / (human - random)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50004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정규화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실패 확률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차이의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승률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tester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완벽한 플레이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조건에서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기준보다 높은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사람보다 우수함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백분율은 성공 확률이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human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 사이의 선형 위치다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3, Fig. 3 caption; nature-paper p. 11, Extended Data Table 2 caption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49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게임의 주요 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보고된 수치는 공통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recipe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게임별로 학습하고 정해진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비교한 결과다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91356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분모와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올바른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게임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당시 인용한 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방법의 최고 점수보다 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게임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human-normalized 75%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사용한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human-level operational threshold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기본 설정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조정하지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29/49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human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이긴 게임 수가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75%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이상인 게임 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2, cross-game results; nature-paper p. 3, Fig. 3 caption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3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보여 주는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정해진 평가 조건의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game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비교하며 모든 게임에서 같은 수준을 증명하지는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5544000"/>
                <a:gridCol w="5326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관찰할 수 있는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확대할 수 없는 주장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agent, human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기준의 정규화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환경이 달라도 동일한 절대 능력을 측정함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게임 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75%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게임에서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score 100%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넘음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recipe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여러 게임에서 경쟁력 있는 결과를 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게임을 동시에 학습함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게임별 성능 차이와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 평가 변동이 존재함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시작 상태에서 같은 성능을 보장함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Human-level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이라는 표현은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normalization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75% threshold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3, Fig. 3 and caption; nature-paper p. 2, cross-game comparison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network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component evidence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Extended Data Table 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주요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천만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-frame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결과와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천만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-frame ablation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조건을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543528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Ablation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 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 on/off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on/off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모든 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Component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효과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가지 값을 각 조합에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단일 설정 비교가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천만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천만보다 짧음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검증 주기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validation frame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학습 시점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최고 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 score, 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 제한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score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직접 비교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component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유용성을 지지하지만 보편적 안정성 보장은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p. 12, Extended Data Table 3 caption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핵심과 후속 질문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짧은 화면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history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행동 가치로 바꾸고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고정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학습 흐름을 안정화한다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 표현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전처리한 최근 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짧은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history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구성한다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 가치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forward pass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모든 허용 행동의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추정한다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균등 표본화해 반복 학습한다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snapshot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theta-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bootstrap 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이동을 늦춘다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후속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theta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고르고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theta-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같은 행동의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평가한다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representation, replay, target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계산을 하나의 학습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system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결합했다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nature-paper pp. 1-3 and 6-7, DQN method and results; double-dqn-paper p. 4, Double DQN target equation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2026-09-12T03:30:28Z</dcterms:created>
  <dc:creator>Research Seminars</dc:creator>
  <dc:description/>
  <dc:language>ko-KR</dc:language>
  <cp:lastModifiedBy>Research Seminars</cp:lastModifiedBy>
  <dcterms:modified xsi:type="dcterms:W3CDTF">2026-09-12T03:30:28Z</dcterms:modified>
  <cp:revision>1</cp:revision>
  <dc:subject>Human-level control through deep reinforcement learning</dc:subject>
  <dc:title>DQN: 픽셀에서 행동 가치까지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20</vt:r8>
  </property>
  <property fmtid="{D5CDD505-2E9C-101B-9397-08002B2CF9AE}" pid="3" name="PresentationFormat">
    <vt:lpwstr>On-screen Show (16:9)</vt:lpwstr>
  </property>
  <property fmtid="{D5CDD505-2E9C-101B-9397-08002B2CF9AE}" pid="4" name="Slides">
    <vt:r8>20</vt:r8>
  </property>
</Properties>
</file>