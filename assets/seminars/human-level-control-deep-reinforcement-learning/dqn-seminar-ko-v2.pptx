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DQN: 픽셀에서 행동 가치까지
발표 대본
이 발표는 Human-level control through deep reinforcement learning 논문을 소개합니다. 연구의 출발점은 사람이 설계한 게임 상태나 특징 없이 화면 픽셀과 점수 변화만으로 행동을 학습하는 문제입니다. DQN은 convolutional network로 각 행동의 Q 추정치를 계산하고, experience replay와 주기적으로 복사한 target network를 사용해 신경망 Q-learning의 불안정성을 완화합니다. 발표에서는 한 transition이 저장되고 다시 표본화되어 학습 target과 online network 갱신으로 이어지는 과정을 추적한 뒤, 49개 Atari 게임 결과의 실제 평가 기준을 읽겠습니다.
공개 출처
nature-paper | article record
Nature article and extended data
https://www.nature.com/articles/nature14236
nature-paper | p. 1, Abstract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화면 관측과 숨은 게임 상태
발표 대본
논문의 에이전트가 받는 신호를 먼저 구분하겠습니다. 에이전트는 화면 픽셀, 선택할 수 있는 행동, 행동 뒤에 관측한 점수 변화를 사용합니다. emulator가 내부에서 관리하는 물체 위치나 속도 같은 완전한 상태는 직접 받지 않습니다. 한 장의 화면만 보면 공이 왼쪽으로 가는지 오른쪽으로 가는지 구분하기 어려운 경우가 있으므로, 구현은 최근 네 장의 전처리된 frame을 하나의 입력으로 묶습니다. 이 짧은 history는 관측 정보를 늘리지만 부분 관측 문제를 완전히 제거한다고 보장하지는 않습니다.
공개 출처
nature-paper | p. 1, opening columns
Nature article and extended data
https://www.nature.com/articles/nature14236
nature-paper | p. 6, Preprocessing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DQN이 추정하는 Q 값
발표 대본
Q의 의미를 먼저 정리하겠습니다. Q(w, a)는 현재의 history 표현 w에서 행동 a를 한 뒤 미래에 받을 보상을 할인해 더한 return의 기대값을 근사합니다. 즉시 보상 r은 그 return을 구성하는 첫 항일 뿐입니다. gamma는 먼 미래 보상의 비중을 줄이는 할인율이며 이 논문에서는 0.99를 사용합니다. theta는 학습되는 online network의 파라미터이고, theta-는 일정 시점의 theta를 복사해 잠시 고정한 target snapshot입니다. 두 파라미터 집합은 Double Q-learning처럼 독립적으로 학습하는 두 추정기가 아닙니다. 정책은 online Q에서 큰 값을 가진 행동을 주로 선택하되 탐색을 위해 작은 확률로 다른 행동도 고릅니다.
공개 출처
nature-paper | p. 1, Q* definition and DQN loss
Nature article and extended data
https://www.nature.com/articles/nature14236
nature-paper | p. 7, behaviour policy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네 장의 frame history
발표 대본
Atari 화면에는 한 frame마다 번갈아 나타나는 물체가 있어 단일 frame이 정보를 놓칠 수 있습니다. 논문은 현재 frame과 이전 frame의 pixel별 최댓값을 취해 flicker를 줄입니다. 이어서 RGB 화면에서 luminance를 추출하고 84 곱하기 84 크기로 줄입니다. 이렇게 만든 최근 네 장을 channel 방향으로 쌓아 84 곱하기 84 곱하기 4 입력을 구성합니다. 이 설계는 공이나 물체의 이동 방향을 추정하는 단서를 주지만, 게임의 모든 과거 정보나 emulator의 내부 상태를 제공하는 것은 아닙니다.
공개 출처
nature-paper | p. 6, Preprocessing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한 번의 forward pass와 행동별 Q 벡터
발표 대본
입력 history는 convolutional layer와 fully connected layer를 통과합니다. 마지막 linear layer는 현재 게임에서 허용한 행동마다 하나의 Q 추정치를 출력합니다. 따라서 화면을 행동마다 다시 처리할 필요 없이 한 번의 forward pass에서 전체 Q 벡터를 얻습니다. 이 숫자는 각 행동을 선택할 확률이 아닙니다. 실제 환경에서 행동을 고를 때는 online Q에서 가장 큰 값을 주로 선택하면서 epsilon 확률로 임의 행동을 수행합니다. 뒤에서 replay target을 계산할 때 target snapshot의 최댓값을 구하는 과정과 이 환경 행동 선택은 목적과 시점이 다릅니다.
공개 출처
nature-paper | p. 2, Fig. 1 caption
Nature article and extended data
https://www.nature.com/articles/nature14236
nature-paper | p. 6, Model architecture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신경망 Q-learning의 불안정성 압력
발표 대본
비선형 함수 근사와 Q-learning을 결합하면 세 가지 압력이 나타납니다. 첫째, 온라인으로 바로 학습하면 이웃 transition이 강하게 연관됩니다. 둘째, network가 바뀌면 선택 행동과 새로 수집하는 데이터의 분포도 바뀝니다. 셋째, Q-learning target 자체가 Q 추정치를 포함하므로 학습할 함수와 학습 목표가 동시에 움직일 수 있습니다. 논문은 replay로 표본의 시간적 상관과 급격한 분포 변화를 줄이고, 과거 파라미터 복사본으로 target의 즉각적인 이동을 늦춥니다. 이 설계는 실용적 안정화 장치이며 모든 환경에서 수렴을 보장하는 정리는 아닙니다.
공개 출처
nature-paper | p. 1, DQN loss and replay
Nature article and extended data
https://www.nature.com/articles/nature14236
nature-paper | p. 7, stability discussion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안정화 장치 1: uniform experience replay
발표 대본
Experience replay는 단순 보관 기능만 의미하지 않습니다. 에이전트는 매 시점의 transition을 유한한 replay memory에 추가하고, 학습할 때 저장된 항목에서 minibatch를 균등하게 무작위 표본화합니다. 따라서 연속된 화면만 묶여 들어오는 현상을 줄이고, 한 경험을 여러 update에 재사용할 수 있습니다. 또한 과거 여러 행동 정책에서 모인 데이터를 함께 보면서 최근 정책 변화가 학습 분포를 즉시 지배하는 현상을 완화합니다. 이 논문은 모든 transition을 같은 확률로 다루며 중요도에 따라 선택하는 prioritized replay를 사용하지 않습니다.
공개 출처
nature-paper | p. 7, Training algorithm for DQN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안정화 장치 2: 고정된 target snapshot
발표 대본
두 번째 장치는 target network입니다. 이 network는 별도의 목표를 학습하는 독립 agent가 아니라 online network의 과거 복사본입니다. 매 C번 update마다 online theta를 theta-에 복사하고, 그 사이에는 theta-를 그대로 둡니다. replay transition의 다음 상태 값을 계산할 때는 이 고정된 snapshot을 사용합니다. 그러면 online Q가 한 번 바뀌었다고 bootstrap target까지 즉시 따라 움직이지 않습니다. 논문은 이러한 지연이 oscillation이나 divergence 가능성을 줄인다고 설명하지만, 어떤 신경망 강화학습에서도 안정성을 보장한다고 주장하지는 않습니다.
공개 출처
nature-paper | p. 1, DQN target parameters
Nature article and extended data
https://www.nature.com/articles/nature14236
nature-paper | p. 7, target-network discussion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DQN target과 종료 분기
발표 대본
Replay에서 뽑은 transition이 비종료라면 target y는 즉시 보상 r과 다음 상태의 최대 Q 추정치를 합쳐 계산합니다. 다음 상태의 행동 값은 고정된 theta-에서 구하고 gamma를 곱합니다. 종료 전이라면 앞으로 이어질 episode가 없으므로 bootstrap 항을 사용하지 않고 y를 r로 둡니다. Online network는 저장된 현재 pair인 w와 a에 대해 Q를 계산합니다. 학습은 이 현재 예측과 y의 차이를 줄이는 방향으로 theta를 바꿉니다. y에는 추정값이 들어가므로 이를 관측된 ground truth라고 부르면 안 됩니다.
공개 출처
nature-paper | p. 1, DQN loss and target
Nature article and extended data
https://www.nature.com/articles/nature14236
nature-paper | p. 7, Algorithm 1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교육용 target 계산
발표 대본
논문 식의 데이터 흐름을 작은 숫자로 계산하겠습니다. 이 값들은 Atari 실험 결과가 아니라 교육용 가정입니다. Target snapshot이 다음 상태에서 left 2.0, stay 3.5, right 3.0을 출력했다고 두면 argmax가 고른 행동은 stay이고 최댓값은 3.5입니다. 관측 보상 1과 할인율 0.99를 사용한 비종료 target은 1 더하기 0.99 곱하기 3.5이므로 4.465입니다. 현재 replay pair에 대한 online 예측이 2.0이면 raw TD error는 2.465입니다. 논문은 update에 쓰는 error를 -1에서 1 사이로 clip하므로 이 예시의 update 영향은 1이 됩니다. 이 처리는 범위 밖에서 절댓값 loss와 같은 gradient를 만들지만 target y를 바꾸지 않으므로 y는 계속 4.465입니다. 또한 reward 자체를 -1, 0, 1로 바꾸는 reward clipping과 별개의 처리입니다. 같은 transition이 episode를 끝냈다면 bootstrap을 제거해 y는 1입니다.
공개 출처
nature-paper | p. 1, DQN target; constructed example
Nature article and extended data
https://www.nature.com/articles/nature14236
nature-paper | p. 7, Algorithm 1; error clipping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한 minibatch update의 데이터 흐름
발표 대본
한 replay row는 방금 들어온 live observation이 아니라 memory에서 다시 뽑은 과거 transition입니다. 먼저 target theta-가 다음 상태의 모든 행동 값을 계산하고, 비종료라면 그 최댓값을 r과 결합해 y를 만듭니다. Online theta는 replay에서 실제 수행했던 현재 행동의 Q 값을 계산합니다. Loss는 이 두 값을 비교하며 gradient는 online theta에만 적용됩니다. 앞의 교육용 예시에서 target snapshot의 최대 다음 행동 값은 3.5이므로 y가 4.465였습니다. Raw TD error는 2.465지만 논문의 error clipping은 update에 미치는 영향을 1로 제한합니다. Target y 자체는 4.465로 유지되며 target theta-도 gradient로 갱신하지 않습니다. 이 값은 참값이 아니라 online network를 훈련하는 bootstrap 추정치입니다.
공개 출처
nature-paper | p. 7, Algorithm 1; error clipping
Nature article and extended data
https://www.nature.com/articles/nature14236
nature-paper | p. 1, DQN loss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DQN network 구조
발표 대본
Network의 구성을 논문 수준에서 보겠습니다. 입력은 84 곱하기 84 크기의 최근 네 frame입니다. 세 convolution layer는 각각 32개의 8 곱하기 8 filter와 stride 4, 64개의 4 곱하기 4 filter와 stride 2, 64개의 3 곱하기 3 filter와 stride 1을 사용합니다. 그 뒤 512-unit fully connected layer와 linear output layer가 이어집니다. Output 수는 게임에서 허용한 행동 수와 같아서 4개에서 18개입니다. Network는 화면에서 representation을 학습하지만 출력 자체는 action probability가 아니라 Q estimate입니다.
공개 출처
nature-paper | p. 6, Model architecture
Nature article and extended data
https://www.nature.com/articles/nature14236
nature-paper | p. 2, Fig. 1 caption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49개 게임에 적용한 학습 설정
발표 대본
주요 결과의 학습 조건을 확인하겠습니다. 논문은 게임마다 5천만 frame을 사용하며 이를 약 38일의 game experience라고 설명합니다. Replay memory capacity는 100만이고 minibatch 크기는 32, gamma는 0.99입니다. 행동 탐색률 epsilon은 첫 100만 frame 동안 1.0에서 0.1로 줄고 이후 0.1을 유지합니다. 선택한 행동은 네 frame 동안 반복합니다. 학습 reward는 양수를 1, 음수를 -1, 0을 0으로 clipping합니다. 이 방식은 게임별 reward scale 차이를 줄여 같은 설정을 쓰기 쉽게 하지만 큰 보상과 작은 보상을 구분하지 못하게 합니다.
공개 출처
nature-paper | p. 6, Training details
Nature article and extended data
https://www.nature.com/articles/nature14236
nature-paper | p. 7, error clipping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공통 학습 recipe와 게임별 network
발표 대본
논문의 일반성 주장을 정확히 읽어야 합니다. 49개 Atari 게임에 같은 network architecture, algorithm, hyperparameter 설정을 적용했습니다. 그러나 하나의 network를 한 번 학습해 모든 게임을 플레이한 것은 아닙니다. 각 게임의 경험으로 별도의 network를 학습했습니다. Output layer의 크기도 그 게임의 허용 행동 수에 맞습니다. 따라서 이 실험은 게임마다 조정한 feature나 알고리즘 없이 공통 recipe가 여러 환경에서 작동하는지를 시험하지만, 단일 policy가 여러 게임 사이에서 지식을 공유한다는 결과는 아닙니다.
공개 출처
nature-paper | p. 2, architecture and 49-game setup
Nature article and extended data
https://www.nature.com/articles/nature14236
nature-paper | p. 6, Training details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DQN, human, random의 평가 조건
발표 대본
평가 절차를 분리해서 보겠습니다. DQN agent는 게임마다 30회 실행하며 시작 전에 서로 다른 수의 no-op action을 넣습니다. 각 실행은 최대 5분이고 평가 정책의 epsilon은 0.05입니다. Human tester는 약 두 시간 연습한 뒤 약 20개 episode를 플레이했고 각 episode는 최대 5분입니다. Random 기준은 10 Hz마다 무작위 행동을 고르고 다음 선택까지 그 행동을 반복합니다. Figure 3의 error bar는 30개 agent 평가 episode의 standard deviation입니다. 이 조건들이 다르므로 normalized score를 환경과 무관한 절대 능력으로 읽으면 안 됩니다.
공개 출처
nature-paper | p. 6, Evaluation procedure
Nature article and extended data
https://www.nature.com/articles/nature14236
nature-paper | p. 3, Fig. 3 caption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Human-normalized score 읽는 법
발표 대본
Human-normalized score는 DQN 점수에서 random 점수를 빼고, human 점수에서 random 점수를 뺀 값으로 나눈 뒤 100을 곱합니다. 0퍼센트는 random baseline과 같은 평균 점수이고 100퍼센트는 해당 professional tester의 평균 점수와 같은 위치입니다. 75퍼센트는 그 두 기준 차이의 75퍼센트를 뜻합니다. 이 값은 승률이나 완벽한 play 비율이 아닙니다. 100퍼센트를 넘더라도 정해진 emulator와 episode 조건에서 그 한 human 기준을 넘었다는 뜻이며, 모든 사람보다 일반적으로 뛰어나다는 결론은 아닙니다.
공개 출처
nature-paper | p. 3, Fig. 3 caption
Nature article and extended data
https://www.nature.com/articles/nature14236
nature-paper | p. 11, Extended Data Table 2 caption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49개 게임의 주요 결과
발표 대본
논문의 주요 cross-game 결과는 두 수치로 요약할 수 있습니다. DQN은 비교 결과가 있는 49개 게임 가운데 43개에서 당시 인용한 기존 reinforcement learning 방법의 최고 점수보다 높았습니다. 또 29개 게임에서 human-normalized score가 75퍼센트 이상이었습니다. Figure 3은 이 75퍼센트 이상을 human-level이라는 operational threshold로 사용합니다. 따라서 29개 게임에서 human score인 100퍼센트를 넘었다거나 사람과 같은 일반 능력을 보였다고 바꾸어 말하면 안 됩니다. 같은 기본 recipe를 사용했지만 network는 게임마다 따로 학습했습니다.
공개 출처
nature-paper | p. 2, cross-game results
Nature article and extended data
https://www.nature.com/articles/nature14236
nature-paper | p. 3, Fig. 3 caption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Figure 3이 보여 주는 범위
발표 대본
Figure 3은 각 게임의 DQN 점수를 random과 human baseline 사이에서 정규화하고 기존 agent와 비교합니다. 이 그림은 49개 게임 중 29개가 75퍼센트 이상이라는 범위를 보여 줍니다. 그러나 게임마다 reward scale과 난도가 다르므로 normalized score가 환경에 독립적인 절대 지능 척도는 아닙니다. 하나의 network가 여러 게임을 동시에 학습한 결과도 아닙니다. 또한 error bar는 평가 episode 사이 변동이 있음을 보여 줍니다. 그러므로 제목의 human-level을 보편적 human equivalence로 확대하지 않고 논문의 운영적 정의 안에서 설명해야 합니다.
공개 출처
nature-paper | p. 3, Fig. 3 and caption
Nature article and extended data
https://www.nature.com/articles/nature14236
nature-paper | p. 2, cross-game comparison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Replay와 target network의 component evidence
발표 대본
논문은 replay와 별도 target network를 켜고 끈 모든 조합을 세 learning rate에서 비교합니다. 이 component experiment는 1천만 frame만 학습하고 25만 training frame마다 13만 5천 validation frame으로 평가합니다. 보고값은 여러 평가 중 가장 높은 평균 episode score이며, 이 validation episode에는 5분 제한이 없습니다. 반면 주요 결과는 게임마다 5천만 frame을 학습하고 다른 평가 절차를 사용합니다. 따라서 ablation은 replay와 target network가 이 설정에서 성능과 안정성에 기여한다는 근거이지만, 숫자를 주요 49-game score와 직접 비교하거나 모든 환경의 수렴 보장으로 읽으면 안 됩니다.
공개 출처
nature-paper | p. 12, Extended Data Table 3 caption
Nature article and extended data
https://www.nature.com/articles/nature14236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DQN의 핵심과 후속 질문
발표 대본
전체 흐름을 정리하겠습니다. DQN은 최근 네 frame의 짧은 history를 convolutional network에 넣고 한 번에 모든 허용 행동의 Q 추정치를 계산합니다. Uniform replay는 연속된 경험만 학습하는 문제를 줄이고 데이터를 재사용합니다. Target snapshot은 online update가 bootstrap target에 즉시 반영되는 것을 늦춥니다. 논문은 이 recipe를 게임별 별도 network에 적용해 49개 Atari 환경에서 평가했습니다. 후속 Double DQN은 replay와 target snapshot이라는 DQN의 틀을 유지하면서, online theta의 argmax가 다음 행동을 고르고 지연된 target theta-가 그 선택된 행동의 Q 값을 평가하도록 target 계산을 바꿉니다.
공개 출처
nature-paper | pp. 1-3 and 6-7, DQN method and results
Nature article and extended data
https://www.nature.com/articles/nature14236
double-dqn-paper | p. 4, Double DQN target equation
Deep Reinforcement Learning with Double Q-Learning
https://ojs.aaai.org/index.php/AAAI/article/download/10295/10154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DQN: 픽셀에서 행동 가치까지</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Human-level control through deep reinforcement learning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Volodymyr Mnih et al. (2015)</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화면 관측, experience replay, target snapshot으로 구성한 Atari 학습</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article record; nature-paper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화면 관측과 숨은 게임 상태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에이전트는 emulator 내부 상태나 사람이 설계한 feature를 직접 받지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239768"/>
                <a:gridCol w="44571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에이전트가 받는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직접 알 수 없는 정보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화면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게임의 픽셀 영상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물체의 속도와 숨은 변수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게임에서 허용한 action 집합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 뒤의 장기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점수 변화로 정의한 한 단계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할인 누적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최근 화면을 전처리한 짧은 history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emulator의 완전한 내부 상태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한 화면만으로 운동 방향을 알기 어려워 짧은 frame history가 필요하다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1, opening columns; nature-paper p. 6, Preprocessing</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DQN이 추정하는 Q 값</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Q(w, a)는 관측 history w에서 행동 a를 한 뒤 기대하는 할인 누적 보상의 추정치다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78332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network가 받는 상태 history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emulator의 숨은 상태와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선택할 수 있는 행동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행동의 승리 확률이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transition에서 관측한 즉시 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전체와 같지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gamma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미래 보상을 줄여 합산하는 할인율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논문의 설정은 0.99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theta, theta-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파라미터와 과거 복사본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개의 독립 학습기가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정책은 Q 추정치를 참고해 행동을 고르며 Q 자체는 확률이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1, Q* definition and DQN loss; nature-paper p. 7, behaviour policy</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네 장의 frame history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원본 화면을 그대로 한 장 넣지 않고 flicker와 운동 정보를 고려해 입력을 구성한다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연속 화면</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frame과 바로 이전 frame을 함께 본다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Flicker 완화</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frame의 같은 위치에서 더 큰 pixel 값을 취한다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전처리</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luminance를 사용하고 84 × 84로 줄인다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History 입력</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최근 네 장을 쌓아 84 × 84 × 4 tensor를 만든다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네 장의 입력은 짧은 운동 단서를 제공하지만 완전한 game history는 아니다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6, Preprocessing</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번의 forward pass와 행동별 Q 벡터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DQN은 다음 행동의 확률이 아니라 모든 허용 행동의 Q 추정치를 한꺼번에 출력한다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입력 history w</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전처리한 84 × 84 × 4 frame stack</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공유 convolution</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화면에서 행동 판단에 필요한 표현을 계산한다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Linear output</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허용 행동마다 Q(w, a) 하나를 출력한다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환경 행동 선택</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online Q에 epsilon-greedy 정책을 적용한다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보고된 게임마다 허용 행동 수는 4개에서 18개이며 output 수도 이에 맞춘다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2, Fig. 1 caption; nature-paper p. 6, Model architecture</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신경망 Q-learning의 불안정성 압력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online trajectory, 바뀌는 정책, bootstrap target이 서로 영향을 준다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4565904"/>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압력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발생 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학습에 미치는 위험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연속 표본의 상관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이웃 frame과 transition이 같은 trajectory에서 이어짐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gradient가 비슷한 방향으로 치우칠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데이터 분포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Q가 바뀌면 행동 정책과 이후 수집 경험도 바뀜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최근 경험에 따라 학습 분포가 급히 이동함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움직이는 target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추정값이 다음 상태의 bootstrap 값에도 영향을 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update가 예측과 target을 함께 움직일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DQN은 replay와 target snapshot으로 서로 다른 두 압력을 완화한다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1, DQN loss and replay; nature-paper p. 7, stability discussion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안정화 장치 1: uniform experience replay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현재 순서대로만 학습하지 않고 유한한 과거 transition 집합에서 균등하게 표본화한다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상호작용</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현재 w에서 a를 수행하고 r과 다음 w를 관측한다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Transition 저장</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w, a, r, 다음 w를 유한 replay memory에 추가한다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균등 표본화</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저장된 transition에서 random minibatch를 뽑는다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반복 학습</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같은 경험이 서로 다른 update에 다시 쓰일 수 있다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오래된 항목 교체</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용량을 넘으면 이전 transition이 memory에서 빠진다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논문의 replay는 중요도를 학습하는 prioritized replay가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7, Training algorithm for DQN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안정화 장치 2: 고정된 target snapshot</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online theta를 주기적으로 복사하고 복사 사이의 C번 update 동안 theta-를 고정한다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Online theta</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minibatch loss의 gradient로 계속 갱신된다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주기적 복사</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매 C번 update마다 theta를 theta-에 복사한다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theta-</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C번 update 동안 같은 snapshot을 유지한다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Bootstrap 값</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다음 상태 행동들의 최댓값을 theta-에서 계산한다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지연된 영향</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작은 online 변화가 target에 즉시 반영되지 않는다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gradient는 online theta를 바꾸며 target theta-는 복사 시점에만 바뀐다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1, DQN target parameters; nature-paper p. 7, target-network discussion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 target과 종료 분기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비종료 전이: y = r + gamma × max Q(w_next, a_next; theta-)를 사용한다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00075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전이 유형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학습 target 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 + gamma × max Q(w_next, a_next; theta-)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상태 이후의 할인 return을 bootstrap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episode가 끝나므로 다음 상태 return을 더하지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예측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Q(w, a; theta)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실제로 수행했던 행동 a의 online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 - Q(w, a; theta)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online theta를 갱신할 방향을 제공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y는 관측 정답이 아니라 고정 snapshot을 포함한 bootstrap 추정치다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1, DQN loss and target; nature-paper p. 7, Algorithm 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target 계산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가정: r = 1, gamma = 0.99, 비종료 다음 상태의 target Q 벡터는 [2.0, 3.5, 3.0]이다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565904"/>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상태 Target 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left 2.0, stay 3.5, right 3.0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theta-의 행동별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최대 행동과 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stay, max = 3.5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argmax와 max의 결과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비종료 target 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+ 0.99 × 3.5 = 4.465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y는 4.465로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Q와 raw TD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 = 2.0, raw TD = 2.465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Error clip 적용값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종료 target 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Bootstrap 항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Target은 4.465이고 raw error 2.465의 update 영향은 1로 clip한다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1, DQN target; constructed example; nature-paper p. 7, Algorithm 1; error clipping</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minibatch update의 데이터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과거 transition을 표본화한 뒤 target snapshot과 online network의 역할을 분리한다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 표본</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과거 transition w, a, r, 다음 w를 무작위로 뽑는다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고정 target</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theta-에서 다음 상태 최대 Q를 구해 y를 만든다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현재 예측</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online theta에서 Q(w, a)를 계산한다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TD loss</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y와 online 예측의 차이를 loss로 계산한다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Online update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error를 clip한 gradient로 theta만 바꾸고 theta-는 유지한다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Error clipping은 gradient 영향을 제한하지만 target y와 target theta-를 바꾸지 않는다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7, Algorithm 1; error clipping; nature-paper p. 1, DQN loss</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 network 구조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Convolutional feature extractor와 linear output이 행동별 Q 값을 계산한다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4565904"/>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출력의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입력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84 × 84 × 4 frame history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짧은 시간 정보가 포함된 상태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32 filters, 8 × 8, stride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화면의 넓은 지역 pattern 추출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 filters, 4 × 4, stride 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작은 spatial pattern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Conv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 filters, 3 × 3, stride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상위 표현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FC와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 units, linear outputs 4-18개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허용 행동의 Q(w, a) 추정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마지막 output은 policy 확률이 아니라 행동마다 하나씩 대응하는 Q 추정치다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6, Model architecture; nature-paper p. 2, Fig. 1 caption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49개 게임에 적용한 학습 설정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게임마다 별도 network를 학습하되 같은 architecture와 hyperparameter를 사용했다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43560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주요 학습량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게임마다 5천만 frame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38일 game experience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 memory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Capacity 100만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오래된 항목 교체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Update 표본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minibatch 32, gamma 0.99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uniform replay 표본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100만 frame에 epsilon 1.0에서 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이후 0.1 유지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 repeat 4, reward를 -1, 0, 1로 clipping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보상 크기 차이를 잃음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Reward clipping은 공통 설정을 돕지만 각 게임의 보상 크기 정보를 보존하지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6, Training details; nature-paper p. 7, error clipping</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공통 학습 recipe와 게임별 network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49개 게임에서 같은 방법을 시험했지만 하나의 network가 모든 게임을 동시에 학습한 것은 아니다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4131056"/>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49개 게임에서 공유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게임마다 별도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Architecture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convolutional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허용 행동 수에 맞춘 output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Algorithm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replay와 target-network 절차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게임의 경험으로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Hyperparameter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기본 학습 설정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별도의 학습 run 수행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목적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게임별 조정 없이 일반적인 recipe를 시험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게임별 점수와 기준선을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결과는 공통 recipe의 범용성을 시험하며 하나의 multi-game policy를 증명하지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2, architecture and 49-game setup; nature-paper p. 6, Training details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 human, random의 평가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Human-normalized score는 서로 다른 세 기준의 평균 점수를 사용하므로 측정 절차가 해석에 포함된다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543560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평가 대상</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실행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점수의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게임당 30회, 서로 다른 no-op 시작, 최대 5분, epsilon 0.05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학습된 agent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 tester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2시간 연습 뒤 약 20 episode, 최대 5분, audio와 pause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human 기준 점수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agent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Hz마다 random action을 고르고 그 사이에 반복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기준 점수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 3 error bar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30개 agent 평가 episode의 standard deviation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평가 episode 사이 변동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No-op 시작은 같은 초기 trajectory만 반복하는 평가를 피하기 위한 조건이다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6, Evaluation procedure; nature-paper p. 3, Fig. 3 caption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Human-normalized score 읽는 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점수 = 100 × (DQN - random) / (human - random)</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00075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정규화 값</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뜻하지 않는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agent와 같은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실패 확률 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random과 human 기준 차이의 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승률 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human tester와 같은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완벽한 플레이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초과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해당 조건에서 human 기준보다 높은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사람보다 우수함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백분율은 성공 확률이 아니라 random과 한 human 기준 사이의 선형 위치다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3, Fig. 3 caption; nature-paper p. 11, Extended Data Table 2 caption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49개 게임의 주요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보고된 수치는 공통 recipe를 게임별로 학습하고 정해진 baseline과 비교한 결과다</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3913632"/>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 결과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분모와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올바른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43개 게임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가능한 49개 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당시 인용한 기존 RL 방법의 최고 점수보다 높음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29개 게임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49개 중 human-normalized 75% 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논문이 사용한 human-level operational threshold 충족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기본 설정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49개 game별 별도 network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게임마다 algorithm이나 feature를 조정하지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29/49는 human을 이긴 게임 수가 아니라 75% 이상인 게임 수다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2, cross-game results; nature-paper p. 3, Fig. 3 caption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3이 보여 주는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정해진 평가 조건의 game score를 비교하며 모든 게임에서 같은 수준을 증명하지는 않는다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5544312"/>
                <a:gridCol w="532688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관찰할 수 있는 내용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확대할 수 없는 주장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게임별 DQN, 기존 agent, human 기준의 정규화 score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환경이 달라도 동일한 절대 능력을 측정함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49개 게임 중 29개가 75% 이상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29개 게임에서 human score 100%를 넘음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같은 recipe가 여러 게임에서 경쟁력 있는 결과를 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하나의 network가 49개 게임을 동시에 학습함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게임별 성능 차이와 30회 평가 변동이 존재함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game과 시작 상태에서 같은 성능을 보장함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Human-level이라는 표현은 논문의 score normalization과 75% threshold 안에서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3, Fig. 3 and caption; nature-paper p. 2, cross-game comparison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Replay와 target network의 component evidence</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Extended Data Table 3은 주요 5천만-frame 결과와 다른 1천만-frame ablation 조건을 사용한다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5435600"/>
                <a:gridCol w="326136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Ablation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구성 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Replay on/off와 별도 target on/off의 모든 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Component 효과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세 가지 값을 각 조합에 적용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단일 설정 비교가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1천만 frame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5천만보다 짧음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검증 주기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25만 frame마다 13만 5천 validation frame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학습 시점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보고값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최고 평균 episode score, 5분 제한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Main score와 직접 비교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Ablation은 두 component의 유용성을 지지하지만 보편적 안정성 보장은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 12, Extended Data Table 3 caption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DQN의 핵심과 후속 질문</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짧은 화면 history를 행동 가치로 바꾸고 replay와 고정 target으로 학습 흐름을 안정화한다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상태 표현</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전처리한 최근 네 frame으로 짧은 history를 구성한다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행동 가치</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한 forward pass에서 모든 허용 행동의 Q를 추정한다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Replay</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과거 transition을 균등 표본화해 반복 학습한다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Target snapshot</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과거 theta-로 bootstrap target의 이동을 늦춘다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후속 Double DQN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online theta가 고르고 target theta-가 같은 행동의 Q를 평가한다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DQN은 representation, replay, target 계산을 하나의 학습 system으로 결합했다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nature-paper pp. 1-3 and 6-7, DQN method and results; double-dqn-paper p. 4, Double DQN target equation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DQN: 픽셀에서 행동 가치까지</dc:title>
  <dc:subject>Human-level control through deep reinforcement learning</dc:subject>
  <dc:creator>Research Seminars</dc:creator>
  <cp:lastModifiedBy>Research Seminars</cp:lastModifiedBy>
  <cp:revision>1</cp:revision>
  <dcterms:created xsi:type="dcterms:W3CDTF">2026-09-12T03:30:28Z</dcterms:created>
  <dcterms:modified xsi:type="dcterms:W3CDTF">2026-09-12T03:30:28Z</dcterms:modified>
</cp:coreProperties>
</file>