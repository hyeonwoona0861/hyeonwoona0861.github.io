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79DD0A7-6E78-4477-B7F3-FBF59E29D9A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Shielding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안전한 강화학습 만들기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Alshiekh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핵심은 강화학습기가 어떤 내부 구조를 쓰는지 모두 분석하지 않고도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행동이 환경으로 전달되는 경계에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배치해 시간 논리 안전 조건을 지키게 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명세와 환경의 보수적 추상화로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미리 합성하고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학습기는 그 안전한 범위 안에서 보상을 최적화합니다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title page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aaai-record | AAAI-18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AAAI-18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https://ojs.aaai.org/index.php/AAAI/article/view/11797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B0F564-869F-4972-A784-F7F49574B9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안전을 뜻하지는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강화학습은 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크게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위험 상태에 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 수는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위험을 경험하고 나서야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더구나 충분히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안전하게 만들더라도 학습 중 모든 시점의 안전까지 자동으로 보장하지는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문제를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설계만으로 해결하려 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실행 경계에 별도의 안전 장치를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1–2,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817E8A-61EE-4C9F-BCAE-75F9185FF3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역할을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제안하는 경계는 단순합니다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성능을 개선하고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명세 위반 가능성이 있는 행동이 환경으로 전달되지 않게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신경망이나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Q-table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내부를 알 필요가 없게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자체는 안전 명세와 환경의 관련 동작을 표현한 추상화를 필요로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1–2, Figs.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4BC33C-88DA-45D6-9228-6BA64C87F6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구분할 네 가지 대상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상호작용하는 실제 환경 모델입니다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Observer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복잡한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안전 판단에 필요한 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Safety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어떤 관찰과 행동의 연속이 허용되는지 추적합니다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 환경이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변화를 만들 수 있는지를 과소평가하지 않도록 보수적으로 기술합니다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부분 관찰 일반 문제를 해결한다고 주장하는 것은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observer 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4–7, Secs. 3–4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9EC3A9-26D2-4B04-A532-6EEE3A2D6D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Safety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유한한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bad 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드러난다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specification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특징은 위반한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유한한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bad 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탱크가 마르면 그 순간까지의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이미 안전 조건 위반이 확정됩니다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저장하지 않고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필요한 정보를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전이가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unsafe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가거나 장차 피할 수 없는 상태로 들어가는 행동을 미리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5, safety specification and safety automaton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5F26B1-8330-4E8D-9E76-475A6C1EF4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Safety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기억하는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밸브를 연 뒤 최소 세 단계 유지해야 한다면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수위만 보고는 언제 밸브를 바꿔도 되는지 알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마지막 변경 뒤 몇 단계가 지났는지와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safety-relevant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기억할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LTL safety formula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safety word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변환할 수 있다는 기존 결과를 이용합니다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5, Sec. 3; pp. 7–8, Example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92A677-E737-4F2C-B5D4-AA957B6CA5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합성에는 두 입력이 필요하다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있으면 무엇이 금지되는지는 알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행동 뒤에 어떤 관찰이 올 수 있는지는 알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환경 추상화만 있으면 가능한 변화는 알지만 무엇을 피해야 하는지는 알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곱으로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환경 선택이 오더라도 안전을 유지할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존재하는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12–13, Sec. 6, steps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BE389A-71DD-420A-AF23-8D0496F899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Safety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환경과 시스템이 번갈아 움직인다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매 단계 환경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관찰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고르고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system player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Game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 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 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쌍입니다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순간에 명세를 위반하지 않는 행동만 보는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허용하는 미래에서 계속 안전을 강제할 수 있는지를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5–6, game definition; pp. 12–13, product game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8775F14-2EE7-4858-BD6B-0B6E83EF10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Winning region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Winning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 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인지에 그치지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Cliff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향하는 자동차처럼 지금은 충돌하지 않았어도 이미 제동이 늦어 장차 사고를 피할 수 없다면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안에서는 모든 가능한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대응할 안전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있으므로 합성된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환경이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벗어나면 이 논리의 전제가 깨집니다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6–7, planning ahead; pp. 13–16, W and correctness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114A3EA-C894-4D02-9956-216D89BEF4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보수적이어야 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정밀하게 재현할 필요는 없지만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판단과 관련된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가능한 전이를 더 많이 넣으면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보수적으로 행동할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실제 가능한 위험 전이를 누락하면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고려하지 않은 상황이 발생해 안전 보장을 잃습니다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보수성이 강할수록 허용 행동이 줄어 성능이나 탐색 자유도가 떨어질 수 있다는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6–8, Sec. 4 and Example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88E5CD-CB60-4017-AEA3-5573220365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Water tank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미리 막아야 하는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water tank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예에서는 용량이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리터이고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열렸을 때 초당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리터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리터입니다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밸브 상태를 바꾸면 최소 세 단계 유지해야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넘은 상태에서 밸브를 열면 이후 세 단계 동안 최대 유입과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유출이 겹쳐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피할 수 없을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위반이 없더라도 그 행동을 미리 비활성화합니다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7–8, Example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57821D-25E6-4E6F-B487-6FF4842D62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Preemptive shield: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전에 후보를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Preemptive shielding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먼저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관찰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목록 안에서만 행동을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학습한다고 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Assumption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곱을 상태 입력으로 받아야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9–11, Sec. 5.1 and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FC7C2A-DF51-4ACE-AA2E-513AD75116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Post-posed shield: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 뒤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놓이는 방식을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post-posed shielding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내면 안전할 때 그대로 통과시키고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unsafe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내면 위에서부터 검사해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실제로 실행된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그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업데이트합니다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실행 단계에도 붙일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unsafe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제안이 남아 있을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배포 중에도 유지해야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11–12, Sec. 5.2 and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336F30-44C0-45A1-B7D8-266B634C1B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Preemptive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제한된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선택하도록 요구합니다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Post-posed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덜 바꾸며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존재를 몰라도 작동할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엄밀히 이전하려면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post-posed fallback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규칙에 추가 조건이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방식도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스스로 안전하다고 자동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9–12, Secs. 5.1–5.2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801684-D7EA-40F5-A4CA-98226672C65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판정한다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논문의 수치 실험이 아니라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설명하기 위해 만든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successor g_bad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successor g_safe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안이라고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Preemptive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 정의에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안으로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모으면 집합은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두 개로 제한했으므로 다른 후보는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13–15, shield output definitions;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D6136B-862A-478F-8D28-FB8D7633D8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preemptive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슬라이드의 판정을 그대로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선택권이 하나이므로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골라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높다는 가정은 전혀 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판정과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선호는 별개입니다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9–11 and p. 13;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A9D4EA-9CF8-4AFC-9D35-A04FA545C2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post-posed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판정에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가장 선호하고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번째로 선호한다고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위에서부터 검사합니다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건너뛰고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원래 제안과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업데이트할 때는 실제 실행된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돌려준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관찰해야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11–12 and p. 15;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FFA093-5294-4C47-91CF-CD007C3107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어떻게 학습에 반영하는가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post-posed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교정 뒤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변형을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Unsafe 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punishment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 수도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줄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경우에도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안전하다는 보장은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no-punishment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변형에서는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unsafe 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학습될 수도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매핑하므로 실행은 안전합니다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11–12, Sec. 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1651A0-F167-4488-AEB5-2A4A8DA6B7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절차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safety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Product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쌍입니다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safety-game solving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preemptive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집합을 출력하고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post-posed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방식은 제안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벗어나면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안으로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도달할 수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선택적으로 제거할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12–15, Sec.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FA977E-DC05-459F-93E2-D65E82B5F6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Realizable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계속 존재한다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Reactive synthesis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realizability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환경이 허용된 어떤 선택을 하더라도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명세를 지킬 전략이 존재한다는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winning region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밖이라면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해당 추상 환경에서 안전을 보장할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합성된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strategy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reachable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최소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5–6, realizability and winning region; pp. 15–16, correctness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E3F809-FDA2-4444-8875-D6C2AE1404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정확성 보장은 조건부다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correctness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포함된다는 전제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unsafe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들어가지 않음을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Product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 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오류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들어간 경우를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쪽으로 취급합니다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실제 현장에서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틀렸다면 더 이상 안전 책임을 주장하지 않는다는 논리적 경계입니다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누락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observer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abstraction miss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별도의 검증 대상입니다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13 and 15–16, game safe set and correctness proof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ECAAE0-C086-4C20-BBF6-69E908C52E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Minimal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의미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비활성화한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허용한다고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지금까지 관찰된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일치하는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이후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쓰더라도 유한 시간 안에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위반이 발생할 확률이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클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일치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안전을 보장하려면 막아야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reward, sample efficiency, global 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16, Minimal Interference proof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9FCB27-8597-4A29-81A5-5479BB89CB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옮겨 생각한다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MDP 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볼 수 있으면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성질을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Post-posed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없을 때 대체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고르는 분포는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state, shield state,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의존해도 되지만 시간에 따라 변하면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주장은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discrete-state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product-state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접근을 전제로 하며 임의의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function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RL 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16–17, Sec.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A4D1A06-0336-49E4-BF11-3FD3E01264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보장과 학습 보장을 분리해서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보장하는 핵심은 지정된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property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지키는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허용하는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problem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해석해야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exploration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unseen raw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function approximator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잘 일반화한다고 보장하지도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Observer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현실을 충분히 표현하는지는 설계자가 책임져야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6, 15–17 and 22, definitions, proofs,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A1BD2C-9FE4-4789-8C81-14B1AFFAD1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Grid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로봇이 동서남북으로 움직이며 지정된 색 영역을 순서대로 방문합니다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9×9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벽과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bomb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함께 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15×9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벽과 움직이는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충돌을 막습니다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시간은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unshielded 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에서만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15×9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correction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shielded 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찾았다고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관찰을 다른 환경의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17–19, Sec. 8.1 and Fig.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B53A48-C145-42AB-B8B1-65FF6004DC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Self-driving car simulation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heading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대신 어느 차량 측면이 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 pixels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이내인지 계산한 입력을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heading output,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Boltzmann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unshielded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후반에도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correction punishment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shielded 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crash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더 빠르게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실제 도로 안전 인증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19–20, Sec. 8.2 and Fig. 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AA18CA-642F-48CB-91EF-75557C4CE0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3: Atari Seaquest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Seaquest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RGB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화면만 받는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DeepMind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black box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perception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property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산소가 떨어지기 전에 떠오르기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산소가 충분하지만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모으지 않았을 때 떠오르지 않기입니다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unshielded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비슷하고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proposition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위반은 보고되지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Perception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다룬 실험은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19–20, Sec. 8.3 and Fig. 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BDB54C-40C1-480B-AFA6-194C2B0881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4: Water tank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Water tank concrete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여러 개 있도록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Post-posed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탱크가 마르거나 넘치는 것을 막고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밸브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바꾼 뒤 세 단계를 유지하는 조건을 지킵니다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unshielded Q-learning, SARSA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shielded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언제나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efficiency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개선한다는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21, Sec. 8.4 and Fig. 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6674D9-2584-48A6-A563-06255687A0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실험을 같은 기준으로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tabular Q-learning, DQN, SARSA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독립성을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모든 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사용할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safety-relevant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사람이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시뮬레이션은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Intel i7-4790K, 16 GB RAM, 64-bit Ubuntu 16.04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수행되었습니다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시간과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조건의 결과이며 현대 하드웨어나 실제 시스템으로 일반화한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17–21, Sec.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7E5789D-A64E-4A1E-A819-8774B3C52F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전에 확인할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논문도 가장 큰 단점으로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언제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한지를 나타내는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필요하다고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달라진다면 이런 정보 없이 허용 행동을 판단할 방법이 없다는 입장입니다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틀릴 가능성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명세에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hazard,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과도한 보수성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신뢰성은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engineering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과제로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21–22,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A5E200F-2588-4DD2-8EA8-DFC9F25DA8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흐름을 한 번 더 연결하면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전체 논리는 다섯 단계입니다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temporal-logic safety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판단에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dynamics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보수적으로 추상화합니다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safety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winning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preemptive filter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post-posed override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제약 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최적화합니다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Formal safety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명세와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한정되고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향상은 네 실험에서 관찰된 결과이지 일반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1–2, 12–17, and 21–22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Reinforcement Learning via Shielding, arXiv:1708.08611v2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https://arxiv.org/abs/1708.08611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082DB9-2A7D-459B-9D46-B1A82A0390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Shielding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안전한 강화학습 만들기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Reinforcement Learning via Shielding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Mohammed Alshiekh, Roderick Bloem, Rüdiger Ehlers, Bettina Könighofer, Scott Niekum, and Ufuk Topcu 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 최적화와 시간 논리 안전 조건을 분리하고 다시 연결하는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title page and abstract; aaai-record AAAI-18 publication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안전을 뜻하지는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위험에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주어도 탐색 중 사고가 먼저 일어날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미지의 환경에서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시험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커지도록 수정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남는 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중 안전 위반을 막는 보장은 없음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최적화와 매 순간의 안전 보장은 서로 다른 요구사항이다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1–2,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역할을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3261240"/>
                <a:gridCol w="250020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맡는 목표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기준의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State·reward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specification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label·action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또는 실행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실제로 실행된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state·reward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성능을 배우고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허용 가능한 행동 경계를 지킨다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1–2, Figs.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구분할 네 가지 대상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282760"/>
                <a:gridCol w="434844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사용하는 부분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state, action, transition,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완전히 알 필요는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Observer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유한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바꾸는 함수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안전에 관련된 관찰만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automaton φs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prefix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생기기 전 차단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φM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환경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변화를 보수적으로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앞으로 생길 수 있는 경우를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전체보다 안전 판단에 필요한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추상 동작을 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4–7, Secs. 3–4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유한한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bad prefix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드러난다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번 생기면 이후 행동으로 되돌릴 수 없는 위반의 시작을 추적한다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시간 순서로 쌓임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Automaton state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지금까지의 안전 관련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history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요약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Unsafe transition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위반이 확정되는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bad prefix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전 단계에서 해당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차단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사고 뒤 복구가 아니라 위반이 확정되기 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제한을 목표로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5, safety specification and safety automaton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automaton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기억하는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지금까지의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앞으로 필요한 제약 정보를 압축한다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Q, q0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 관련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요약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 = L ×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alphabet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automaton 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q, label,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계속 머물러야 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states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안인지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관찰만으로 부족한 시간 조건은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automaton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보완한다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5, Sec. 3; pp. 7–8, Example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합성에는 두 입력이 필요하다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"/>
          <p:cNvSpPr/>
          <p:nvPr/>
        </p:nvSpPr>
        <p:spPr>
          <a:xfrm>
            <a:off x="3301920" y="2577960"/>
            <a:ext cx="360" cy="609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2"/>
          <p:cNvSpPr/>
          <p:nvPr/>
        </p:nvSpPr>
        <p:spPr>
          <a:xfrm>
            <a:off x="8889840" y="2577960"/>
            <a:ext cx="360" cy="609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3301920" y="318744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4"/>
          <p:cNvSpPr/>
          <p:nvPr/>
        </p:nvSpPr>
        <p:spPr>
          <a:xfrm>
            <a:off x="6730920" y="318744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5"/>
          <p:cNvSpPr/>
          <p:nvPr/>
        </p:nvSpPr>
        <p:spPr>
          <a:xfrm>
            <a:off x="5460840" y="3187440"/>
            <a:ext cx="360" cy="571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6730920" y="3187440"/>
            <a:ext cx="360" cy="571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7"/>
          <p:cNvSpPr/>
          <p:nvPr/>
        </p:nvSpPr>
        <p:spPr>
          <a:xfrm>
            <a:off x="6095880" y="435600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1270080" y="19810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Safety automaton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9"/>
          <p:cNvSpPr/>
          <p:nvPr/>
        </p:nvSpPr>
        <p:spPr>
          <a:xfrm>
            <a:off x="1270080" y="22604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허용되는가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0"/>
          <p:cNvSpPr/>
          <p:nvPr/>
        </p:nvSpPr>
        <p:spPr>
          <a:xfrm>
            <a:off x="6858000" y="19810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 model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6858000" y="22604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변화가 가능한가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4191120" y="3759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Product safety game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3"/>
          <p:cNvSpPr/>
          <p:nvPr/>
        </p:nvSpPr>
        <p:spPr>
          <a:xfrm>
            <a:off x="4191120" y="4038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추상화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4"/>
          <p:cNvSpPr/>
          <p:nvPr/>
        </p:nvSpPr>
        <p:spPr>
          <a:xfrm>
            <a:off x="4191120" y="50925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Winning region W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4191120" y="5372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계속 안전을 강제할 수 있는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game states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12–13, Sec. 6, steps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game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환경과 시스템이 번갈아 움직인다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mechanism-lane-game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game step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edge-g1-segment-1"/>
          <p:cNvSpPr/>
          <p:nvPr/>
        </p:nvSpPr>
        <p:spPr>
          <a:xfrm>
            <a:off x="3809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mechanism-edge-g2-segment-1"/>
          <p:cNvSpPr/>
          <p:nvPr/>
        </p:nvSpPr>
        <p:spPr>
          <a:xfrm>
            <a:off x="636264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mechanism-edge-g3-segment-1"/>
          <p:cNvSpPr/>
          <p:nvPr/>
        </p:nvSpPr>
        <p:spPr>
          <a:xfrm>
            <a:off x="8915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mechanism-node-current"/>
          <p:cNvSpPr/>
          <p:nvPr/>
        </p:nvSpPr>
        <p:spPr>
          <a:xfrm>
            <a:off x="173988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game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 = (q_spec, q_abs)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mechanism-node-env"/>
          <p:cNvSpPr/>
          <p:nvPr/>
        </p:nvSpPr>
        <p:spPr>
          <a:xfrm>
            <a:off x="429264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관찰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mechanism-node-system"/>
          <p:cNvSpPr/>
          <p:nvPr/>
        </p:nvSpPr>
        <p:spPr>
          <a:xfrm>
            <a:off x="684540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시스템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node-next"/>
          <p:cNvSpPr/>
          <p:nvPr/>
        </p:nvSpPr>
        <p:spPr>
          <a:xfrm>
            <a:off x="939816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game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δ(g,l,a)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Winning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가능한 환경 변화까지 고려한 뒤에도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 남게 하는 선택이다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5–6, game definition; pp. 12–13, product game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Winning region 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의미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 ∈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환경의 모든 허용 선택에 대응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 전략을 계속 이어갈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 ∉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환경이 장차 위반을 강제할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가는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허용하지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Reachable winning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Preemptive action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비지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추상화 밖으로 나감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보장 조건이 깨졌다는 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지금 안전한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앞으로도 안전을 강제할 수 있는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6–7, planning ahead; pp. 13–16, W and correctness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abstraction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보수적이어야 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dynamics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확률적으로 가능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 판단에 필요한 유한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축약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Abstraction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빠뜨리지 않음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Game solving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모든 경우에 안전한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남김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위험 전이를 누락하면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실제 위험을 안전하다고 오판할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6–8, Sec. 4 and Example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Water tank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미리 막아야 하는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밸브를 바꾸면 최소 세 단계 유지해야 하므로 현재 수위만 보고 결정할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41310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Tank 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너무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Outflow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계속될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Inflow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켜고 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Inflow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초당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L, outflow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밸브를 새로 열지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Valve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 직후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 동안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범위를 함께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즉시 위반뿐 아니라 의무적으로 이어질 행동의 최악 경우까지 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7–8, Example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Preemptive shield: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전에 후보를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lane-pre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Preemptive interface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edge-p1-segment-1"/>
          <p:cNvSpPr/>
          <p:nvPr/>
        </p:nvSpPr>
        <p:spPr>
          <a:xfrm>
            <a:off x="3809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mechanism-edge-p2-segment-1"/>
          <p:cNvSpPr/>
          <p:nvPr/>
        </p:nvSpPr>
        <p:spPr>
          <a:xfrm>
            <a:off x="636264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mechanism-edge-p3-segment-1"/>
          <p:cNvSpPr/>
          <p:nvPr/>
        </p:nvSpPr>
        <p:spPr>
          <a:xfrm>
            <a:off x="8915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mechanism-node-shield"/>
          <p:cNvSpPr/>
          <p:nvPr/>
        </p:nvSpPr>
        <p:spPr>
          <a:xfrm>
            <a:off x="173988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echanism-node-safe"/>
          <p:cNvSpPr/>
          <p:nvPr/>
        </p:nvSpPr>
        <p:spPr>
          <a:xfrm>
            <a:off x="4292640" y="306072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 action set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mechanism-node-safe-queue-1"/>
          <p:cNvSpPr/>
          <p:nvPr/>
        </p:nvSpPr>
        <p:spPr>
          <a:xfrm>
            <a:off x="4292640" y="33148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mechanism-node-safe-queue-2"/>
          <p:cNvSpPr/>
          <p:nvPr/>
        </p:nvSpPr>
        <p:spPr>
          <a:xfrm>
            <a:off x="4292640" y="3505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mechanism-node-safe-queue-3"/>
          <p:cNvSpPr/>
          <p:nvPr/>
        </p:nvSpPr>
        <p:spPr>
          <a:xfrm>
            <a:off x="4292640" y="3695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…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mechanism-node-safe-queue-4"/>
          <p:cNvSpPr/>
          <p:nvPr/>
        </p:nvSpPr>
        <p:spPr>
          <a:xfrm>
            <a:off x="4292640" y="3886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mechanism-node-agent"/>
          <p:cNvSpPr/>
          <p:nvPr/>
        </p:nvSpPr>
        <p:spPr>
          <a:xfrm>
            <a:off x="684540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agent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 안에서 하나를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mechanism-node-env"/>
          <p:cNvSpPr/>
          <p:nvPr/>
        </p:nvSpPr>
        <p:spPr>
          <a:xfrm>
            <a:off x="9398160" y="32385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처음부터 안전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 바깥을 선택할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9–11, Sec. 5.1 and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Post-posed shield: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 뒤 실행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mechanism-lane-post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Post-posed interface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mechanism-edge-q1-segment-1"/>
          <p:cNvSpPr/>
          <p:nvPr/>
        </p:nvSpPr>
        <p:spPr>
          <a:xfrm>
            <a:off x="3299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mechanism-edge-q2-segment-1"/>
          <p:cNvSpPr/>
          <p:nvPr/>
        </p:nvSpPr>
        <p:spPr>
          <a:xfrm>
            <a:off x="534132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mechanism-edge-q3-segment-1"/>
          <p:cNvSpPr/>
          <p:nvPr/>
        </p:nvSpPr>
        <p:spPr>
          <a:xfrm>
            <a:off x="738360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mechanism-edge-q4-segment-1"/>
          <p:cNvSpPr/>
          <p:nvPr/>
        </p:nvSpPr>
        <p:spPr>
          <a:xfrm>
            <a:off x="9425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mechanism-node-agent"/>
          <p:cNvSpPr/>
          <p:nvPr/>
        </p:nvSpPr>
        <p:spPr>
          <a:xfrm>
            <a:off x="17398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agent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ranking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mechanism-node-rank"/>
          <p:cNvSpPr/>
          <p:nvPr/>
        </p:nvSpPr>
        <p:spPr>
          <a:xfrm>
            <a:off x="3782160" y="315612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ranking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mechanism-node-rank-queue-1"/>
          <p:cNvSpPr/>
          <p:nvPr/>
        </p:nvSpPr>
        <p:spPr>
          <a:xfrm>
            <a:off x="3782160" y="34099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mechanism-node-rank-queue-2"/>
          <p:cNvSpPr/>
          <p:nvPr/>
        </p:nvSpPr>
        <p:spPr>
          <a:xfrm>
            <a:off x="3782160" y="3600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mechanism-node-rank-queue-3"/>
          <p:cNvSpPr/>
          <p:nvPr/>
        </p:nvSpPr>
        <p:spPr>
          <a:xfrm>
            <a:off x="3782160" y="3790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mechanism-node-shield"/>
          <p:cNvSpPr/>
          <p:nvPr/>
        </p:nvSpPr>
        <p:spPr>
          <a:xfrm>
            <a:off x="58240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mechanism-node-env"/>
          <p:cNvSpPr/>
          <p:nvPr/>
        </p:nvSpPr>
        <p:spPr>
          <a:xfrm>
            <a:off x="78663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수정된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mechanism-node-update"/>
          <p:cNvSpPr/>
          <p:nvPr/>
        </p:nvSpPr>
        <p:spPr>
          <a:xfrm>
            <a:off x="990864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unsafe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 때만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교체한다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11–12, Sec. 5.2 and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interface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Preemptive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Post-posed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선택 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제안 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들의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실제로 실행할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제한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만으로도 동작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proposal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애초에 선택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교정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space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덧붙일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방식은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계약이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9–12, Secs. 5.1–5.2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go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brake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판정한다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실험값이 아닌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interface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 예시이며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game state 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 near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가정한다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913560"/>
                <a:gridCol w="23914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 state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δ(g, near, go) = g_bad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g_bad ∉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brake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δ(g, near, brake) = g_safe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g_safe ∈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action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정확히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{brake}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13–15, shield output definitions;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preemptive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g, label near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brake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 input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set {brake}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brake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Preemptive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방식에서는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unsafe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후보 목록에 나타나지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9–11 and p. 13;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post-posed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 ranking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[go, brake]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순위 검사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successor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순위 검사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brake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successor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action brake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쓰면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선호를 가능한 범위에서 최대한 따른다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11–12 and p. 15;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교정된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어떻게 학습에 반영하는가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proposal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중요한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Punishment variant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음의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사라진다는 보장은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No-punishment variant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실행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안전을 담당하므로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unsafe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완전히 잊는다고 가정하지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11–12, Sec. 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합성 절차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1. Automata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specification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 abstraction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2. Product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space G = Q_spec × Q_abs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3. Game solve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winning region W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4. Interface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교정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5. Runtime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Observer 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state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product game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계산까지 같은 합성 절차를 공유한다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12–15, Sec.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Realizable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계속 존재한다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478680"/>
                <a:gridCol w="36961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성립할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성립하지 않을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Winning strategy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시작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처음부터 안전 강제가 불가능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따름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고려한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전개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모델 밖으로 나감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안을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Losing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들어가면 보장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명세가 존재한다는 것만으로 충분하지 않고 주어진 환경에서 강제 가능한 명세여야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5–6, realizability and winning region; pp. 15–16, correctness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정확성 보장은 조건부다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804840"/>
                <a:gridCol w="391356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execution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specification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만족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환경이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부합하고 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winning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밖의 행동이나 누락된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hazard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Preemptive safe action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비지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Reachable shield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허용한다는 의미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진입은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오류 뒤에만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automata 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정의대로 동작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자체의 정확성 자동 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formal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specification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abstraction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덮는 동작에 한정된다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13 and 15–16, game safe set and correctness proof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Minimal interference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정확한 의미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78332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오해하면 안 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막는가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일치하는 어떤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위반 확률이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클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즉시 충돌한다는 뜻만은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잘하면 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막힌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뒤에는 어떤 후속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라도 위험을 피하지 못하는 경우가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평균적으로 안전하면 허용한다는 기준이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최소라는 뜻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일치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안전을 보장하는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덜 제한적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regret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최소값이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Minimal interference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안전 제약의 최소성이지 성능 손실의 최적화가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16, Minimal Interference proof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product 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옮겨 생각한다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결론의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Discrete 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표현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Preemptive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제한됨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 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Post-posed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Fallback safe-action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분포가 시간에 따라 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dynamics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stationary 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algorithm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하는 알고리즘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종류의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neural 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수렴을 새로 증명한 것이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16–17, Sec.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 보장과 학습 보장을 분리해서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0"/>
          <p:cNvGraphicFramePr/>
          <p:nvPr/>
        </p:nvGraphicFramePr>
        <p:xfrm>
          <a:off x="660240" y="1676520"/>
          <a:ext cx="10870920" cy="37519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제공하지 않음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추상화 범위에서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trace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명세 밖의 모든 현실 위험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Shielded product MDP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unconstrained 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실행을 차단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충분히 방문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구분한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학습하지 않은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neural 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validity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입력으로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오류의 자동 탐지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Formal safety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성능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보장으로 확장해서 읽으면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6, 15–17 and 22, definitions, proofs,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Grid world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Tabular Q-learning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epsilon-greedy exploration, 9×9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및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15×9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9×9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15×9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 영역을 순서대로 방문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색 영역을 순서대로 방문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벽 회피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bomb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 초과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벽과 이동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opponent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충돌 회피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synthesis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abstraction, 2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abstraction, 0.6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Unshielded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음의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 3·no penalty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결과는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grid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설정과 비교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조건부이며 보편적 속도 향상 증거는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17–19, Sec. 8.1 and Fig.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Self-driving car simulation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480×480 pixels, step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pixels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시계 방향 주행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Action·turn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heading outputs,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7.5°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벽 충돌 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restart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차량 측면이 벽에서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 pixels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이내인지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Preemptive·post-posed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DQN, Boltzmann exploration, 3 hidden layers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No-punishment 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빨리 학습하고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crash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Crash-free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관찰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보고된 결과다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19–20, Sec. 8.2 and Fig. 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3: Atari Seaquest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3043800"/>
                <a:gridCol w="336996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화면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RGB image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관찰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Oxygen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소진 전 수면 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 없이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변경 없는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black box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산소 충분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·diver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없음이면 수면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유사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교정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Shielded performance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RGB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입력과 별개인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 proposition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사용했다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19–20, Sec. 8.3 and Fig. 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4: Water tank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7833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Dry·overflow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mode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Post-posed 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제약 강제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Concrete 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State-dependent energy,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minima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Q-learning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SARSA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synthesis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Specification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개와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Shielded·unshielded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환경에서는 안전 제한이 탐색을 줄여 최적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도달을 앞당겼다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21, Sec. 8.4 and Fig. 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실험을 같은 기준으로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739160"/>
                <a:gridCol w="2608920"/>
                <a:gridCol w="38048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Domain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필요한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주된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Tabular Q-learning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 abstraction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회피와 경로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벽까지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60-pixel proximity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crash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Seaquest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RGB DQN black box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 propositions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유지와 명세 위반 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Water tank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Q-learning·SARSA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Tank dynamics abstraction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종류가 아니라 안전 관찰과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abstraction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별도로 제공했다는 점이다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17–21, Sec.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전에 확인할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7" name="Table 0"/>
          <p:cNvGraphicFramePr/>
          <p:nvPr/>
        </p:nvGraphicFramePr>
        <p:xfrm>
          <a:off x="660240" y="1676520"/>
          <a:ext cx="10870920" cy="381456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중요한가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실무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미래 결과를 알아야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hazard 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빠뜨렸는가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Specification 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적지 않은 위험은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알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현실의 안전 요구가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automaton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들어갔는가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신뢰성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잘못된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잘못된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만듦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Sensor·perception 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어떻게 다루는가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Conservatism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줄임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안전성과 행동 자유도의 균형은 어떤가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dependency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유지할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계속 운영할 수 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model-free safety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행동 경계의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formal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21–22,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흐름을 한 번 더 연결하면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Specify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condition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automaton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Abstract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환경 변화를 보수적으로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4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Synthesize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Product game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winning region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8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9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선택 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override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4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 범위 안에서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최적화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8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9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안전과 학습을 분리해 실행 경계에서 결합한다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1–2, 12–17, and 21–22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2026-09-12T05:13:15Z</dcterms:created>
  <dc:creator>Research Seminars</dc:creator>
  <dc:description/>
  <dc:language>ko-KR</dc:language>
  <cp:lastModifiedBy>Research Seminars</cp:lastModifiedBy>
  <dcterms:modified xsi:type="dcterms:W3CDTF">2026-09-12T05:13:15Z</dcterms:modified>
  <cp:revision>1</cp:revision>
  <dc:subject>Safe Reinforcement Learning via Shielding</dc:subject>
  <dc:title>Shielding으로 안전한 강화학습 만들기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31</vt:r8>
  </property>
  <property fmtid="{D5CDD505-2E9C-101B-9397-08002B2CF9AE}" pid="3" name="PresentationFormat">
    <vt:lpwstr>On-screen Show (16:9)</vt:lpwstr>
  </property>
  <property fmtid="{D5CDD505-2E9C-101B-9397-08002B2CF9AE}" pid="4" name="Slides">
    <vt:r8>31</vt:r8>
  </property>
</Properties>
</file>