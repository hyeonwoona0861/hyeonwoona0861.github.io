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YAQA: 모델 출력을 보존하는 적응형 반올림
발표 대본
YAQA는 Yet Another Quantization Algorithm의 약자입니다. 이 논문은 새로운 low-bit datatype을 제안하지 않습니다. 이미 정해진 quantizer의 representable points를 그대로 쓰되, 각 weight를 어느 point로 보낼지를 full-model output distribution에 더 맞게 결정합니다. 핵심 도구는 full-model KL Hessian의 Kronecker-factored sketch와 output·input channel 양쪽으로 error를 전달하는 adaptive rounding입니다. 공개 기준 문서는 2026년 6월 3일의 arXiv v3이며 ICML 2026 proceedings footline을 가진 20쪽 논문입니다.
공개 출처
paper-v3 | title page, abstract, arXiv v3 footer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LLM 배포에서 양자화가 맡는 일
발표 대본
Weight-only post-training quantization은 pretrained weight를 다시 학습하지 않거나 제한적으로만 보정하면서 낮은 precision으로 저장합니다. Memory-bound inference에서는 읽어야 하는 bytes가 줄고, 지원되는 datatype에서는 throughput도 높아질 수 있습니다. 하지만 같은 bit 수라도 rounding 선택에 따라 model output distribution이 크게 달라집니다. 이 논문은 압축 형식을 설계하기보다 원본 모델의 행동을 더 잘 보존하는 rounding을 다룹니다.
공개 출처
paper-v3 | p. 1, abstract and §1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quantizer와 rounding algorithm은 다르다
발표 대본
논문은 quantization framework를 두 부분으로 구분합니다. Quantizer Q는 codebook C, 즉 표현 가능한 points를 정의합니다. Rounding algorithm은 원래 parameter를 그 points 중 하나에 배정합니다. 따라서 YAQA를 QTIP이나 standard INT4와 함께 쓸 수 있습니다. 추론 형식은 quantizer가 결정하므로 YAQA 자체가 새 decode kernel을 요구하지는 않습니다. 다만 Hessian sketch와 rounding을 계산하는 offline 비용은 분명히 존재합니다.
공개 출처
paper-v3 | p. 1, §1 quantizer and rounding distinction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목표는 원본 출력 분포와의 KL을 줄이는 것
발표 대본
식 1은 quantized parameters를 codebook C 안에서 고르되, 입력 distribution에 대한 expected KL divergence를 최소화하도록 정의합니다. 원본 모델 output distribution이 기준이고 양자화 모델이 이를 근사합니다. 이산적인 조합 최적화를 정확히 푸는 것은 어렵기 때문에 논문은 한 linear layer의 weight 변화가 이 KL에 미치는 영향을 second-order approximation으로 다룹니다. 여기서 lower KL은 원본 모델과 더 가깝다는 뜻이지, 별도의 ground-truth task에서 항상 더 높은 accuracy를 뜻하지는 않습니다.
공개 출처
paper-v3 | p. 1, Eqs. 1–2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immediate activation error는 왜 proxy인가
발표 대본
LDLQ와 동등한 GPTQ rounding은 H1 equals expected x transpose x를 사용해 현재 layer activation reconstruction error를 줄입니다. 이 값은 forward input으로 구할 수 있어 저렴하지만, 해당 error가 뒤의 attention과 MLP를 통과하면서 어떻게 변하는지는 반영하지 않습니다. YAQA는 full-model KL Hessian H를 목표로 삼습니다. 다만 H를 그대로 계산하지 않고 구조화된 approximation을 쓰므로, approximation이 true Hessian의 중요한 방향을 얼마나 잘 포착하는지가 성능과 bound를 좌우합니다.
공개 출처
paper-v3 | pp. 1–2, Eq. 2 and local activation proxy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full Hessian은 그대로 저장할 수 없다
발표 대본
W가 m output channels와 n input channels를 가지면 vectorized weight error에는 mn coordinates가 있습니다. Full-model KL의 second-order curvature H는 이 coordinates 사이의 관계를 담아 mn by mn이 됩니다. YAQA는 H를 H_O Kronecker H_I로 근사합니다. H_O는 output-channel 관계, H_I는 input-channel 관계를 담습니다. Storage는 O(m squared plus n squared)로 줄지만, LDLQ의 H1 하나보다 factor가 하나 더 있으므로 저자 구현에서는 Hessian storage가 대략 두 배입니다.
공개 출처
paper-v3 | pp. 1, 4, Eq. 2 and §3.1.2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LDLQ는 input channel 방향으로 error를 넘긴다
발표 대본
LDLQ의 fixed-point form을 한 update로 펼친 그림입니다. 먼저 quantizer Q가 current quantized matrix Wq를 만듭니다. Error Δ는 original W* minus Wq입니다. H1의 block LDL decomposition에서 얻은 strictly lower factor L'I를 이용해 ΔL'I를 원래 weight에 더한 뒤 다시 quantize합니다. 이 의존성은 input-channel 순서로만 전파됩니다. 그림의 화살표는 반복 전체의 cycle을 그린 것이 아니라 한 iteration의 data dependency를 시간 순서로 펼친 것입니다.
공개 출처
paper-v3 | pp. 2–3, Eq. 3 and Lemma 3.2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SND는 rounding dependency의 깊이다
발표 대본
Structural nilpotence degree, SND는 L minus identity의 support graph가 가진 dependency depth를 나타냅니다. Definition 3.1이 SND를 정의하고 Lemma 3.2가 이 깊이로 fixed-point iteration 수를 bound합니다. Full Hessian의 dense triangular factor를 그대로 쓰면 depth가 mn까지 갈 수 있습니다. Lemma 3.3에 따라 Kronecker product of unit triangular factors의 SND는 두 factor의 SND 합으로 분해됩니다. 그래서 YAQA는 output m과 input n의 합에 비례하는 단계 안에서 수렴하는 구조를 얻습니다.
공개 출처
paper-v3 | pp. 3–4, Definition 3.1 and Lemmas 3.2–3.3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Kronecker factor가 두 channel 축을 결합한다
발표 대본
H_O와 H_I는 서로 독립된 입력이 아니라 full Hessian의 output-channel and input-channel structure를 각각 요약한 factors입니다. 이 둘의 Kronecker product는 mn by mn shape을 암시하지만 실제로 dense matrix를 만들지 않고 factorized operations로 사용합니다. LDL decomposition도 각 factor에 따로 적용할 수 있어 output-side L'_O와 input-side L'_I를 얻습니다. 이 구조가 YAQA의 세 feedback terms로 이어집니다.
공개 출처
paper-v3 | p. 4, Lemma 3.3 and Eqs. 5–6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YAQA는 output과 input 양쪽 error를 전달한다
발표 대본
YAQA의 식 6을 한 iteration으로 펼친 그림입니다. Current Wq로 error Δ를 만들고, output factor의 strictly lower component와 input factor를 적용해 세 terms를 계산합니다. Input term ΔL'I는 LDLQ에 있던 부분입니다. YAQA는 output term L'O transpose Δ와 cross term L'O transpose Δ L'I를 추가합니다. 마지막에는 original W* plus three terms를 같은 quantizer Q에 넣습니다. 따라서 representable points는 바뀌지 않고 code assignment만 바뀝니다.
공개 출처
paper-v3 | p. 4, Eqs. 5–6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세 feedback term을 따로 읽기
발표 대본
첫 term은 LDLQ에서도 사용되는 input-side feedback입니다. 둘째는 output-side factor가 error rows 사이의 관계를 반영합니다. 셋째는 output-side transformed error에 input-side factor까지 적용해 두 axes의 joint dependency를 반영합니다. 세 term을 모두 original weight에 더한 뒤 same quantizer로 requantize합니다. 논문은 Equation 5가 LDLQ보다 two additional output-side components를 가진다고 표현하며, 그 두 components가 output term과 cross term입니다.
공개 출처
paper-v3 | p. 4, Eq. 6 and following paragraph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교육용 2 by 2 rounding trace의 설정
발표 대본
이 숫자는 YAQA의 update를 손으로 따라가기 위한 invented example입니다. Quantizer Q는 nearest integer이므로 W*의 0.45는 0, 1.55는 2, 2.45는 2, 2.55는 3으로 시작합니다. L'O and L'I are identical two-by-two strictly lower matrices with 0.5 in the lower-left entry. 실제 YAQA factors는 Hessian sketches의 block LDL decomposition에서 얻습니다. 여기서는 작은 arithmetic을 위해 임의로 정했습니다.
공개 출처
paper-v3 | p. 4, Eq. 6; p. 13, Algorithm 1; illustrative trace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첫 update에서 code 하나가 2에서 1로 바뀐다
발표 대본
Output term, input term, cross term을 elementwise 더하면 feedback sum은 [[−0.1125,−0.225],[−0.225,0]]입니다. 이를 original W*에 더하면 new target이 [[0.3375,1.325],[2.225,2.55]]가 됩니다. Nearest-integer quantization 결과는 W1 equals [[0,1],[2,3]]입니다. Initial W0의 upper-right code 2가 1로 바뀌었습니다. 이 예는 모델 성능을 보여 주지 않고 Equation 6의 mechanics만 재현합니다.
공개 출처
paper-v3 | p. 4, Eq. 6; illustrative arithmetic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두 번째 update 뒤 fixed point에 도달한다
발표 대본
W1을 기준으로 error를 다시 계산하면 Δ1은 [[0.45,0.55],[0.45,−0.45]]입니다. 동일 factors와 Equation 6을 적용한 target은 [[0.8375,1.325],[2.225,2.55]]이고 nearest rounding은 W2 equals [[1,1],[2,3]]입니다. 다음 반복에서도 같은 code가 나오므로 fixed point입니다. 실제 Algorithm 1도 current quantized matrix와 new quantized matrix가 같은지를 확인해 converged를 정합니다. 작은 예의 두 번 수렴은 일반적인 iteration 수를 주장하지 않습니다.
공개 출처
paper-v3 | p. 13, Algorithm 1; illustrative arithmetic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Theorem 3.4가 보장하는 범위
발표 대본
Theorem 3.4는 true KL Hessian H와 positive-definite factors H_O, H_I를 두고 nearest 또는 stochastic rounding의 expected squared error가 bounded라는 가정 아래 quadratic error upper bound를 줍니다. 첫 항은 true H와 Kronecker approximation의 cosine similarity c로 생기는 mismatch이며 c가 1에 가까울수록 작아집니다. 둘째 항은 factor traces, incoherence, dimensions, and rounding error bound에 의해 정해지므로 낮은 incoherence가 tightness에 유리합니다. 논문은 낮은 output rank 등 별도의 충분조건 아래 trace part가 LDLQ 이하가 되는 비교도 제시합니다. 이는 exact discrete KL optimum이나 every downstream task improvement를 보장하지 않습니다.
공개 출처
paper-v3 | p. 4, Theorem 3.4 and Eq. 7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true KL Hessian을 real Fisher로 관측한다
발표 대본
KL divergence는 original model at W*에서 first derivative가 zero이고, corresponding Fisher information이 Hessian과 일치합니다. 저자들은 original logits distribution에서 Monte Carlo sample을 뽑아 cross-entropy gradient를 만들고 sequence 단위 outer products를 사용합니다. Training labels에 대한 empirical Fisher는 trained optimum assumptions에 의존하고 true Hessian과 다를 수 있습니다. 하지만 full Fisher를 그대로 저장하지 못하므로 다음 slides의 two sketches가 Kronecker factors를 직접 추정합니다.
공개 출처
paper-v3 | pp. 4–5, §3.2 and real Fisher discussion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Sketch A: token 독립 가정으로 variance를 낮춘다
발표 대본
Sketch A는 한 sequence 안의 tokens가 linear layer에서 independent라고 가정합니다. 실제 attention model에서는 맞지 않으므로 biased estimator입니다. 대신 sample size를 token count까지 늘려 variance가 roughly inverse number of tokens로 감소합니다. Input x와 error signal을 이용한 modified backward pass로 factor moments를 계산합니다. 초기값은 LDLQ Hessian H1과 output identity이고, authors report at most three full iterations. 10B model, 20M-token dataset에서 about 20 GPU-hours가 보고됩니다.
공개 출처
paper-v3 | p. 5, §3.2.1 and Eqs. 10–11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Sketch B: sequence gradient로 factor를 구한다
발표 대본
Sketch B는 identity factors에서 real Fisher Hessian에 대한 one round of power iteration을 수행합니다. 한 sequence의 layer weight gradient를 G라 하면 H_I는 expected G transpose G divided by m, H_O는 expected G G transpose divided by n으로 계산됩니다. 두 factors는 같은 backward pass에서 얻을 수 있습니다. Token-level independence를 두지 않아 Sketch A보다 bias가 낮지만, independent samples가 sequences이므로 variance를 낮추려면 more sequences가 필요합니다. Main setup은 64K sequences of 2K tokens, about 30 GPU-hours for a 10B model입니다.
공개 출처
paper-v3 | p. 5, §3.2.2 and Eqs. 12–13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Sketch A와 B의 tradeoff
발표 대본
Figures 1 to 3에서 both sketches의 output factors는 approximately low-rank이며 local identity-output approximation보다 true Hessian 방향에 훨씬 가깝습니다. Sketch B가 충분한 data에서 generally stronger라고 authors state하지만, Llama 3.1 8B layer 24 Down 같은 data-limited case에서는 Sketch A의 cosine similarity가 더 높습니다. 비용 수치는 10B model에 대한 authors' reported calibration examples이며 arbitrary hardware의 universal runtime이 아닙니다.
공개 출처
paper-v3 | pp. 5–7, Figs. 1–3 and §§3.2.1–3.2.3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incoherence processing은 bound의 trace를 낮춘다
발표 대본
Theorem의 trace term은 factor incoherence의 영향을 받습니다. Authors use randomized Hadamard transform from QuIP# to spread structure across coordinates. Weight와 Hessian factors를 consistent basis로 바꾼 뒤 LDL decomposition을 적용합니다. Figure 2는 incoherence processing after-to-before trace ratio의 layerwise empirical CDF를 보여 주고, ratio below one이면 bound component가 줄어듭니다. Main Table 1은 LDLQ, GuidedQuant, YAQA에 동일한 QTIP and incoherence processing context를 사용하므로 rounding method 차이를 비교할 수 있습니다.
공개 출처
paper-v3 | pp. 5–7, Fig. 2 and Appendix A.5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offline sketch부터 inference까지의 경계
발표 대본
Sketch A 또는 B는 calibration sequences와 original model samples로 backward signals를 수집합니다. 이 과정에서 H_O and H_I를 FP32로 누적하고 diagonal regularization을 적용합니다. YAQA rounding은 those factors의 block LDL terms로 fixed-point codes를 만듭니다. 배포 단계에는 chosen quantizer가 원래 사용하는 datatype과 decode path가 남습니다. Therefore authors claim no inference overhead from YAQA. 그러나 offline GPU-hours, factor storage, and roughly twice-LDLQ rounding time은 별도 비용입니다.
공개 출처
paper-v3 | pp. 5, 12–13, §§3.2, A.2 and Algorithm 1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main experiment를 읽는 조건
발표 대본
Section 4의 main results는 weight-only PTQ without additional finetuning입니다. Quantizer is QTIP with incoherence processing in Table 1. YAQA-A and YAQA-B use the same dual-feedback rounding but different factor estimates. A uses 8K context, 20M tokens, three full power iterations. B uses 2K context and 64K sequences. WikiText-2 and C4 KL/PPL are evaluated at sequence length 8192. Zero-shot uses chat templates. These conditions should stay attached to every numeric comparison.
공개 출처
paper-v3 | p. 6, §4 baseline and setup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Llama 3.1 8B에서 2-bit rounding 비교
발표 대본
This is a direct slice of Table 1 for Llama 3.1 8B Instruct at 2 bits. All methods use QTIP and incoherence processing without finetuning. KL and perplexity lower is better; zero-shot average higher is better. YAQA-B KL 0.241 is about 32 percent lower than LDLQ 0.356 for this row. 논문 abstract의 approximately 30 percent statement는 broad empirical summary이며 every model-bit row에서 exactly 30 percent라는 뜻은 아닙니다.
공개 출처
paper-v3 | p. 7, Table 1, Llama 3.1 8B Instruct 2-bit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standard INT4에서도 rounding만 바꿀 수 있다
발표 대본
Table 2 uses a standard INT4 quantizer, incoherence processing, and no finetuning on Llama 3.1 8B Instruct. YAQA-A KL 0.028 and YAQA-B 0.029 are both below LDLQ 0.038 and DiscQuant 0.061. 이 표는 quantizer-agnostic interface의 empirical example입니다. It does not show that every arbitrary quantizer or hardware backend will obtain the same gain. BF16 row is the original reference, not another rounding method.
공개 출처
paper-v3 | p. 8, Table 2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QAT 비교에서는 bit와 data 차이를 함께 본다
발표 대본
Table 3 compares Google Gemma 3 QAT at an effective 4.5 bits with YAQA-A and B at 4 bits. Authors estimate the QAT process used roughly one hundred times more data. YAQA has lower KL to the original model, while some QAT downstream metrics exceed the original reference. 그래서 KL preservation과 task performance를 구분해야 합니다. Bit budget, training procedure, and data volume are not matched, so this is not a controlled one-variable comparison입니다.
공개 출처
paper-v3 | p. 8, Table 3 and following paragraph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recovery finetuning 뒤에도 차이는 남지만 줄어든다
발표 대본
Table 4 applies the QTIP recovery finetuning procedure. Llama 3.1 8B Instruct에서 LDLQ와 YAQA의 KL gap은 no-finetuning Table 1보다 작아지지만 남습니다. The displayed percent reductions use the rounded table values: at 2 bits, one minus 0.147 divided by 0.185 is about 20.5 percent; at 3 bits about 20.8 percent; at 4 bits 25 percent. The paper summarizes this region as approximately 10 to 20 percent across its broader reported results, so the per-row rounded calculation should not replace the paper's aggregate wording입니다.
공개 출처
paper-v3 | p. 8, Table 4 and §4.3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Sketch B는 sequence 수와 KL 사이의 곡선을 만든다
발표 대본
Table 9는 Qwen3 8B의 2-bit QTIP에서 Sketch B sequence 수만 바꾼 결과입니다. The 2K sequence setting uses one GPU-hour and reaches KL 0.227, below LDLQ 0.285 at 1.5 GPU-hours in the authors' setup. Increasing to 64K sequences uses 30 GPU-hours and lowers KL to 0.205. 이는 보편적 sample-sufficiency theorem이 아니라 한 model, quantizer, bit-width, dataset, implementation의 conditioned curve입니다.
공개 출처
paper-v3 | p. 20, Table 9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정확도 이득과 함께 지불하는 비용
발표 대본
Factor storage는 O(m squared plus n squared)이며 lower triangles만 저장해도 LDLQ Hessian storage의 roughly twice로 설명됩니다. Authors accumulate in FP32 with diagonal regularization around 1e-4 times trace over dimension and report TF32 numerical instability. YAQA rounding takes roughly twice LDLQ because SND is about m plus n rather than n, but is negligible relative to Hessian collection in their practice. The 20 and 30 GPU-hour figures는 특정 data choice를 쓴 10B model 기준이며 보편적 hardware guarantee가 아닙니다.
공개 출처
paper-v3 | pp. 4–5, 12, §A.2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논문 결과를 넘어서 말하면 안 되는 것
발표 대본
실험은 여러 Llama, Gemma, Qwen size와 QTIP·INT4 example을 포함해 폭넓은 근거를 제공합니다. Still, the paper explicitly selects baselines and does not compare every PTQ family. Hessian sketches are approximations and their quality depends on data and model structure. The theorem concerns a second-order error upper bound under assumptions. No inference overhead refers to format compatibility after quantization; calibration and storage costs remain. 이 경계를 지키면 empirical breadth를 universal law로 과장하지 않고 논문의 기여를 설명할 수 있습니다.
공개 출처
paper-v3 | pp. 4–8, Theorem 3.4, experiments, and §5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YAQA를 한 번에 정리하면
발표 대본
첫째, YAQA is a rounding algorithm, not a quantizer. 둘째, full-model KL sensitivity를 직접 저장하지 않고 output and input Kronecker factors로 근사합니다. 셋째, three feedback terms가 input-only LDLQ를 generalize합니다. 넷째, Sketch A와 B는 bias-variance-data tradeoff가 다릅니다. 다섯째, experiments show strong KL preservation across several settings, but theorem and empirical claims have explicit conditions. 마지막으로 same inference format does not remove offline cost. 이 여섯 문장을 연결하면 논문의 전체 기여와 한계를 함께 설명할 수 있습니다.
공개 출처
paper-v3 | pp. 1–8, main method and results; p. 13, Algorithm 1
Model-Preserving Adaptive Rounding, arXiv:2505.22988v3
https://arxiv.org/abs/2505.22988v3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YAQA: 모델 출력을 보존하는 적응형 반올림</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Model-Preserving Adaptive Rounding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Albert Tseng, Zhaofeng Sun, Christopher De Sa (2026)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quantizer는 그대로 두고, full-model KL Hessian의 Kronecker 근사로 rounding 결정을 바꾼다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title page, abstract, arXiv v3 footer</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LLM 배포에서 양자화가 맡는 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고정밀도 weight를 적은 bit로 표현해 memory traffic과 지원 hardware의 계산량을 줄인다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원본 모델</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수십억 개 고정밀도 weight</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low-bit 표현</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weight마다 representable point 선택</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압축 모델</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작은 storage와 memory bandwidth</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보존 목표</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출력 분포가 원본과 가까워야 함</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압축률만 맞추는 것이 아니라 어떤 rounding이 원본 model behavior를 덜 바꾸는지가 문제다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1, abstract and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quantizer와 rounding algorithm은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표현 가능한 값의 집합과 그 집합으로 보내는 결정은 분리된 구성요소다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935224"/>
                <a:gridCol w="2500376"/>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inference에 미치는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representable point와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E8P, QTIP, INT4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datatype·decode·kernel 형식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weight가 받을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 YAQA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format 안의 code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YAQA의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rounding만 교체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quantizer-independent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format overhead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남는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Hessian 추정과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offline 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추론 전 준비 비용은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YAQA의 결과는 선택한 quantizer가 표현할 수 있는 값 밖으로 나가지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1, §1 quantizer and rounding distinction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목표는 원본 출력 분포와의 KL을 줄이는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입력 X마다 원본 M과 양자화 모델 Mq의 전체 output distribution을 비교한다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입력 X</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data distribution에서 sample</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원본 M</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output distribution 생성</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양자화 Mq</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입력의 output 생성</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KL objective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기댓값이 작은 quantized weight 선택</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model-preserving은 정답 label만 맞추는 것이 아니라 전체 출력 분포를 가깝게 두는 목표다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1, Eqs. 1–2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immediate activation error는 왜 proxy인가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layer 출력을 바로 맞추는 것과 이후 모든 layer를 지난 model output을 맞추는 것은 다르다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370072"/>
                <a:gridCol w="271780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측정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장점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놓치는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layer의 output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forward input으로 계산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후속 layer의 증폭·상쇄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full-model output KL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 behavior와 직접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 계산은 너무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Hessian 의미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 error의 민감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second-order 중요도 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근사의 질에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핵심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H1 대 full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tractability 대 fidelity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둘은 같은 objective가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local error가 작아도 후속 layers를 거친 최종 분포가 더 가까워진다고 보장되지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1–2, Eq. 2 and local activation proxy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full Hessian은 그대로 저장할 수 없다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 by n weight matrix를 펼치면 민감도 행렬 H는 mn by mn이 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174240"/>
                <a:gridCol w="3478784"/>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object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shape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scale 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 by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linear layer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mn parameters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H1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 by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input-channel sensitivity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LDLQ가 저장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true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mn by mn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full-model KL curvature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직접 연산·저장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 factors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 by m + n by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output·input 구조 근사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O(m²+n²)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YAQA의 핵심 압축은 weight가 아니라 Hessian을 두 작은 factor로 표현하는 데서 시작한다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1, 4, Eq. 2 and §3.1.2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LDLQ는 input channel 방향으로 error를 넘긴다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번의 update를 왼쪽에서 오른쪽으로 펼치면 input-side feedback만 남는다</a:t>
            </a:r>
            <a:endParaRPr lang="en-US" sz="1900" dirty="0"/>
          </a:p>
        </p:txBody>
      </p:sp>
      <p:sp>
        <p:nvSpPr>
          <p:cNvPr id="4" name="mechanism-lane-round"/>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LDLQ update</a:t>
            </a:r>
            <a:endParaRPr lang="en-US" sz="1250" dirty="0"/>
          </a:p>
        </p:txBody>
      </p:sp>
      <p:sp>
        <p:nvSpPr>
          <p:cNvPr id="5" name="mechanism-edge-l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l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weight"/>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원본 W*</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quantizer Q에 입력</a:t>
            </a:r>
            <a:endParaRPr lang="en-US" sz="1150" dirty="0"/>
          </a:p>
        </p:txBody>
      </p:sp>
      <p:sp>
        <p:nvSpPr>
          <p:cNvPr id="9" name="mechanism-node-codes"/>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현재 Wq</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선택된 codebook 값</a:t>
            </a:r>
            <a:endParaRPr lang="en-US" sz="1150" dirty="0"/>
          </a:p>
        </p:txBody>
      </p:sp>
      <p:sp>
        <p:nvSpPr>
          <p:cNvPr id="10" name="mechanism-node-error"/>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error 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 − Wq</a:t>
            </a:r>
            <a:endParaRPr lang="en-US" sz="1150" dirty="0"/>
          </a:p>
        </p:txBody>
      </p:sp>
      <p:sp>
        <p:nvSpPr>
          <p:cNvPr id="11" name="mechanism-node-nex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quantize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Q(W* + ΔL'I)</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L'I는 H1의 LDL factor에서 오며, 이미 생긴 error가 뒤 input-channel 결정을 바꾸게 한다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2–3, Eq. 3 and Lemma 3.2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SND는 rounding dependency의 깊이다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support graph에서 한 weight의 결정이 다음 weight에 영향을 주는 longest chain을 센다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935224"/>
                <a:gridCol w="271780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dependency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SND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iteration bound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diagonal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독립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깊이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번에 round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LDL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channel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 약 n 단계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full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mn coordinates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mn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직접 방식은 비현실적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Kronecker LDL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 input chain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m+n−1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 약 m+n 단계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Kronecker 구조는 full dependence를 두 축의 chain 길이 합으로 제한한다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3–4, Definition 3.1 and Lemmas 3.2–3.3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Kronecker factor가 두 channel 축을 결합한다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작은 민감도 행렬을 곱 구조로 묶어 full Hessian의 주요 방향을 근사한다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output factor H_O</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 by m channel 관계</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input factor H_I</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n by n channel 관계</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Kronecker product</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H_O ⊗ H_I</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structured Hessian</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mn by mn 방향 근사</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4, Lemma 3.3 and Eqs. 5–6</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YAQA는 output과 input 양쪽 error를 전달한다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현재 rounding error에서 세 feedback term을 만들고 원본 weight에 더해 다시 quantize한다</a:t>
            </a:r>
            <a:endParaRPr lang="en-US" sz="1900" dirty="0"/>
          </a:p>
        </p:txBody>
      </p:sp>
      <p:sp>
        <p:nvSpPr>
          <p:cNvPr id="4" name="mechanism-lane-out"/>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output side</a:t>
            </a:r>
            <a:endParaRPr lang="en-US" sz="1250" dirty="0"/>
          </a:p>
        </p:txBody>
      </p:sp>
      <p:sp>
        <p:nvSpPr>
          <p:cNvPr id="5" name="mechanism-lane-in"/>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input side</a:t>
            </a:r>
            <a:endParaRPr lang="en-US" sz="1250" dirty="0"/>
          </a:p>
        </p:txBody>
      </p:sp>
      <p:sp>
        <p:nvSpPr>
          <p:cNvPr id="6" name="mechanism-edge-y1-segment-1"/>
          <p:cNvSpPr/>
          <p:nvPr/>
        </p:nvSpPr>
        <p:spPr>
          <a:xfrm>
            <a:off x="329946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y2-segment-1"/>
          <p:cNvSpPr/>
          <p:nvPr/>
        </p:nvSpPr>
        <p:spPr>
          <a:xfrm>
            <a:off x="5341620" y="2787650"/>
            <a:ext cx="321733" cy="0"/>
          </a:xfrm>
          <a:prstGeom prst="line">
            <a:avLst/>
          </a:prstGeom>
          <a:noFill/>
          <a:ln w="12700">
            <a:solidFill>
              <a:srgbClr val="0D685C"/>
            </a:solidFill>
            <a:prstDash val="solid"/>
            <a:headEnd type="none"/>
            <a:tailEnd type="none"/>
          </a:ln>
        </p:spPr>
        <p:txBody>
          <a:bodyPr/>
          <a:lstStyle/>
          <a:p>
            <a:endParaRPr lang="ko-KR"/>
          </a:p>
        </p:txBody>
      </p:sp>
      <p:sp>
        <p:nvSpPr>
          <p:cNvPr id="8" name="mechanism-edge-y2-segment-2"/>
          <p:cNvSpPr/>
          <p:nvPr/>
        </p:nvSpPr>
        <p:spPr>
          <a:xfrm>
            <a:off x="5663353"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9" name="mechanism-edge-y2-segment-3"/>
          <p:cNvSpPr/>
          <p:nvPr/>
        </p:nvSpPr>
        <p:spPr>
          <a:xfrm>
            <a:off x="5663353" y="2990850"/>
            <a:ext cx="160867"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y3-segment-1"/>
          <p:cNvSpPr/>
          <p:nvPr/>
        </p:nvSpPr>
        <p:spPr>
          <a:xfrm>
            <a:off x="5341620" y="3194050"/>
            <a:ext cx="160867" cy="0"/>
          </a:xfrm>
          <a:prstGeom prst="line">
            <a:avLst/>
          </a:prstGeom>
          <a:noFill/>
          <a:ln w="12700">
            <a:solidFill>
              <a:srgbClr val="0D685C"/>
            </a:solidFill>
            <a:prstDash val="solid"/>
            <a:headEnd type="none"/>
            <a:tailEnd type="none"/>
          </a:ln>
        </p:spPr>
        <p:txBody>
          <a:bodyPr/>
          <a:lstStyle/>
          <a:p>
            <a:endParaRPr lang="ko-KR"/>
          </a:p>
        </p:txBody>
      </p:sp>
      <p:sp>
        <p:nvSpPr>
          <p:cNvPr id="11" name="mechanism-edge-y3-segment-2"/>
          <p:cNvSpPr/>
          <p:nvPr/>
        </p:nvSpPr>
        <p:spPr>
          <a:xfrm>
            <a:off x="5502487" y="3194050"/>
            <a:ext cx="0" cy="1358900"/>
          </a:xfrm>
          <a:prstGeom prst="line">
            <a:avLst/>
          </a:prstGeom>
          <a:noFill/>
          <a:ln w="12700">
            <a:solidFill>
              <a:srgbClr val="0D685C"/>
            </a:solidFill>
            <a:prstDash val="solid"/>
            <a:headEnd type="none"/>
            <a:tailEnd type="none"/>
          </a:ln>
        </p:spPr>
        <p:txBody>
          <a:bodyPr/>
          <a:lstStyle/>
          <a:p>
            <a:endParaRPr lang="ko-KR"/>
          </a:p>
        </p:txBody>
      </p:sp>
      <p:sp>
        <p:nvSpPr>
          <p:cNvPr id="12" name="mechanism-edge-y3-segment-3"/>
          <p:cNvSpPr/>
          <p:nvPr/>
        </p:nvSpPr>
        <p:spPr>
          <a:xfrm>
            <a:off x="5502487" y="4552950"/>
            <a:ext cx="321733"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y4-segment-1"/>
          <p:cNvSpPr/>
          <p:nvPr/>
        </p:nvSpPr>
        <p:spPr>
          <a:xfrm>
            <a:off x="7383780" y="2990850"/>
            <a:ext cx="321733" cy="0"/>
          </a:xfrm>
          <a:prstGeom prst="line">
            <a:avLst/>
          </a:prstGeom>
          <a:noFill/>
          <a:ln w="12700">
            <a:solidFill>
              <a:srgbClr val="0D685C"/>
            </a:solidFill>
            <a:prstDash val="solid"/>
            <a:headEnd type="none"/>
            <a:tailEnd type="none"/>
          </a:ln>
        </p:spPr>
        <p:txBody>
          <a:bodyPr/>
          <a:lstStyle/>
          <a:p>
            <a:endParaRPr lang="ko-KR"/>
          </a:p>
        </p:txBody>
      </p:sp>
      <p:sp>
        <p:nvSpPr>
          <p:cNvPr id="14" name="mechanism-edge-y4-segment-2"/>
          <p:cNvSpPr/>
          <p:nvPr/>
        </p:nvSpPr>
        <p:spPr>
          <a:xfrm flipV="1">
            <a:off x="7705513"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15" name="mechanism-edge-y4-segment-3"/>
          <p:cNvSpPr/>
          <p:nvPr/>
        </p:nvSpPr>
        <p:spPr>
          <a:xfrm>
            <a:off x="7705513" y="2787650"/>
            <a:ext cx="160867"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y5-segment-1"/>
          <p:cNvSpPr/>
          <p:nvPr/>
        </p:nvSpPr>
        <p:spPr>
          <a:xfrm>
            <a:off x="7383780" y="4552950"/>
            <a:ext cx="160867" cy="0"/>
          </a:xfrm>
          <a:prstGeom prst="line">
            <a:avLst/>
          </a:prstGeom>
          <a:noFill/>
          <a:ln w="12700">
            <a:solidFill>
              <a:srgbClr val="0D685C"/>
            </a:solidFill>
            <a:prstDash val="solid"/>
            <a:headEnd type="none"/>
            <a:tailEnd type="none"/>
          </a:ln>
        </p:spPr>
        <p:txBody>
          <a:bodyPr/>
          <a:lstStyle/>
          <a:p>
            <a:endParaRPr lang="ko-KR"/>
          </a:p>
        </p:txBody>
      </p:sp>
      <p:sp>
        <p:nvSpPr>
          <p:cNvPr id="17" name="mechanism-edge-y5-segment-2"/>
          <p:cNvSpPr/>
          <p:nvPr/>
        </p:nvSpPr>
        <p:spPr>
          <a:xfrm flipV="1">
            <a:off x="7544647" y="3194050"/>
            <a:ext cx="0" cy="1358900"/>
          </a:xfrm>
          <a:prstGeom prst="line">
            <a:avLst/>
          </a:prstGeom>
          <a:noFill/>
          <a:ln w="12700">
            <a:solidFill>
              <a:srgbClr val="0D685C"/>
            </a:solidFill>
            <a:prstDash val="solid"/>
            <a:headEnd type="none"/>
            <a:tailEnd type="none"/>
          </a:ln>
        </p:spPr>
        <p:txBody>
          <a:bodyPr/>
          <a:lstStyle/>
          <a:p>
            <a:endParaRPr lang="ko-KR"/>
          </a:p>
        </p:txBody>
      </p:sp>
      <p:sp>
        <p:nvSpPr>
          <p:cNvPr id="18" name="mechanism-edge-y5-segment-3"/>
          <p:cNvSpPr/>
          <p:nvPr/>
        </p:nvSpPr>
        <p:spPr>
          <a:xfrm>
            <a:off x="7544647" y="3194050"/>
            <a:ext cx="321733" cy="0"/>
          </a:xfrm>
          <a:prstGeom prst="line">
            <a:avLst/>
          </a:prstGeom>
          <a:noFill/>
          <a:ln w="12700">
            <a:solidFill>
              <a:srgbClr val="0D685C"/>
            </a:solidFill>
            <a:prstDash val="solid"/>
            <a:headEnd type="none"/>
            <a:tailEnd type="triangle"/>
          </a:ln>
        </p:spPr>
        <p:txBody>
          <a:bodyPr/>
          <a:lstStyle/>
          <a:p>
            <a:endParaRPr lang="ko-KR"/>
          </a:p>
        </p:txBody>
      </p:sp>
      <p:sp>
        <p:nvSpPr>
          <p:cNvPr id="19" name="mechanism-edge-y8-segment-1"/>
          <p:cNvSpPr/>
          <p:nvPr/>
        </p:nvSpPr>
        <p:spPr>
          <a:xfrm>
            <a:off x="942594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20" name="mechanism-node-current"/>
          <p:cNvSpPr/>
          <p:nvPr/>
        </p:nvSpPr>
        <p:spPr>
          <a:xfrm>
            <a:off x="173990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현재 Wq</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quantized matrix</a:t>
            </a:r>
            <a:endParaRPr lang="en-US" sz="1150" dirty="0"/>
          </a:p>
        </p:txBody>
      </p:sp>
      <p:sp>
        <p:nvSpPr>
          <p:cNvPr id="21" name="mechanism-node-delta"/>
          <p:cNvSpPr/>
          <p:nvPr/>
        </p:nvSpPr>
        <p:spPr>
          <a:xfrm>
            <a:off x="378206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error 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 − Wq</a:t>
            </a:r>
            <a:endParaRPr lang="en-US" sz="1150" dirty="0"/>
          </a:p>
        </p:txBody>
      </p:sp>
      <p:sp>
        <p:nvSpPr>
          <p:cNvPr id="22" name="mechanism-node-outterm"/>
          <p:cNvSpPr/>
          <p:nvPr/>
        </p:nvSpPr>
        <p:spPr>
          <a:xfrm>
            <a:off x="582422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output term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L'OᵀΔ</a:t>
            </a:r>
            <a:endParaRPr lang="en-US" sz="1150" dirty="0"/>
          </a:p>
        </p:txBody>
      </p:sp>
      <p:sp>
        <p:nvSpPr>
          <p:cNvPr id="23" name="mechanism-node-interm"/>
          <p:cNvSpPr/>
          <p:nvPr/>
        </p:nvSpPr>
        <p:spPr>
          <a:xfrm>
            <a:off x="582422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input term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ΔL'I</a:t>
            </a:r>
            <a:endParaRPr lang="en-US" sz="1150" dirty="0"/>
          </a:p>
        </p:txBody>
      </p:sp>
      <p:sp>
        <p:nvSpPr>
          <p:cNvPr id="24" name="mechanism-node-cross"/>
          <p:cNvSpPr/>
          <p:nvPr/>
        </p:nvSpPr>
        <p:spPr>
          <a:xfrm>
            <a:off x="786638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feedback sum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cross 포함 세 term</a:t>
            </a:r>
            <a:endParaRPr lang="en-US" sz="1150" dirty="0"/>
          </a:p>
        </p:txBody>
      </p:sp>
      <p:sp>
        <p:nvSpPr>
          <p:cNvPr id="25" name="mechanism-node-update"/>
          <p:cNvSpPr/>
          <p:nvPr/>
        </p:nvSpPr>
        <p:spPr>
          <a:xfrm>
            <a:off x="990854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requantize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Q(W* + 세 term)</a:t>
            </a:r>
            <a:endParaRPr lang="en-US" sz="1150" dirty="0"/>
          </a:p>
        </p:txBody>
      </p:sp>
      <p:sp>
        <p:nvSpPr>
          <p:cNvPr id="26" name="Shape 2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7" name="Text 2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LDLQ의 ΔL'I에 L'OᵀΔ와 L'OᵀΔL'I가 추가되어 output-channel 관계도 rounding에 반영된다</a:t>
            </a:r>
            <a:endParaRPr lang="en-US" sz="1750" dirty="0"/>
          </a:p>
        </p:txBody>
      </p:sp>
      <p:sp>
        <p:nvSpPr>
          <p:cNvPr id="28" name="Shape 2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9" name="Text 2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4, Eqs. 5–6</a:t>
            </a:r>
            <a:endParaRPr lang="en-US" sz="1050" dirty="0"/>
          </a:p>
        </p:txBody>
      </p:sp>
      <p:sp>
        <p:nvSpPr>
          <p:cNvPr id="30" name="Text 2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feedback term을 따로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L'O와 L'I는 각각 H_O와 H_I의 block LDL decomposition에서 얻은 strictly lower part다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174240"/>
                <a:gridCol w="3804920"/>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전파 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LDLQ에 존재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ΔL'I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input-channel error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L'OᵀΔ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output-channel error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아니오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L'OᵀΔL'I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축의 결합 의존성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아니오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Q(W* + sum)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correction 뒤 다시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Q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dual feedback은 두 개의 독립 보정만이 아니라 두 축이 만나는 cross term까지 포함한다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4, Eq. 6 and following paragraph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2 by 2 rounding trace의 설정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nearest-integer quantizer와 작은 LDL factors를 둔 재계산 가능한 예시이며 논문 실험값이 아니다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78332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[[0.45,1.55],[2.45,2.55]]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양자화 전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W0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W*를 nearest integer로 round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L'O와 L'I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축의 strictly lower factor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Δ0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[[0.45,−0.45],[0.45,−0.45]]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 − W0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quantizer의 integer codebook은 고정하고 feedback이 선택 code만 바꾸는지 확인한다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4, Eq. 6; p. 13, Algorithm 1; illustrative trace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첫 update에서 code 하나가 2에서 1로 바뀐다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Δ0에 output, input, cross factor를 적용해 새 quantization target을 만든다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5218176"/>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행렬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term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[[0.225,−0.225],[0,0]]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L'OᵀΔ0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term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[[−0.225,0],[−0.225,0]]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Δ0L'I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 term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[[−0.1125,0],[0,0]]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L'OᵀΔ0L'I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new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[[0.3375,1.325],[2.225,2.55]]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 + 세 term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W1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upper-right 2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nearest-integer quantizer라도 feedback을 더한 target은 다른 code를 선택할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4, Eq. 6; illustrative arithmetic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번째 update 뒤 fixed point에 도달한다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새 code로 error를 다시 계산하고 같은 update를 반복해 code가 더 바뀌는지 확인한다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5218176"/>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error 또는 target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quantized matrix</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 이후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Δ1=[[0.45,0.55],[0.45,−0.45]]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W1=[[0,1],[2,3]]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번째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[[0.8375,1.325],[2.225,2.55]]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W2=[[1,1],[2,3]]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번째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target과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W3=W2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stop 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code가 더 바뀌지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Algorithm 1은 objective gradient가 0이 될 때가 아니라 quantized code가 안정되면 멈춘다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13, Algorithm 1; illustrative arithmetic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3.4가 보장하는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정리는 가정 아래 error bound를 주며, 방향 유사도와 incoherence가 좋을수록 bound가 작아진다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717800"/>
                <a:gridCol w="369620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bound에서의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가정·bound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cosine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H와 H_O⊗H_I mismatch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tightness: c→1이면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H를 정확히 복원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incoherence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trace term 제어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tightness: 낮을수록 유리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layer 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 error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nearest/stochastic; E[e²]≤B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quantizer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rank 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 bound와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 비교: 낮은 output rank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lower 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 upper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 true KL H, PD factors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downstream accuracy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‘provably better’는 조건부 bound 비교이며 모든 설정의 품질 우위를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4, Theorem 3.4 and Eq.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true KL Hessian을 real Fisher로 관측한다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원본 model output에서 token을 sample하고 sequence gradient의 outer product를 평균한다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원본 logits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model output distribution</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Monte Carlo token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그 distribution에서 sample</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sequence gradient G</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layer weight에 대한 gradient</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real Fisher</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gradient outer product 기대값</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factor sketch</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H_O와 H_I를 근사</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training label이 아니라 original model distribution에서 얻은 real Fisher를 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4–5, §3.2 and real Fisher discussion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Sketch A: token 독립 가정으로 variance를 낮춘다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layer input x와 output-error gradient를 token pair로 모아 factor power iteration을 수행한다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input x</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token의 layer input</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error gradient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sample의 output signal</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token-level moments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independence 가정으로 평균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power iteration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H1과 I에서 최대 3회</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H_I, H_O</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biased low-variance factors</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더 많은 token pair를 쓰는 대신 sequence correlation을 무시해 bias가 생긴다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5, §3.2.1 and Eqs. 10–11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Sketch B: sequence gradient로 factor를 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identity에서 시작한 one-step power iteration을 per-sequence real Fisher gradient로 계산한다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sequence sample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원본 output에서 token sample</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gradient matrix G</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sequence의 weight gradient</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input factor</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H_I = E[GᵀG] / m</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output factor</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H_O = E[GGᵀ] / n</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single pass</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backward에서 둘 다 누적</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token independence bias를 피하지만 독립 단위가 sequence라 충분한 data가 더 많이 필요하다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5, §3.2.2 and Eqs. 12–13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Sketch A와 B의 tradeoff</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둘 다 local H1보다 full Hessian 방향에 가깝지만 data regime에 따라 상대 우위가 달라진다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043936"/>
                <a:gridCol w="315264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Sketch 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Sketch B</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sample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token pair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sequence gradient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B가 dependency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bias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token independence로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A의 구조적 근사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variance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많은 token으로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sequence 수에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B는 data 요구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20M tokens, 약 20 GPU-h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64K × 2K, 약 30 GPU-h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10B 기준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data-limited 때 우세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충분한 data에서 대체로 강함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B는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A는 lower variance, B는 lower bias 쪽의 선택이며 둘 다 한계가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5–7, Figs. 1–3 and §§3.2.1–3.2.3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incoherence processing은 bound의 trace를 낮춘다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randomized Hadamard transform이 민감 방향을 좌표에 고르게 퍼뜨리도록 weight와 factors를 함께 바꾼다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826512"/>
                <a:gridCol w="3370072"/>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목적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channel basis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coordinate 집중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정확한 uniformity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factor transform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H_O와 H_I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basis에서 LDL 수행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factor도 같이 변환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trace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processed 대 original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1보다 작으면 bound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empirical CDF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experiment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QTIP main setting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LDLQ와 YAQA 모두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 효과와 혼동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rotation 조건에서 YAQA가 더 나은 Hessian feedback을 쓰는 비교다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5–7, Fig. 2 and Appendix A.5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offline sketch부터 inference까지의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추론 전에 factors와 codes를 만들고, 배포 시에는 선택한 quantizer의 기존 표현만 사용한다</a:t>
            </a:r>
            <a:endParaRPr lang="en-US" sz="1900" dirty="0"/>
          </a:p>
        </p:txBody>
      </p:sp>
      <p:sp>
        <p:nvSpPr>
          <p:cNvPr id="4" name="mechanism-lane-offline"/>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offline</a:t>
            </a:r>
            <a:endParaRPr lang="en-US" sz="1250" dirty="0"/>
          </a:p>
        </p:txBody>
      </p:sp>
      <p:sp>
        <p:nvSpPr>
          <p:cNvPr id="5" name="mechanism-lane-serve"/>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inference</a:t>
            </a:r>
            <a:endParaRPr lang="en-US" sz="1250" dirty="0"/>
          </a:p>
        </p:txBody>
      </p:sp>
      <p:sp>
        <p:nvSpPr>
          <p:cNvPr id="6" name="mechanism-edge-p1-segment-1"/>
          <p:cNvSpPr/>
          <p:nvPr/>
        </p:nvSpPr>
        <p:spPr>
          <a:xfrm>
            <a:off x="329946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p2-segment-1"/>
          <p:cNvSpPr/>
          <p:nvPr/>
        </p:nvSpPr>
        <p:spPr>
          <a:xfrm>
            <a:off x="534162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p3-segment-1"/>
          <p:cNvSpPr/>
          <p:nvPr/>
        </p:nvSpPr>
        <p:spPr>
          <a:xfrm>
            <a:off x="738378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p4-segment-1"/>
          <p:cNvSpPr/>
          <p:nvPr/>
        </p:nvSpPr>
        <p:spPr>
          <a:xfrm>
            <a:off x="9425940" y="2990850"/>
            <a:ext cx="241300" cy="0"/>
          </a:xfrm>
          <a:prstGeom prst="line">
            <a:avLst/>
          </a:prstGeom>
          <a:noFill/>
          <a:ln w="12700">
            <a:solidFill>
              <a:srgbClr val="0D685C"/>
            </a:solidFill>
            <a:prstDash val="solid"/>
            <a:headEnd type="none"/>
            <a:tailEnd type="none"/>
          </a:ln>
        </p:spPr>
        <p:txBody>
          <a:bodyPr/>
          <a:lstStyle/>
          <a:p>
            <a:endParaRPr lang="ko-KR"/>
          </a:p>
        </p:txBody>
      </p:sp>
      <p:sp>
        <p:nvSpPr>
          <p:cNvPr id="10" name="mechanism-edge-p4-segment-2"/>
          <p:cNvSpPr/>
          <p:nvPr/>
        </p:nvSpPr>
        <p:spPr>
          <a:xfrm>
            <a:off x="9667240" y="2990850"/>
            <a:ext cx="0" cy="1562100"/>
          </a:xfrm>
          <a:prstGeom prst="line">
            <a:avLst/>
          </a:prstGeom>
          <a:noFill/>
          <a:ln w="12700">
            <a:solidFill>
              <a:srgbClr val="0D685C"/>
            </a:solidFill>
            <a:prstDash val="solid"/>
            <a:headEnd type="none"/>
            <a:tailEnd type="none"/>
          </a:ln>
        </p:spPr>
        <p:txBody>
          <a:bodyPr/>
          <a:lstStyle/>
          <a:p>
            <a:endParaRPr lang="ko-KR"/>
          </a:p>
        </p:txBody>
      </p:sp>
      <p:sp>
        <p:nvSpPr>
          <p:cNvPr id="11" name="mechanism-edge-p4-segment-3"/>
          <p:cNvSpPr/>
          <p:nvPr/>
        </p:nvSpPr>
        <p:spPr>
          <a:xfrm>
            <a:off x="9667240" y="4552950"/>
            <a:ext cx="241300" cy="0"/>
          </a:xfrm>
          <a:prstGeom prst="line">
            <a:avLst/>
          </a:prstGeom>
          <a:noFill/>
          <a:ln w="12700">
            <a:solidFill>
              <a:srgbClr val="0D685C"/>
            </a:solidFill>
            <a:prstDash val="solid"/>
            <a:headEnd type="none"/>
            <a:tailEnd type="triangle"/>
          </a:ln>
        </p:spPr>
        <p:txBody>
          <a:bodyPr/>
          <a:lstStyle/>
          <a:p>
            <a:endParaRPr lang="ko-KR"/>
          </a:p>
        </p:txBody>
      </p:sp>
      <p:sp>
        <p:nvSpPr>
          <p:cNvPr id="12" name="mechanism-node-samples"/>
          <p:cNvSpPr txBox="1"/>
          <p:nvPr/>
        </p:nvSpPr>
        <p:spPr>
          <a:xfrm>
            <a:off x="1739900" y="26733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calibration</a:t>
            </a:r>
            <a:endParaRPr lang="en-US" sz="1150" dirty="0"/>
          </a:p>
        </p:txBody>
      </p:sp>
      <p:sp>
        <p:nvSpPr>
          <p:cNvPr id="13" name="mechanism-node-samples-queue-1"/>
          <p:cNvSpPr/>
          <p:nvPr/>
        </p:nvSpPr>
        <p:spPr>
          <a:xfrm>
            <a:off x="1739900" y="29273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sequences</a:t>
            </a:r>
            <a:endParaRPr lang="en-US" sz="950" dirty="0"/>
          </a:p>
        </p:txBody>
      </p:sp>
      <p:sp>
        <p:nvSpPr>
          <p:cNvPr id="14" name="mechanism-node-samples-queue-2"/>
          <p:cNvSpPr/>
          <p:nvPr/>
        </p:nvSpPr>
        <p:spPr>
          <a:xfrm>
            <a:off x="1739900" y="31178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model samples</a:t>
            </a:r>
            <a:endParaRPr lang="en-US" sz="950" dirty="0"/>
          </a:p>
        </p:txBody>
      </p:sp>
      <p:sp>
        <p:nvSpPr>
          <p:cNvPr id="15" name="mechanism-node-grad"/>
          <p:cNvSpPr/>
          <p:nvPr/>
        </p:nvSpPr>
        <p:spPr>
          <a:xfrm>
            <a:off x="378206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backward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real Fisher signals</a:t>
            </a:r>
            <a:endParaRPr lang="en-US" sz="1150" dirty="0"/>
          </a:p>
        </p:txBody>
      </p:sp>
      <p:sp>
        <p:nvSpPr>
          <p:cNvPr id="16" name="mechanism-node-factors"/>
          <p:cNvSpPr/>
          <p:nvPr/>
        </p:nvSpPr>
        <p:spPr>
          <a:xfrm>
            <a:off x="582422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 factors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H_O와 H_I</a:t>
            </a:r>
            <a:endParaRPr lang="en-US" sz="1150" dirty="0"/>
          </a:p>
        </p:txBody>
      </p:sp>
      <p:sp>
        <p:nvSpPr>
          <p:cNvPr id="17" name="mechanism-node-round"/>
          <p:cNvSpPr/>
          <p:nvPr/>
        </p:nvSpPr>
        <p:spPr>
          <a:xfrm>
            <a:off x="786638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YAQA rounding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fixed-point code 선택</a:t>
            </a:r>
            <a:endParaRPr lang="en-US" sz="1150" dirty="0"/>
          </a:p>
        </p:txBody>
      </p:sp>
      <p:sp>
        <p:nvSpPr>
          <p:cNvPr id="18" name="mechanism-node-codes"/>
          <p:cNvSpPr/>
          <p:nvPr/>
        </p:nvSpPr>
        <p:spPr>
          <a:xfrm>
            <a:off x="990854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low-bit model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기존 datatype로 실행</a:t>
            </a:r>
            <a:endParaRPr lang="en-US" sz="1150" dirty="0"/>
          </a:p>
        </p:txBody>
      </p:sp>
      <p:sp>
        <p:nvSpPr>
          <p:cNvPr id="19" name="Shape 17"/>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0" name="Text 18"/>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no inference overhead는 final format에 대한 말이며 offline 비용은 남는다</a:t>
            </a:r>
            <a:endParaRPr lang="en-US" sz="1750" dirty="0"/>
          </a:p>
        </p:txBody>
      </p:sp>
      <p:sp>
        <p:nvSpPr>
          <p:cNvPr id="21" name="Shape 1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2" name="Text 2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5, 12–13, §§3.2, A.2 and Algorithm 1</a:t>
            </a:r>
            <a:endParaRPr lang="en-US" sz="1050" dirty="0"/>
          </a:p>
        </p:txBody>
      </p:sp>
      <p:sp>
        <p:nvSpPr>
          <p:cNvPr id="23" name="Text 2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main experiment를 읽는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model, quantizer, finetuning, calibration, evaluation length를 함께 고정해야 숫자를 비교할 수 있다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10946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시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 3.1/3.2, Gemma 3; Qwen appendix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 size별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quantizer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QTIP 2, 3, 4 bit + incoherence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quantizer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finetuning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main은 없음; recovery는 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1과 4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Sketch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8K context, 20M tokens, 3 iterations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B와 data 단위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Sketch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2K context, 64K sequences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KL/PPL eval length 8192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YAQA-A와 B는 rounding은 같고 Hessian sketch가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6, §4 baseline and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Llama 3.1 8B에서 2-bit rounding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QTIP, incoherence processing, no finetuning 조건의 Table 1 한 구간이다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1848104"/>
                <a:gridCol w="1956816"/>
                <a:gridCol w="1956816"/>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rounding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KL W2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PPL W2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PPL C4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0-shot avg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9.39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GuidedQuant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8.79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9.83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row에서는 YAQA-B가 KL과 두 perplexity를 가장 낮추고 평균 zero-shot도 가장 높다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7, Table 1, Llama 3.1 8B Instruct 2-bit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standard INT4에서도 rounding만 바꿀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 3.1 8B Instruct, incoherence processing, no finetuning의 Table 2 결과다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1848104"/>
                <a:gridCol w="1956816"/>
                <a:gridCol w="195681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KL W2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PPL W2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PPL C4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0-shot avg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BF16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69.82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DiscQuant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0.061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6.83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69.11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68.92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reported INT4에서도 YAQA가 local baselines보다 낮은 KL을 보였다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8,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QAT 비교에서는 bit와 data 차이를 함께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Gemma 3 12B Instruct에서 original-output KL은 YAQA가 낮지만 조건은 같지 않다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1630680"/>
                <a:gridCol w="1413256"/>
                <a:gridCol w="18481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type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KL W2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Google QAT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authors estimate 약 100×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20M-token sketch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64K × 2K sequences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original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BF16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 distribution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낮은 KL은 original 보존이며 QAT의 보편적 품질 열세를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8, Table 3 and following paragraph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recovery finetuning 뒤에도 차이는 남지만 줄어든다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QTIP과 incoherence processing을 쓴 Llama 3.1 8B의 Table 4 KL 비교다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282952"/>
                <a:gridCol w="2391664"/>
                <a:gridCol w="2391664"/>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LDLQ KL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YAQA-A KL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YAQA-B KL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best reduction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recovery setup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quantizer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table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rounded values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recovery finetuning 뒤에도 YAQA의 KL 이점은 남았다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8, Table 4 and §4.3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Sketch B는 sequence 수와 KL 사이의 곡선을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Qwen3 8B, QTIP 2-bit, incoherence processing, no finetuning의 Table 9다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065528"/>
                <a:gridCol w="1739392"/>
                <a:gridCol w="2174240"/>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sequences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GPU-h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KL W2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PPL W2 ↓</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2K에서도 reported gain이 있지만 더 많은 data의 개선 폭은 점차 작아진다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 20, Table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정확도 이득과 함께 지불하는 비용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추론 format은 그대로지만 offline calibration과 factor memory는 LDLQ보다 커진다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261360"/>
                <a:gridCol w="2935224"/>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YAQA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LDLQ 대비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factor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O(m²+n²)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대략 2× Hessian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lower triangles만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accumulation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FP32 + regularization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backward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TF32는 불안정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output·input matmul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 quantization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authors setup에서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Sketch 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20 / 30 GPU-h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offline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10B reported setup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quantizer format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YAQA 추가 overhead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kernel 성능은 Q에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배포 runtime을 늘리지 않는 대신 quantization pipeline의 준비 단계가 더 무거워진다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4–5, 12, §A.2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 결과를 넘어서 말하면 안 되는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method의 강점은 clear하지만 approximation, data, comparison scope가 남는다</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3696208"/>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확인된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남은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settings에서 lower KL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quantizer·model의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architectures 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3.4 error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조건부 second-order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bound와 actual KL 간격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A/B가 H1보다 방향상 근접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H를 직접 계산하지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data-limited reliability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 inference overhead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offline GPU·memory cost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 deployment pipeline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baselines보다 우수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omitted PTQ 전체와 비교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broader matched evaluation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YAQA는 강한 근거를 주지만 exact optimization이나 universal dominance는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4–8, Theorem 3.4, experiments, and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YAQA를 한 번에 정리하면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codebook을 바꾸지 않고 full-model sensitivity에 가까운 방향으로 rounding assignment를 바꾼다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Quantizer는 값 집합을 정하고, YAQA는 그중 선택할 code를 정한다.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LDLQ의 local proxy 대신 full-model KL Hessian의 Kronecker sketch를 쓴다.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Input feedback에 output과 cross feedback을 더해 두 축의 error를 반영한다.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A는 token-level lower variance, B는 sequence-level lower bias를 지향한다.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결과는 lower KL을 보이지만 theorem·bit·data·finetuning 조건이 붙는다.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Inference format은 유지되지만 offline collection과 storage cost는 증가한다.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같은 값 집합에서 model을 덜 바꾸는 code를 고르는 것이다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paper-v3 pp. 1–8, main method and results; p. 13, Algorithm 1</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YAQA: 모델 출력을 보존하는 적응형 반올림</dc:title>
  <dc:subject>Model-Preserving Adaptive Rounding</dc:subject>
  <dc:creator>Research Seminars</dc:creator>
  <cp:lastModifiedBy>Research Seminars</cp:lastModifiedBy>
  <cp:revision>1</cp:revision>
  <dcterms:created xsi:type="dcterms:W3CDTF">2026-09-12T07:57:20Z</dcterms:created>
  <dcterms:modified xsi:type="dcterms:W3CDTF">2026-09-12T07:57:20Z</dcterms:modified>
</cp:coreProperties>
</file>