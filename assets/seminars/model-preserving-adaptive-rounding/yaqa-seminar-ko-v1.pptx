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FFF6FCB-6F53-47B2-906D-C4C6827D74B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YAQA: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출력을 보존하는 적응형 반올림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Yet Another Quantization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low-bit datatype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정해진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representable 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쓰되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보낼지를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full-model output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맞게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도구는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full-model KL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Kronecker-factored sketch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output·input 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양쪽으로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기준 문서는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2026 proceedings footline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논문입니다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title page, abstract, arXiv v3 footer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8B769BC-F0E8-4234-ADBB-DA8D3A9CA9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배포에서 양자화가 맡는 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post-training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pretrained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학습하지 않거나 제한적으로만 보정하면서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Memory-bound 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읽어야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지원되는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높아질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output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크게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압축 형식을 설계하기보다 원본 모델의 행동을 더 잘 보존하는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1, abstract and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4D4DEA-0028-4F78-BFCE-8597FE2219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framework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 부분으로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Quantizer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C,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표현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Rounding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하나에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추론 형식은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결정하므로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sketch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비용은 분명히 존재합니다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1, §1 quantizer and rounding distinction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E0F595-D593-4302-8BFD-A5A4C9AF107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목표는 원본 출력 분포와의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고르되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KL divergence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최소화하도록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원본 모델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기준이고 양자화 모델이 이를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이산적인 조합 최적화를 정확히 푸는 것은 어렵기 때문에 논문은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미치는 영향을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KL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원본 모델과 더 가깝다는 뜻이지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ground-truth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항상 더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1, Eqs.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D588B61-E0D4-40EB-AD4C-EF3F8249A89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immediate activation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동등한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H1 equals expected x transpose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사용해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activation reconstruction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구할 수 있어 저렴하지만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통과하면서 어떻게 변하는지는 반영하지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full-model KL Hessian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목표로 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계산하지 않고 구조화된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중요한 방향을 얼마나 잘 포착하는지가 성능과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좌우합니다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1–2, Eq. 2 and local activation proxy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9C21E4-05F7-41A3-8E72-6C807AFB94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full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그대로 저장할 수 없다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output 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input 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vectorized weight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mn coordinates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Full-model KL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curvature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관계를 담아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mn by 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H_O Kronecker H_I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관계를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 squared plus n squared)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 더 있으므로 저자 구현에서는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대략 두 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1, 4, Eq. 2 and §3.1.2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CD0FE6-BFC1-4CC7-A185-E068E6822C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fixed-point 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펼친 그림입니다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quantized matrix 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Error 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W* minus 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strictly lower factor L'I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ΔL'I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더한 뒤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의존성은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순서로만 전파됩니다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화살표는 반복 전체의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그린 것이 아니라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시간 순서로 펼친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2–3, Eq. 3 and Lemma 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3C28BC-96D0-4E43-A785-6DE043984A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SND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깊이다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Structural nilpotence degree, SND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 minus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support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dependency depth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나타냅니다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Definition 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깊이로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fixed-point iteration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triangular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3.3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product of unit triangular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합으로 분해됩니다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합에 비례하는 단계 안에서 수렴하는 구조를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3–4, Definition 3.1 and Lemmas 3.2–3.3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C174D2-FB0E-4EEA-9B1E-963D6DEEFB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Kronecker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축을 결합한다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독립된 입력이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output-channel and input-channel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각각 요약한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mn by mn shape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암시하지만 실제로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factorized operations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따로 적용할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output-side L'_O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input-side L'_I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terms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4, Lemma 3.3 and Eqs. 5–6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33AED6-1B40-44A0-97CB-F9AE7607F8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펼친 그림입니다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Current 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output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strictly lower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적용해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term ΔL'I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있던 부분입니다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term L'O transpose Δ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 term L'O transpose Δ L'I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W* plus three terms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representable 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바뀌지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4, Eqs. 5–6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BC7B88-E9AC-47EB-9BA6-3734943E7D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사용되는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input-side 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output-side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rows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관계를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output-side transformed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input-side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적용해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axes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additional output-side components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가진다고 표현하며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components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4, Eq. 6 and following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A46EC4-839D-4B6D-9BA9-55DA1DAEBA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by 2 rounding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손으로 따라가기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invented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Quantizer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integer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0, 1.55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2, 2.45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2, 2.55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L'O and L'I are identical two-by-two strictly lower matrices with 0.5 in the lower-left entry.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sketches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arithmetic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위해 임의로 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4, Eq. 6; p. 13, Algorithm 1; illustrative trace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BD10D5-97FF-41CE-A349-1334B75C7C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term, input term, cross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elementwise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[[−0.1125,−0.225],[−0.225,0]]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W*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[[0.3375,1.325],[2.225,2.55]]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Nearest-integer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W1 equals [[0,1],[2,3]]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Initial W0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upper-right code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바뀌었습니다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모델 성능을 보여 주지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재현합니다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4, Eq. 6; illustrative arithmetic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43B91D-6DE8-416E-8717-36636BB08C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계산하면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Δ1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[[0.45,0.55],[0.45,−0.45]]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[[0.8375,1.325],[2.225,2.55]]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W2 equals [[1,1],[2,3]]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반복에서도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나오므로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quantized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quantized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같은지를 확인해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예의 두 번 수렴은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13, Algorithm 1; illustrative arithmetic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A4018B8-E508-41E9-8C1F-7CF8CA283F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Theorem 3.4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보장하는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3.4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KL Hessian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positive-definite factors H_O, H_I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stochastic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squared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가정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error upper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항은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 similarity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생기는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mismatch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가까울수록 작아집니다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 항은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traces, incoherence, dimensions, and rounding error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의해 정해지므로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tightness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유리합니다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rank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별도의 충분조건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 part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이하가 되는 비교도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discrete KL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downstream task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4, Theorem 3.4 and Eq.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934216-61F1-49D3-B511-A1683ED4A4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true KL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Fisher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관측한다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 divergence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model at W*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first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corresponding Fisher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일치합니다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logits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Monte Carlo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outer products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 labels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Fisher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trained optimum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Fisher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저장하지 못하므로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sketches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4–5, §3.2 and real Fisher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BAA395-570B-42D7-B837-91FBD1C0F6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Sketch A: 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 가정으로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맞지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biased estimator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늘려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roughly inverse number of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감소합니다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modified backward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moments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 Hessian H1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authors report at most three full iterations. 10B model, 20M-token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20 GPU-hours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5, §3.2.1 and Eqs. 10–11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FE0CA9-2347-4199-9F16-E4E3E0D3BA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Sketch B: sequence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Fisher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round of power 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weight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G transpose G divided by m, H_O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G G transpose divided by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Token-level independence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두지 않아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independent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낮추려면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Main setup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64K sequences of 2K tokens, about 30 GPU-hours for a 10B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5, §3.2.2 and Eqs. 12–13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D42D58E-905C-4CDB-BBBE-51FE3A3FEB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Sketch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1 to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sketches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approximately low-rank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identity-output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방향에 훨씬 가깝습니다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Sketch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generally stronger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Llama 3.1 8B layer 24 Down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data-limited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 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10B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reported calibration examples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5–7, Figs. 1–3 and §§3.2.1–3.2.3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0FFE27-5995-4BD9-B617-0CAE02C14F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incoherence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영향을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 use randomized Hadamard transform from QuIP# to spread structure across coordinates.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consistent 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processing after-to-before trace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layerwise empirical CDF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ratio below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Main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LDLQ, GuidedQuant, 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 and incoherence processing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 method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비교할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5–7, Fig. 2 and Appendix A.5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BE69242-3948-4442-8444-5C3439D6C4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offline sketch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model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backward signals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H_O and H_I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누적하고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regularization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YAQA 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those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LDL terms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fixed-point codes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배포 단계에는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chosen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원래 사용하는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Therefore authors claim no inference overhead from YAQA.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GPU-hours, factor storage, and roughly twice-LDLQ rounding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비용입니다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5, 12–13, §§3.2, A.2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783A7C-95D6-4AB7-8F31-4C574DE335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main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results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PTQ without additional finetuning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Quantizer is QTIP with incoherence processing in Table 1. YAQA-A and YAQA-B use the same dual-feedback rounding but different factor estimates. A uses 8K context, 20M tokens, three full power iterations. B uses 2K context and 64K sequences. WikiText-2 and C4 KL/PPL are evaluated at sequence length 8192. Zero-shot uses chat templates. These conditions should stay attached to every numeric comparison.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6, §4 baseline and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7C2D45-4706-4E75-8BD1-0978B853D71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Llama 3.1 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rounding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direct slice of Table 1 for Llama 3.1 8B Instruct at 2 bits. All methods use QTIP and incoherence processing without finetuning. KL and perplexity lower is better; zero-shot average higher is better. YAQA-B KL 0.241 is about 32 percent lower than LDLQ 0.356 for this row.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approximately 30 percent statement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 empirical summary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model-bit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exactly 30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7, Table 1, Llama 3.1 8B Instruct 2-bit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EA71A9-3261-45D6-BFCB-767BA46A37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standard 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바꿀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 uses a standard INT4 quantizer, incoherence processing, and no finetuning on Llama 3.1 8B Instruct. YAQA-A KL 0.028 and YAQA-B 0.029 are both below LDLQ 0.038 and DiscQuant 0.061.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quantizer-agnostic 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It does not show that every arbitrary quantizer or hardware backend will obtain the same gain. BF16 row is the original reference, not another rounding method.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8,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CADF1D-B4C8-45ED-9DAD-DD05CF55CB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QAT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 compares Google Gemma 3 QAT at an effective 4.5 bits with YAQA-A and B at 4 bits. Authors estimate the QAT process used roughly one hundred times more data. YAQA has lower KL to the original model, while some QAT downstream metrics exceed the original reference.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 preservation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Bit budget, training procedure, and data volume are not matched, so this is not a controlled one-variable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8, Table 3 and following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A2775B-44E6-41D5-86A0-4412C47C36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recovery finetuning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뒤에도 차이는 남지만 줄어든다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 applies the QTIP recovery finetuning procedure. Llama 3.1 8B Instruct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 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no-finetuning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작아지지만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 displayed percent reductions use the rounded table values: at 2 bits, one minus 0.147 divided by 0.185 is about 20.5 percent; at 3 bits about 20.8 percent; at 4 bits 25 percent. The paper summarizes this region as approximately 10 to 20 percent across its broader reported results, so the per-row rounded calculation should not replace the paper's aggregate wording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8, Table 4 and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109F59-4554-48B8-81A9-51B28531B0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Sketch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곡선을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Qwen3 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2-bit 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Sketch B 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수만 바꾼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 2K sequence setting uses one GPU-hour and reaches KL 0.227, below LDLQ 0.285 at 1.5 GPU-hours in the authors' setup. Increasing to 64K sequences uses 30 GPU-hours and lowers KL to 0.205.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sample-sufficiency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quantizer, bit-width, dataset,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conditioned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20, Table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3541558-15BA-4F4A-AB13-136F83E9D4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 이득과 함께 지불하는 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 squared plus n squared)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triangles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저장해도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LDLQ Hessian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roughly twice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 accumulate in FP32 with diagonal regularization around 1e-4 times trace over dimension and report TF32 numerical instability. YAQA rounding takes roughly twice LDLQ because SND is about m plus n rather than n, but is negligible relative to Hessian collection in their practice. The 20 and 30 GPU-hour figures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10B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기준이며 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4–5, 12, §A.2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A7BE1A-F8AA-420B-B51E-FBBA772D15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결과를 넘어서 말하면 안 되는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Llama, Gemma, Qwen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QTIP·INT4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포함해 폭넓은 근거를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Still, the paper explicitly selects baselines and does not compare every PTQ family. Hessian sketches are approximations and their quality depends on data and model structure. The theorem concerns a second-order error upper bound under assumptions. No inference overhead refers to format compatibility after quantization; calibration and storage costs remain.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경계를 지키면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breadth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law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과장하지 않고 논문의 기여를 설명할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4–8, Theorem 3.4, experiments, and §5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AD1399D-C062-4ABB-BD22-D5DDBD0434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YAQA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번에 정리하면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YAQA is a rounding algorithm, not a quantizer.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full-model KL 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저장하지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and input Kronecker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three feedback terms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input-only 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넷째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Sketch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bias-variance-data tradeoff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experiments show strong KL preservation across several settings, but theorem and empirical claims have explicit conditions.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 inference format does not remove offline cost.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여섯 문장을 연결하면 논문의 전체 기여와 한계를 함께 설명할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1–8, main method and results; p. 13,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Model-Preserving Adaptive Rounding, arXiv:2505.22988v3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https://arxiv.org/abs/2505.22988v3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D0425B5-4488-4C45-8CE4-98DE7A4A52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YAQA: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 출력을 보존하는 적응형 반올림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Model-Preserving Adaptive Rounding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Albert Tseng, Zhaofeng Sun, Christopher De Sa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그대로 두고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full-model KL Hessian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Kronecker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근사로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rounding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결정을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title page, abstract, arXiv v3 footer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배포에서 양자화가 맡는 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고정밀도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표현해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memory traffic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지원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계산량을 줄인다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모델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수십억 개 고정밀도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low-bit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representable point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 모델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bandwidth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보존 목표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 분포가 원본과 가까워야 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압축률만 맞추는 것이 아니라 어떤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원본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behavior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덜 바꾸는지가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1, abstract and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 algorithm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표현 가능한 값의 집합과 그 집합으로 보내는 결정은 분리된 구성요소다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935080"/>
                <a:gridCol w="250020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inference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미치는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representable point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E8P, QTIP, INT4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datatype·decode·kernel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받을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LDLQ, YAQA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교체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quantizer-independent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format overhead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추정과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 전 준비 비용은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결과는 선택한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표현할 수 있는 값 밖으로 나가지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1, §1 quantizer and rounding distinction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목표는 원본 출력 분포와의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줄이는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원본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양자화 모델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distribution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distribution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distribution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입력의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KL objective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기댓값이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weight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model-preserving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정답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맞추는 것이 아니라 전체 출력 분포를 가깝게 두는 목표다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1, Eqs.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immediate activation error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출력을 바로 맞추는 것과 이후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지난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맞추는 것은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369960"/>
                <a:gridCol w="27176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놓치는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LDLQ/GPTQ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forward 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계산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증폭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full-model output KL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behavior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직접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 계산은 너무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민감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second-order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중요도 제공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근사의 질에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tractability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fidelity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둘은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작아도 후속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거친 최종 분포가 더 가까워진다고 보장되지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1–2, Eq. 2 and local activation proxy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Hessian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그대로 저장할 수 없다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 by n weight matrix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펼치면 민감도 행렬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mn by mn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34786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by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mn parameters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H1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by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input-channel sensitivity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저장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mn by mn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full-model KL curvature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연산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 factors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 by m + n by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output·input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 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O(m²+n²) 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압축은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두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표현하는 데서 시작한다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1, 4, Eq. 2 and §3.1.2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channel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넘긴다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왼쪽에서 오른쪽으로 펼치면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input-side feedback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lane-roun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LDLQ update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edge-l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mechanism-edge-l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mechanism-edge-l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mechanism-node-weigh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W*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 Q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node-codes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mechanism-node-error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 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W* − Wq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mechanism-node-nex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Q(W* + ΔL'I)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L'I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 factor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오며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이미 생긴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input-channel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결정을 바꾸게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2–3, Eq. 3 and Lemma 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 dependency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깊이다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support 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결정이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영향을 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longest chain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935080"/>
                <a:gridCol w="27176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SND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iteration bound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diagonal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독립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깊이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번에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LDL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channel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full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mn coordinates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방식은 비현실적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Kronecker LDL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+ input chain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m+n−1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m+n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Kronecker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dependence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두 축의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chain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 합으로 제한한다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3–4, Definition 3.1 and Lemmas 3.2–3.3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Kronecker factor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축을 결합한다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작은 민감도 행렬을 곱 구조로 묶어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Hessian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주요 방향을 근사한다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factor H_O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 by m channel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factor H_I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by n channel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Kronecker product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H_O ⊗ H_I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structured Hessian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mn by mn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 근사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4, Lemma 3.3 and Eqs. 5–6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양쪽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rounding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 term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만들고 원본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더해 다시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lane-out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side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lane-in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side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mechanism-edge-y1-segment-1"/>
          <p:cNvSpPr/>
          <p:nvPr/>
        </p:nvSpPr>
        <p:spPr>
          <a:xfrm>
            <a:off x="3299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mechanism-edge-y2-segment-1"/>
          <p:cNvSpPr/>
          <p:nvPr/>
        </p:nvSpPr>
        <p:spPr>
          <a:xfrm>
            <a:off x="5341320" y="27874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mechanism-edge-y2-segment-2"/>
          <p:cNvSpPr/>
          <p:nvPr/>
        </p:nvSpPr>
        <p:spPr>
          <a:xfrm>
            <a:off x="566316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mechanism-edge-y2-segment-3"/>
          <p:cNvSpPr/>
          <p:nvPr/>
        </p:nvSpPr>
        <p:spPr>
          <a:xfrm>
            <a:off x="566316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mechanism-edge-y3-segment-1"/>
          <p:cNvSpPr/>
          <p:nvPr/>
        </p:nvSpPr>
        <p:spPr>
          <a:xfrm>
            <a:off x="5341320" y="3193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y3-segment-2"/>
          <p:cNvSpPr/>
          <p:nvPr/>
        </p:nvSpPr>
        <p:spPr>
          <a:xfrm>
            <a:off x="550224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mechanism-edge-y3-segment-3"/>
          <p:cNvSpPr/>
          <p:nvPr/>
        </p:nvSpPr>
        <p:spPr>
          <a:xfrm>
            <a:off x="5502240" y="45529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mechanism-edge-y4-segment-1"/>
          <p:cNvSpPr/>
          <p:nvPr/>
        </p:nvSpPr>
        <p:spPr>
          <a:xfrm>
            <a:off x="7383600" y="29905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mechanism-edge-y4-segment-2"/>
          <p:cNvSpPr/>
          <p:nvPr/>
        </p:nvSpPr>
        <p:spPr>
          <a:xfrm flipV="1">
            <a:off x="770544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mechanism-edge-y4-segment-3"/>
          <p:cNvSpPr/>
          <p:nvPr/>
        </p:nvSpPr>
        <p:spPr>
          <a:xfrm>
            <a:off x="7705440" y="27874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mechanism-edge-y5-segment-1"/>
          <p:cNvSpPr/>
          <p:nvPr/>
        </p:nvSpPr>
        <p:spPr>
          <a:xfrm>
            <a:off x="7383600" y="4552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mechanism-edge-y5-segment-2"/>
          <p:cNvSpPr/>
          <p:nvPr/>
        </p:nvSpPr>
        <p:spPr>
          <a:xfrm flipV="1">
            <a:off x="754452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mechanism-edge-y5-segment-3"/>
          <p:cNvSpPr/>
          <p:nvPr/>
        </p:nvSpPr>
        <p:spPr>
          <a:xfrm>
            <a:off x="7544520" y="31939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mechanism-edge-y8-segment-1"/>
          <p:cNvSpPr/>
          <p:nvPr/>
        </p:nvSpPr>
        <p:spPr>
          <a:xfrm>
            <a:off x="9425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mechanism-node-current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matrix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mechanism-node-delta"/>
          <p:cNvSpPr/>
          <p:nvPr/>
        </p:nvSpPr>
        <p:spPr>
          <a:xfrm>
            <a:off x="37821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 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W* − Wq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echanism-node-outterm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term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L'OᵀΔ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mechanism-node-interm"/>
          <p:cNvSpPr/>
          <p:nvPr/>
        </p:nvSpPr>
        <p:spPr>
          <a:xfrm>
            <a:off x="58240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term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ΔL'I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node-cross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 sum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포함 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term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node-update"/>
          <p:cNvSpPr/>
          <p:nvPr/>
        </p:nvSpPr>
        <p:spPr>
          <a:xfrm>
            <a:off x="990864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requantize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Q(W* +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term)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2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ΔL'I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L'OᵀΔ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L'OᵀΔL'I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추가되어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output-channel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2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4, Eqs. 5–6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 term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L'O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L'I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각각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H_O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H_I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LDL decomposition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얻은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strictly lower part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174040"/>
                <a:gridCol w="38048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전파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존재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ΔL'I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input-channel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L'OᵀΔ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output-channel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아니오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L'OᵀΔL'I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+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축의 결합 의존성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아니오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Q(W* + sum)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correction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다시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dual feedback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두 개의 독립 보정만이 아니라 두 축이 만나는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 term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포함한다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4, Eq. 6 and following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by 2 rounding trace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nearest-integer quantizer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 factors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둔 재계산 가능한 예시이며 논문 실험값이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78332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[[0.45,1.55],[2.45,2.55]]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 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[[0,2],[2,3]]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W*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 integer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L'O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L'I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[[0,0],[0.5,0]]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축의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strictly lower factor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[[0.45,−0.45],[0.45,−0.45]]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W* − W0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 codebook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고정하고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선택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바꾸는지 확인한다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4, Eq. 6; p. 13, Algorithm 1; illustrative trace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Δ0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output, input, cross factor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적용해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quantization 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2178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행렬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[[0.225,−0.225],[0,0]]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L'OᵀΔ0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[[−0.225,0],[−0.225,0]]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Δ0L'I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 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[[−0.1125,0],[0,0]]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L'OᵀΔ0L'I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new 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[[0.3375,1.325],[2.225,2.55]]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W* 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 W1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[[0,1],[2,3]]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upper-right 2 →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nearest-integer quantizer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4, Eq. 6; illustrative arithmetic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point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도달한다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다시 계산하고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반복해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더 바뀌는지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52178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quantized matrix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Δ1=[[0.45,0.55],[0.45,−0.45]]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W1=[[0,1],[2,3]]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[[0.8375,1.325],[2.225,2.55]]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W2=[[1,1],[2,3]]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번째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W3=W2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stop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바뀌지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point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 gradient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될 때가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안정되면 멈춘다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13, Algorithm 1; illustrative arithmetic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3.4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보장하는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정리는 가정 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방향 유사도와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incoherence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좋을수록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작아진다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717640"/>
                <a:gridCol w="36961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·bound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cosine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H_O⊗H_I mismatch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tightness: c→1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정확히 복원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incoherence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 term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tightness: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 유리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error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nearest/stochastic; E[e²]≤B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rank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lower 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upper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true KL H, PD factors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downstream accuracy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‘provably better’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비교이며 모든 설정의 품질 우위를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4, Theorem 3.4 and Eq.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true KL Hessian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Fisher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관측한다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outer product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평균한다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output distribution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Monte Carlo token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gradient 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 Fisher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outer product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기대값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factor sketch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근사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model distribution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Fisher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4–5, §3.2 and real Fisher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 A: token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 가정으로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input 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output-error 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모아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factor power iteration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input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 gradient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signal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token-level moments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independence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가정으로 평균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iteration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H_I, H_O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biased low-variance factors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많은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pair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쓰는 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correlation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무시해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bias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생긴다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5, §3.2.1 and Eqs. 10–11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 B: sequence gradient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identity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시작한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one-step power iteration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per-sequence real Fisher 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sample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sample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gradient matrix 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gradient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factor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H_I = E[GᵀG] / 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factor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H_O = E[GGᵀ] / 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single pass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둘 다 누적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independence bias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피하지만 독립 단위가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 충분한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많이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5, §3.2.2 and Eqs. 12–13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 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 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H1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Hessian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방향에 가깝지만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regime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따라 상대 우위가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043800"/>
                <a:gridCol w="31525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 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 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 pair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 independence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구조적 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20M tokens,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GPU-h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64K × 2K,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GPU-h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10B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data-limited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때 우세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대체로 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lower variance, 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lower bias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쪽의 선택이며 둘 다 한계가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5–7, Figs. 1–3 and §§3.2.1–3.2.3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incoherence processing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randomized Hadamard transform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민감 방향을 좌표에 고르게 퍼뜨리도록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factors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826360"/>
                <a:gridCol w="336996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channel basis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집중 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 transform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같이 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trace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작으면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CDF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 main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효과와 혼동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 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 feedback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쓰는 비교다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5–7, Fig. 2 and Appendix A.5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sketch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추론 전에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factors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배포 시에는 선택한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기존 표현만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mechanism-lane-offline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mechanism-lane-serv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mechanism-edge-p1-segment-1"/>
          <p:cNvSpPr/>
          <p:nvPr/>
        </p:nvSpPr>
        <p:spPr>
          <a:xfrm>
            <a:off x="3299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mechanism-edge-p2-segment-1"/>
          <p:cNvSpPr/>
          <p:nvPr/>
        </p:nvSpPr>
        <p:spPr>
          <a:xfrm>
            <a:off x="534132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mechanism-edge-p3-segment-1"/>
          <p:cNvSpPr/>
          <p:nvPr/>
        </p:nvSpPr>
        <p:spPr>
          <a:xfrm>
            <a:off x="738360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mechanism-edge-p4-segment-1"/>
          <p:cNvSpPr/>
          <p:nvPr/>
        </p:nvSpPr>
        <p:spPr>
          <a:xfrm>
            <a:off x="9425880" y="29905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mechanism-edge-p4-segment-2"/>
          <p:cNvSpPr/>
          <p:nvPr/>
        </p:nvSpPr>
        <p:spPr>
          <a:xfrm>
            <a:off x="9667080" y="2990520"/>
            <a:ext cx="360" cy="1562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mechanism-edge-p4-segment-3"/>
          <p:cNvSpPr/>
          <p:nvPr/>
        </p:nvSpPr>
        <p:spPr>
          <a:xfrm>
            <a:off x="9667080" y="45529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mechanism-node-samples"/>
          <p:cNvSpPr/>
          <p:nvPr/>
        </p:nvSpPr>
        <p:spPr>
          <a:xfrm>
            <a:off x="1739880" y="26733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mechanism-node-samples-queue-1"/>
          <p:cNvSpPr/>
          <p:nvPr/>
        </p:nvSpPr>
        <p:spPr>
          <a:xfrm>
            <a:off x="1739880" y="29275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mechanism-node-samples-queue-2"/>
          <p:cNvSpPr/>
          <p:nvPr/>
        </p:nvSpPr>
        <p:spPr>
          <a:xfrm>
            <a:off x="1739880" y="31179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samples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mechanism-node-grad"/>
          <p:cNvSpPr/>
          <p:nvPr/>
        </p:nvSpPr>
        <p:spPr>
          <a:xfrm>
            <a:off x="37821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Fisher signals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mechanism-node-factors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 factors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H_O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mechanism-node-round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YAQA rounding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fixed-point code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mechanism-node-codes"/>
          <p:cNvSpPr/>
          <p:nvPr/>
        </p:nvSpPr>
        <p:spPr>
          <a:xfrm>
            <a:off x="990864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low-bit model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datatype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Text 1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 inference 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format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말이며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비용은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1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2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5, 12–13, §§3.2, A.2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main experiment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model, quantizer, finetuning, calibration, evaluation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고정해야 숫자를 비교할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1091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시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3.1/3.2, Gemma 3; Qwen appendix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size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 2, 3, 4 bit + incoherence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quantizer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없음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recovery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8K context, 20M tokens, 3 iterations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2K context, 64K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KL/PPL eval length 8192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YAQA-A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 sketch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6, §4 baseline and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 3.1 8B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rounding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QTIP, incoherence processing, no finetuning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구간이다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1847880"/>
                <a:gridCol w="1956600"/>
                <a:gridCol w="195660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C4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0-shot avg 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9.39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62.51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GuidedQuant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0.284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8.79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YAQA-B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perplexity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가장 낮추고 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zero-shot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가장 높다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7, Table 1, Llama 3.1 8B Instruct 2-bit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standard INT4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바꿀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 3.1 8B Instruct, incoherence processing, no finetuning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1847880"/>
                <a:gridCol w="1956600"/>
                <a:gridCol w="19566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C4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0-shot avg 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BF16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69.82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DiscQuant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6.83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67.68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69.11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6.72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68.92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INT4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baselines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8,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QAT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비교에서는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함께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Gemma 3 12B Instruct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original-output KL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낮지만 조건은 같지 않다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1630440"/>
                <a:gridCol w="1413000"/>
                <a:gridCol w="1847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type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Google QAT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authors estimate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100×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20M-token sketch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64K × 2K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BF16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distribution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QAT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보편적 품질 열세를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8, Table 3 and following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recovery finetuning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뒤에도 차이는 남지만 줄어든다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incoherence 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 3.1 8B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4 KL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282760"/>
                <a:gridCol w="2391480"/>
                <a:gridCol w="239148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KL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YAQA-A KL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 KL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 reduction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recovery setup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rounded values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recovery finetuning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이점은 남았다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8, Table 4 and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Sketch 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곡선을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Qwen3 8B, QTIP 2-bit, incoherence processing, no finetuning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065320"/>
                <a:gridCol w="1739160"/>
                <a:gridCol w="217404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GPU-h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W2 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gain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있지만 더 많은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개선 폭은 점차 작아진다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20, Table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 이득과 함께 지불하는 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format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그대로지만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calibration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factor memory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커진다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261240"/>
                <a:gridCol w="293508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LDLQ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 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O(m²+n²)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2× Hessian 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lower triangles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FP32 + regularization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backward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TF32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불안정 보고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output·input matmul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2× quantization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authors setup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Sketch A/B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/ 30 GPU-h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10B reported setup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quantizer format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YAQA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늘리지 않는 대신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pipeline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준비 단계가 더 무거워진다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4–5, 12, §A.2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결과를 넘어서 말하면 안 되는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강점은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clear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approximation, data, comparison scope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69612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settings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lower KL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quantizer·model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3.4 error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second-order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actual KL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A/B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방향상 근접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직접 계산하지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data-limited reliability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inference overhead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GPU·memory 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 deployment pipeline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우수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omitted PTQ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전체와 비교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broader matched evaluation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강한 근거를 주지만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optimization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universal dominance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4–8, Theorem 3.4, experiments, and §5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YAQA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번에 정리하면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full-model sensitivity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가까운 방향으로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rounding assignment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값 집합을 정하고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YAQA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그중 선택할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LDLQ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proxy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full-model KL Hessian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Kronecker sketch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8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feedback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 feedback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더해 두 축의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반영한다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token-level lower variance, 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sequence-level lower bias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지향한다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lower KL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보이지만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theorem·bit·data·finetuning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조건이 붙는다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4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 format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유지되지만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collection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 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증가한다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같은 값 집합에서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덜 바꾸는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고르는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1–8, main method and results; p. 13,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2026-09-12T07:57:20Z</dcterms:created>
  <dc:creator>Research Seminars</dc:creator>
  <dc:description/>
  <dc:language>ko-KR</dc:language>
  <cp:lastModifiedBy>Research Seminars</cp:lastModifiedBy>
  <dcterms:modified xsi:type="dcterms:W3CDTF">2026-09-12T07:57:20Z</dcterms:modified>
  <cp:revision>1</cp:revision>
  <dc:subject>Model-Preserving Adaptive Rounding</dc:subject>
  <dc:title>YAQA: 모델 출력을 보존하는 적응형 반올림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30</vt:r8>
  </property>
  <property fmtid="{D5CDD505-2E9C-101B-9397-08002B2CF9AE}" pid="3" name="PresentationFormat">
    <vt:lpwstr>On-screen Show (16:9)</vt:lpwstr>
  </property>
  <property fmtid="{D5CDD505-2E9C-101B-9397-08002B2CF9AE}" pid="4" name="Slides">
    <vt:r8>30</vt:r8>
  </property>
</Properties>
</file>