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1. EPTQ: Factored E8로 2-bit LLM 양자화 읽기
발표 대본
이 자료는 EPTQ 공개 원고를 읽기 위한 강의입니다. EPTQ는 post-training quantization, 즉 재학습 없이 이미 학습된 LLM 가중치를 압축하는 방법입니다. 발표의 핵심은 세 요소입니다. Factored-E8은 큰 8차원 코드북을 작게 표현하고, WSN은 양자화하기 좋은 분포로 가중치를 재표현하며, CWP는 민감한 8차원 벡터만 FP16으로 남깁니다. 결과 수치는 특정 모델과 H100 실험 조건 안에서 읽습니다.
공개 출처
eptq-draft | p. 1, title and abstract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2. 먼저 확인할 공개 상태
발표 대본
원고의 표지와 마지막 결론을 함께 읽어야 합니다. CIKM ’26 형식이 보이지만 저자는 익명이고 DOI와 ISBN은 placeholder입니다. 또한 p. 9는 코드와 모델을 acceptance 뒤 공개하겠다고 말합니다. 그래서 여기서는 이를 공개 manuscript라고 부릅니다. 논문이 이미 ACM에 수락되었다거나 구현물이 공개되었다고 말하지 않습니다.
공개 출처
eptq-draft | pp. 1, 9, title page and conclusion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3. 2-bit PTQ의 출발점: 작은 코드와 빠른 조회를 함께 얻기
발표 대본
원고는 scalar rounding만의 문제보다 vector quantization의 코드북 접근 비용을 문제로 둡니다. 8개 가중치를 하나의 벡터로 보고 16-bit code 하나를 저장하면 정상 벡터는 2 bits per weight가 됩니다. 그러나 직접 E8 코드북은 65,536개의 8차원 FP16 점을 보관해야 해 1 MiB입니다. EPTQ는 이 65,536개 후보의 조합 능력은 유지하면서 실제 저장 테이블을 줄이려 합니다.
공개 출처
eptq-draft | pp. 3–4, Sec. 4.1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4. 양자화 목표는 출력 변화가 작은 W-hat 찾기
발표 대본
p. 3의 Eq. 1은 W X와 W-hat X의 Frobenius norm 차이를 작게 하는 quantization function을 설계하는 문제입니다. X는 calibration input이고, 낮은 bit 수라는 제약 아래 W-hat를 구합니다. 이 한 장은 전체 네트워크 정확도를 직접 전역 최적화한다는 뜻이 아니라, 주어진 calibration 입력에서 층 출력 변화로 근사하는 목적을 보여 줍니다.
공개 출처
eptq-draft | p. 3, Eq. (1)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5. 양자화 단위는 한 column 안의 8-row vector
발표 대본
Algorithm 2와 3의 표기는 W의 8b부터 8b+7행, 고정 column j를 꺼냅니다. 즉 8차원 벡터는 가로 8개가 아니라 세로 8개입니다. 이 벡터마다 column j의 robust scale alpha를 사용하고, 같은 column j에서 순차적인 compensation을 진행합니다. 이후 도식의 방향은 모두 이 정의를 유지합니다.
공개 출처
eptq-draft | pp. 5–7, Algorithms 2–3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6. 4-D half의 type은 좌표 형식과 합의 parity로 정한다
발표 대본
E8 정의에서 4차원 half는 좌표가 정수인지 half-integer인지, 그리고 좌표합이 짝수인지 홀수인지로 네 type 중 하나가 됩니다. 표의 벡터는 type을 판별하는 강의용 예입니다. 예를 들어 (1,1,0,0)은 integer이고 합이 2라 type 0이며, (1,0,0,0)은 integer지만 합이 1이라 type 2입니다.
공개 출처
eptq-draft | p. 3, Sec. 4.1.1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7. E8 후보는 같은 type의 두 half만 결합한다
발표 대본
p. 4 Eq. 2의 핵심은 E8이 F_t 곱하기 F_t의 네 product로 정확히 분해된다는 점입니다. a와 b는 같은 parity class이고 같은 coordinate type이어야 합니다. 따라서 integer-even half와 integer-odd half를 섞어 후보로 쓰면 안 됩니다. 최적화도 각 half가 독립적으로 type을 고르는 것이 아니라, 하나의 t를 정한 뒤 그 t 안에서 두 half 거리를 함께 최소화합니다.
공개 출처
eptq-draft | p. 4, Eq. (2) and Sec. 4.1.1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8. 강의용 type 조합: parity가 다르면 결합할 수 없다
발표 대본
이 표는 앞 슬라이드의 정의를 산술로 확인합니다. 첫 행은 두 half가 모두 integer이고 합이 짝수라 type 0입니다. 둘째 행은 모두 integer-odd라 type 2입니다. 셋째와 넷째는 좌표 표현은 비슷해 보여도 parity가 달라 허용되지 않습니다. 실제 FE8 검색은 허용된 각 type에 대해 두 half의 거리 합을 계산한 뒤 가장 작은 type을 선택합니다.
공개 출처
eptq-draft | p. 4, Eq. (2)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9. FE8: 512개 4-D vector로 65,536개 후보 만들기
발표 대본
각 type에서 원점에 가까운 128개의 4차원 point를 retain합니다. 그러면 총 512개의 4차원 벡터만 저장하고도 각 type에서 128 곱하기 128 pair를 만들 수 있습니다. 네 type을 합치면 65,536개의 8차원 quantization point가 됩니다. 원고는 이것이 full E8 codebook capacity와 맞는다고 설명합니다. 다만 FE8은 full E8의 직접 8차원 table을 보관하는 방식과 동일하다고 말하면 안 됩니다.
공개 출처
eptq-draft | p. 4, Sec. 4.1.1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10. 코드북 table footprint 계산
발표 대본
직접 E8은 65,536개의 8차원 FP16 벡터이므로 1,048,576 byte, 즉 1 MiB입니다. FE8은 네 type 각각 128개, 각 point가 4차원 FP16이므로 4,096 byte, 즉 4 KiB입니다. 비율은 정확히 256입니다. 이 수치는 코드북만의 footprint이며, activation, scale, compressed weights, kernel 비용을 포함하는 전체 메모리 비교가 아닙니다.
공개 출처
eptq-draft | p. 4, Sec. 4.1.1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11. FE8 search는 type별 두 half 거리의 합을 비교한다
발표 대본
Eq. 3의 quantizer는 alpha를 곱한 candidate와 v의 거리를 최소화합니다. 모든 65,536개를 단순 열거하는 대신, type마다 앞 half와 뒤 half의 128개 sub-distance를 계산합니다. 그 type에서 i와 j의 최소를 더하고, 네 type 중 총합이 가장 작은 type을 택합니다. 따라서 앞 half가 type 0, 뒤 half가 type 2를 각자 고르는 독립 선택은 허용되지 않습니다.
공개 출처
eptq-draft | p. 4, Sec. 4.1.2 and Eq. (3)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12. 16-bit code는 type과 두 subindex를 pack한다
발표 대본
원고는 index를 type의 상위 bits와 i, j의 7-bit 위치로 pack합니다. 강의용 예로 2 곱하기 128의 제곱 더하기 3 곱하기 128 더하기 5는 33,157입니다. 이 숫자는 원문 tensor의 실제 index가 아니라 packing을 이해시키기 위한 계산입니다. code 65,535는 unquantized vector를 알리는 reserved value라 정상 FE8 point에 쓰지 않습니다.
공개 출처
eptq-draft | pp. 4, 6, Sec. 4.1.2 and Sec. 4.3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13. WSN: quantization 전 scale 불균형 줄이기
발표 대본
Fig. 3은 원래 W에서 row와 column variance가 퍼져 있고, scaled W-prime에서 더 모여 보인다는 예입니다. 원고의 motivation은 near-zero mean Gaussian weight입니다. 구현은 outlier에 덜 민감하도록 L2가 아니라 L1 mean absolute value를 맞춥니다. 그러므로 WSN을 모든 상황에서 variance를 정확히 같게 만드는 보장이라고 부르면 안 됩니다.
공개 출처
eptq-draft | pp. 4–5, Sec. 4.2 and Fig. 3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14. WSN의 alternating scale update
발표 대본
Algorithm 1은 g와 h를 초기화하고 |W|에 대해 row와 column update를 번갈아 수행합니다. 원고는 보통 5회 미만 반복으로 수렴한다고 서술합니다. 마지막 W-prime은 W를 g h-transpose의 outer-product scale로 elementwise 나눈 값입니다. 이 과정은 양자화 전에 linear mapping을 보존하는 재표현이며, 양자화 오류 자체를 없애는 단계는 아닙니다.
공개 출처
eptq-draft | p. 5, Algorithm 1 and Sec. 4.2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15. 강의용 WSN 계산: scale을 곱해도 양자화 전 출력은 같다
발표 대본
이 표의 수는 Algorithm 1의 행과 열 L1 update가 만드는 간단한 강의용 예입니다. W의 row sums는 6과 3이므로 초기 h가 ones일 때 g는 3과 1.5가 됩니다. 이어서 h는 2/3과 4/3이 되고 W-prime은 all ones입니다. x=[1,2]를 대입하면 원래 W와 scale된 표현 모두 [10,5]를 냅니다. 이 확인은 FE8 rounding 전까지만 성립합니다.
공개 출처
eptq-draft | p. 5, Algorithm 1 and Sec. 4.2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16. CWP score: 한 vector의 local loss proxy
발표 대본
Eq. 5는 S b,j를 v와 v-hat의 squared L2 error를 inverse calibration Gram matrix의 j번째 diagonal으로 나눈 값으로 둡니다. Appendix A는 compensation을 포함한 constrained quadratic minimization에서 이 식을 유도합니다. 그래서 score는 이 근사와 X 아래의 local quantity입니다. 모델 전체에서 절대적으로 가장 중요한 weight라는 일반적 의미로 바꾸면 안 됩니다.
공개 출처
eptq-draft | pp. 5, 10, Eq. (5) and Eq. (12)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17. rho와 Kneedle은 서로 다른 역할을 한다
발표 대본
Algorithm 2는 N개 score를 내림차순으로 정렬합니다. rho로 정한 K는 Kneedle을 적용할 steep region의 길이입니다. 그 안에서 normalized rank와 normalized log score를 만들고, diagonal에서의 거리가 큰 점을 knee로 택해 tau로 씁니다. tau 이상인 모든 vector가 mask에 들어가므로 실제 f는 score 분포와 matrix에 따라 달라집니다.
공개 출처
eptq-draft | p. 6, Algorithm 2 and Eqs. (7)–(8)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18. 강의용 Kneedle 계산: rho=.1이 f=.1은 아니다
발표 대본
이 표는 원문 실험값이 아닌 Algorithm 2를 재계산한 예입니다. N=40이고 rho=.1이면 K=4입니다. leading scores를 1000, 10, 2, 1로 두고 나머지 36개를 .5로 두면 Kneedle distance가 둘째 순위에서 최대입니다. 따라서 tau=10, preserve되는 것은 score 1000과 10의 두 vector여서 2/40=5%입니다. rho는 10%였지만 f는 5%입니다.
공개 출처
eptq-draft | p. 6, Algorithm 2 and Eqs. (7)–(8)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 sentinel은 mask만 없애고 FP16은 남긴다
발표 대본
p. 6은 code 65,535를 preservation marker로 사용해 별도 binary mask를 저장하지 않는다고 설명합니다. Appendix B는 normal 8-D vector가 16 bits, preserved vector가 code 16 bits와 FP16 values 128 bits로 144 bits라고 계산합니다. 그래서 preserved vector는 18 bpw입니다. zero bit-overhead라는 표현은 mask bit가 별도로 필요 없다는 맥락에서만 읽어야 합니다.
공개 출처
eptq-draft | pp. 6, 10, Sec. 4.3 and Appendix B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20. Appendix B의 bpw는 f와 scale vector를 함께 센다
발표 대본
Appendix B는 normal vector 2 bpw와 preserved vector 18 bpw를 (1-f)와 f로 가중해 2+16f를 만듭니다. 그 뒤 scale vectors g와 h의 FP16 storage를 더합니다. 전형적 LLM dimension에서는 이 scale 항이 .01보다 작다고 적습니다. 반면 Algorithm 2와 3에서 사용하는 per-column alpha의 별도 저장은 Appendix B에 명시되어 있지 않습니다. 따라서 alpha overhead가 없다고 가정하지 않습니다.
공개 출처
eptq-draft | p. 10, Appendix B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21. EPTQ Algorithm 3: mask와 column compensation
발표 대본
Algorithm 3의 순서를 유지하는 것이 중요합니다. 먼저 WSN으로 W-prime, g, h를 얻습니다. effective calibration input은 X-prime=diag(h)X입니다. 이를 이용해 Hessian-related state와 Cholesky factor를 준비하고, Algorithm 2로 mask를 precompute합니다. 그 뒤 column 순서와 block 순서로 FE8 quantization과 compensation을 수행합니다. 마지막에 g h-transpose를 다시 elementwise 곱합니다.
공개 출처
eptq-draft | pp. 6–7, Algorithm 3 and Sec. 4.4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22. block 처리: FP16 보존 또는 FE8 quantization
발표 대본
Algorithm 3 line 14는 mask M으로 initial quantized result와 W-prime의 current value 중 무엇을 쓸지 고릅니다. critical block은 raw original W를 그대로 복구한다는 뜻이 아닙니다. 이전 block의 compensation이 반영된 현재 W-prime block을 FP16으로 유지합니다. 그 다음 error를 계산해 아직 처리하지 않은 column 부분에 compensation을 전파합니다. Cholesky factor는 이 순차 update를 효율적으로 계산하기 위한 구성 요소입니다.
공개 출처
eptq-draft | p. 7, Algorithm 3, lines 8–18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23. 실험을 읽는 최소 조건
발표 대본
원고는 128개의 C4 calibration sample을 각 2048 tokens로 자르고, fine-tuning 없이 평가합니다. PPL은 WikiText-2와 C4, zero-shot은 PIQA, ARC-easy, ARC-challenge, HellaSwag, WinoGrande입니다. 모든 실험은 single NVIDIA H100 GPU에서 수행했다고 적습니다. 하지만 decode throughput의 batch size, sequence length, 정확한 kernel timing protocol은 본문에 제시되지 않습니다. 그래서 다른 accelerator나 온디바이스 결론을 이 표로 만들 수 없습니다.
공개 출처
eptq-draft | p. 7, Sec. 5.1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24. Table 1: 한 quality metric의 우위가 전체 우위는 아니다
발표 대본
Table 1에서 Llama-3-8B의 rho=.02 rows를 보면 VPTQ는 2.27 bpw, WikiText-2 PPL 13.01, average 60.30입니다. EPTQ FE8은 2.03 bpw, PPL 11.95, average 58.82입니다. PPL 하나에서는 FE8이 더 좋지만 five-task average에서는 VPTQ가 더 좋습니다. 게다가 bpw도 완전히 같지 않습니다. 이 비교는 보고된 조건에서의 trade-off를 보여 주며 universal winner를 정하지 않습니다.
공개 출처
eptq-draft | p. 8, Table 1, Llama-3-8B rows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25. 38% faster than FP16은 한 Table 1 조건에서 재계산된다
발표 대본
이 headline은 Table 1에서 직접 검산할 수 있습니다. Llama-2-13B FP16 decode throughput은 104.4 tok/s이고, EPTQ FE8 rho=.1은 144.4 tok/s입니다. 144.4를 104.4로 나눈 뒤 1을 빼면 .38314, 즉 38.31%입니다. 원고의 ‘up to 38%’는 이 row를 가리키는 조건부 주장으로는 맞습니다. 다른 model, rho, accelerator, kernel에서도 같은 비율이라고 확장하지 않습니다.
공개 출처
eptq-draft | p. 8, Table 1, Llama-2-13B rows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26. Table 1에는 FE8이 느린 비교도 있다
발표 대본
Table 1의 Llama-2-70B row에서 QTIP decode throughput은 38.9 tok/s이고 FE8 rho=.02는 36.4 tok/s입니다. 따라서 FE8이 모든 displayed comparison에서 최고 throughput이라고 말할 수 없습니다. 같은 표의 QTIP Llama-2-13B decode column은 unavailable이고 0이 아닙니다. 70B FP16 row의 dagger도 one GPU에 model이 fit하지 않아 측정하지 못했다는 뜻입니다.
공개 출처
eptq-draft | p. 8, Table 1 footnotes and Llama-2-70B rows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27. Table 2: WSN quality gain, FE8 r=1.75
발표 대본
Table 2는 WSN을 넣기 전과 후의 gain을 표기하며, 조건은 FE8와 radius 1.75입니다. 마지막 row의 absolute zero-shot values는 56.6과 60.9로 표시되어 단순 뺄셈은 4.3입니다. 그러나 table의 printed delta는 +4.2입니다. 이는 endpoint가 rounded display일 수 있는 표기 차이이므로, 발표에서는 printed +4.2를 인용하고 absolute values가 rounded임을 함께 말합니다.
공개 출처
eptq-draft | p. 9, Table 2 and Sec. 5.3.1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28. Figure 6: rho가 아닌 realized global fraction
발표 대본
Section 5.3.2는 adaptive method를 rho로 실행해 per-matrix threshold를 얻은 뒤, 실제로 preserve된 critical weights의 global fraction을 계산한다고 설명합니다. fixed-ratio baseline에는 이 global fraction을 그대로 부여합니다. 그러므로 Fig. 6의 각 점은 동일 rho가 아니라 동일 realized preservation budget에서 selection rule만 바꾼 비교입니다. x축도 Critical Weight Ratio percent입니다.
공개 출처
eptq-draft | p. 9, Fig. 6 and Sec. 5.3.2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29. Figure 7: radius r sensitivity의 조건
발표 대본
Figure 7은 Llama-2-13B, C4 PPL이라는 좁은 조건의 hyperparameter sensitivity입니다. 여러 rho 곡선마다 red outline best point가 다를 수 있습니다. 원고는 theoretical prediction r approximately 1.77에 맞추어 1.75를 default로 택했다고 설명하지만, 모든 rho에서 single best value는 아니라고 분명히 적습니다. 이 슬라이드는 model-conditional result라는 점을 강조합니다.
공개 출처
eptq-draft | p. 9, Fig. 7 and Sec. 5.3.3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30. 원고가 아직 보여 주지 않는 것
발표 대본
이 표는 원고를 깎아내리기 위한 것이 아니라 근거 범위를 분명히 하기 위한 것입니다. H100 실험은 H100에 대한 관측이지 다른 accelerator의 benchmark가 아닙니다. Table 1은 tok/s를 제공하지만 kernel, batch, sequence protocol이 상세히 제시되지 않습니다. code/model은 future release라고 쓰므로 현재 재현 패키지가 있다고 말할 수 없습니다. 또한 Table 1에는 FE8와 다른 vector method가 metric별로 교차하는 rows가 있습니다.
공개 출처
eptq-draft | pp. 7–9, Secs. 5–6 and Table 1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31. EPTQ를 한 문장으로 다시 조립하면
발표 대본
마지막으로 EPTQ의 세 component를 연결합니다. FE8은 codebook footprint를 작게 만들고, WSN은 quantizer가 보는 weight distribution을 정돈하며, CWP는 score가 큰 block을 FP16으로 예외 처리합니다. Algorithm 3은 이것들을 Hessian-aware compensation과 연결합니다. Table 1과 2는 그 설계가 H100과 특정 Llama 조건에서 낸 결과입니다. 다만 공개 manuscript의 신분, 수치의 조건성, missing hardware evidence도 함께 기억해야 합니다.
공개 출처
eptq-draft | pp. 3–10, Secs. 4–6 and Appendix B
EPTQ public manuscript
https://hyeonwoona0861.github.io/assets/pdfs/research/eptq-cikm/eptq-cikm.pdf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5900" cy="6858000"/>
          </a:xfrm>
          <a:prstGeom prst="rect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3" name="Text 1"/>
          <p:cNvSpPr txBox="1"/>
          <p:nvPr/>
        </p:nvSpPr>
        <p:spPr>
          <a:xfrm>
            <a:off x="889000" y="889000"/>
            <a:ext cx="8763000" cy="134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EPTQ: Factored E8로 2-bit LLM 양자화 읽기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89000" y="2413000"/>
            <a:ext cx="9652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EPTQ: Fast and Accurate 2-bit Post-Training Quantization via Factored E8 Lattice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89000" y="4076700"/>
            <a:ext cx="96520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89000" y="4368800"/>
            <a:ext cx="965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Anonymous Author(s) (2026)</a:t>
            </a:r>
            <a:endParaRPr lang="en-US" sz="1750" dirty="0"/>
          </a:p>
        </p:txBody>
      </p:sp>
      <p:sp>
        <p:nvSpPr>
          <p:cNvPr id="7" name="Text 5"/>
          <p:cNvSpPr txBox="1"/>
          <p:nvPr/>
        </p:nvSpPr>
        <p:spPr>
          <a:xfrm>
            <a:off x="889000" y="5245100"/>
            <a:ext cx="965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작은 코드북, 분포 정렬, 적응형 FP16 보존을 하나의 PTQ 흐름으로 연결한 공개 원고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1, title and abstract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먼저 확인할 공개 상태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익명 CIKM ’26 템플릿의 공개 원고이며 최종 ACM 출판물로 단정할 수 없다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저자 표기는 Anonymous Author(s)다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첫 쪽 DOI와 ISBN은 placeholder로 표시된다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본문은 code와 model을 acceptance 뒤 공개한다고 쓴다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따라서 이 덱은 공개 manuscript의 주장과 조건을 설명한다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실험 결과는 공개 초안의 근거이며, 수락·배포·재현을 이미 완료한 증거는 아니다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1, 9, title page and conclusion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2-bit PTQ의 출발점: 작은 코드와 빠른 조회를 함께 얻기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가중치 하나씩 반올림하는 대신 8개를 묶어 벡터 코드로 표현하지만, 큰 코드북은 다시 병목이 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학습 완료 LLM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W를 재학습 없이 압축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8개 묶음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열의 연속 8개 행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벡터 코드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16-bit code 하나로 묶음 표현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직접 E8 표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65,536개 8-D 점은 1 MiB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EPTQ 질문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점 수는 유지하며 표를 줄일 수 있나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EPTQ의 설계 문제는 단지 bit 수가 아니라 코드북이 cache에 머무를 수 있는가다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3–4, Sec. 4.1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양자화 목표는 출력 변화가 작은 W-hat 찾기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입력 X에 대한 원래 출력과 양자화 출력의 차이를 작게 만들려 한다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상태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가중치 W와 calibration 입력 X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출력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W와 X의 곱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양자화 출력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W-hat와 X의 곱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출력 차이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출력의 Frobenius 거리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양자화 함수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낮은 bpw로 차이를 줄이는 W-hat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3, Eq. (1)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양자화 단위는 한 column 안의 8-row vector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행 방향으로 8개를 잘라 같은 column j의 벡터 v를 만든다</a:t>
            </a:r>
            <a:endParaRPr lang="en-US" sz="1900" dirty="0"/>
          </a:p>
        </p:txBody>
      </p:sp>
      <p:sp>
        <p:nvSpPr>
          <p:cNvPr id="4" name="mechanism-lane-weight"/>
          <p:cNvSpPr txBox="1"/>
          <p:nvPr/>
        </p:nvSpPr>
        <p:spPr>
          <a:xfrm>
            <a:off x="660400" y="2209800"/>
            <a:ext cx="8636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가중치 행렬</a:t>
            </a:r>
            <a:endParaRPr lang="en-US" sz="1250" dirty="0"/>
          </a:p>
        </p:txBody>
      </p:sp>
      <p:sp>
        <p:nvSpPr>
          <p:cNvPr id="5" name="mechanism-edge-matrix-block-segment-1"/>
          <p:cNvSpPr/>
          <p:nvPr/>
        </p:nvSpPr>
        <p:spPr>
          <a:xfrm>
            <a:off x="38100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block-vector-segment-1"/>
          <p:cNvSpPr/>
          <p:nvPr/>
        </p:nvSpPr>
        <p:spPr>
          <a:xfrm>
            <a:off x="63627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vector-code-segment-1"/>
          <p:cNvSpPr/>
          <p:nvPr/>
        </p:nvSpPr>
        <p:spPr>
          <a:xfrm>
            <a:off x="891540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node-matrix"/>
          <p:cNvSpPr txBox="1"/>
          <p:nvPr/>
        </p:nvSpPr>
        <p:spPr>
          <a:xfrm>
            <a:off x="1739900" y="3327400"/>
            <a:ext cx="20701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W의 일부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9900" y="3556000"/>
          <a:ext cx="2070100" cy="660400"/>
        </p:xfrm>
        <a:graphic>
          <a:graphicData uri="http://schemas.openxmlformats.org/drawingml/2006/table">
            <a:tbl>
              <a:tblPr/>
              <a:tblGrid>
                <a:gridCol w="1035050"/>
                <a:gridCol w="1035050"/>
              </a:tblGrid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row</a:t>
                      </a:r>
                      <a:endParaRPr lang="en-US" sz="9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col j</a:t>
                      </a:r>
                      <a:endParaRPr lang="en-US" sz="9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8b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…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8b+7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</a:t>
                      </a:r>
                      <a:endParaRPr lang="en-US" sz="9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2700" marR="12700" marT="12700" marB="12700" anchor="mid">
                    <a:lnL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mechanism-node-block"/>
          <p:cNvSpPr/>
          <p:nvPr/>
        </p:nvSpPr>
        <p:spPr>
          <a:xfrm>
            <a:off x="42926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8-row 선택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8b부터 8b+7</a:t>
            </a:r>
            <a:endParaRPr lang="en-US" sz="1150" dirty="0"/>
          </a:p>
        </p:txBody>
      </p:sp>
      <p:sp>
        <p:nvSpPr>
          <p:cNvPr id="11" name="mechanism-node-vector"/>
          <p:cNvSpPr/>
          <p:nvPr/>
        </p:nvSpPr>
        <p:spPr>
          <a:xfrm>
            <a:off x="68453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8-D vector v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고정된 column j</a:t>
            </a:r>
            <a:endParaRPr lang="en-US" sz="1150" dirty="0"/>
          </a:p>
        </p:txBody>
      </p:sp>
      <p:sp>
        <p:nvSpPr>
          <p:cNvPr id="12" name="mechanism-node-code"/>
          <p:cNvSpPr/>
          <p:nvPr/>
        </p:nvSpPr>
        <p:spPr>
          <a:xfrm>
            <a:off x="9398000" y="3441700"/>
            <a:ext cx="207010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16-bit code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정상 벡터 하나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1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방향을 알아야 column-wise compensation과 scale alpha의 의미를 올바르게 읽을 수 있다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6" name="Text 13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5–7, Algorithms 2–3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4-D half의 type은 좌표 형식과 합의 parity로 정한다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8-D E8 vector를 두 4-D half로 나눈 뒤, 각 half에 두 이진 속성을 붙인다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521968"/>
                <a:gridCol w="2935224"/>
                <a:gridCol w="2717800"/>
                <a:gridCol w="369620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type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좌표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좌표합 parity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강의용 예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integer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even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(1,1,0,0)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half-integer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even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(.5,.5,.5,.5)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integer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odd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(1,0,0,0)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half-integer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odd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(-.5,.5,.5,.5)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type은 값의 크기가 아니라 integer 여부와 parity를 함께 기록한 분류다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3, Sec. 4.1.1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 후보는 같은 type의 두 half만 결합한다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E8은 네 개의 same-type 4-D product의 서로 겹치지 않는 합으로 분해된다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8-D vector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앞 4-D half a와 뒤 4-D half b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half a type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integer/half와 parity 판별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half b type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같은 두 속성을 판별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same type 검사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type이 같아야 허용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E8 candidate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F_t와 F_t의 pair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4, Eq. (2) and Sec. 4.1.1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강의용 type 조합: parity가 다르면 결합할 수 없다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아래 숫자는 원문 실험이 아닌 같은-type 규칙을 확인하는 작은 예다</a:t>
            </a:r>
            <a:endParaRPr lang="en-US" sz="1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935224"/>
                <a:gridCol w="2935224"/>
                <a:gridCol w="1739392"/>
                <a:gridCol w="326136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앞 half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뒤 half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판정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이유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(1,1,0,0)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(2,0,0,0)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둘 다 integer-even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(1,0,0,0)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(0,0,1,0)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가능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둘 다 integer-odd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(1,1,0,0)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(1,0,0,0)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불가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even과 odd가 다름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(.5,.5,.5,.5)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(-.5,.5,.5,.5)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불가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half-even과 half-odd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half가 모두 integer여도 parity가 다르면 같은 E8 product에 속하지 않는다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4, Eq. (2)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FE8: 512개 4-D vector로 65,536개 후보 만들기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type에서 원점에 가까운 128개 4-D point만 저장하고, 같은 type pair를 조합한다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4개 type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type을 따로 보관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128개씩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4-D representative 512개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same-type pair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 t 안에서 i와 j 결합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4×128²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65,536개 8-D candidate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한 code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t, i, j를 16 bit에 pack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FE8은 후보 수를 줄인 것이 아니라 후보의 저장 표현을 factorization으로 바꾼다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4, Sec. 4.1.1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코드북 table footprint 계산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동일한 65,536개 8-D candidate 수에 대해 직접 저장과 FE8 저장은 다르다</a:t>
            </a:r>
            <a:endParaRPr lang="en-US" sz="1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3370072"/>
                <a:gridCol w="3152648"/>
                <a:gridCol w="239166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표현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저장 대상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계산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크기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직접 E8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65,536개의 8-D FP16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65,536×8×2 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 MiB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FE8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512개의 4-D FP16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4×128×4×2 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 KiB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비율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코드북 table만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 MiB / 4 KiB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256×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256×는 코드북 table만의 footprint 비율이지 전체 model 저장·속도 비율이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4, Sec. 4.1.1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FE8 search는 type별 두 half 거리의 합을 비교한다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4개 type마다 128개 후보와의 거리를 계산한 뒤, 한 type 안의 최적 pair를 고른다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8-D vector v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앞 half a와 뒤 half b, scale alpha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앞 half 거리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a와 type t의 128개 비교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뒤 half 거리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b와 같은 type t의 128개 비교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 t 비용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두 최소 거리의 합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최종 pair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가장 작은 t와 i, j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4, Sec. 4.1.2 and Eq. (3)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16-bit code는 type과 두 subindex를 pack한다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정상 code 하나가 type t와 두 7-bit 위치 i, j를 나타내며 마지막 code는 sentinel이다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type t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0부터 3까지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앞 index i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0부터 127까지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뒤 index j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0부터 127까지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강의용 계산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t=2, i=3, j=5이면 33,157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reserved code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65,535는 FP16 보존 표식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sentinel은 code 공간의 한 값을 쓰므로 normal quantization code 하나를 포기하는 설계다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4, 6, Sec. 4.1.2 and Sec. 4.3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WSN: quantization 전 scale 불균형 줄이기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가중치의 평균은 대체로 0에 가깝지만 row와 column의 크기는 크게 다를 수 있다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원래 W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row와 column별 magnitude가 불균일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row scale g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|W|의 row쪽 L1 mean 맞춤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column scale h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|W|의 column쪽 L1 mean 맞춤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normalized W-prime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W를 g와 h로 나눈 표현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FE8 quantization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W-prime에서 더 균일한 검색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4–5, Sec. 4.2 and Fig. 3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WSN의 alternating scale update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scale g와 h가 안정될 때까지 row와 column을 교대로 조정한다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초기화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g와 h를 all-ones로 둔다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row update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h로 row L1 mean을 맞춤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column update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g로 column L1 mean을 맞춤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수렴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scale factor가 안정될 때 종료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재표현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 = W-prime elementwise (g h-transpose)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WSN은 reversible한 재매개화이며, 양자화 전 W-prime를 정돈하는 단계다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5, Algorithm 1 and Sec. 4.2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강의용 WSN 계산: scale을 곱해도 양자화 전 출력은 같다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작은 2×2 예로 W = diag(g) W-prime diag(h)를 직접 확인한다</a:t>
            </a:r>
            <a:endParaRPr lang="en-US" sz="1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3043936"/>
                <a:gridCol w="587044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값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계산 결과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[[2,4],[1,2]]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x=[1,2]이면 Wx=[10,5]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g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[3,1.5]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row scale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[2/3,4/3]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column scale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W-prime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all ones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diag(g)W-prime diag(h)x=[10,5]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이 등식은 양자화 전 재표현의 동일성만 보이며, 양자화 뒤 품질 보장은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5, Algorithm 1 and Sec. 4.2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CWP score: 한 vector의 local loss proxy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제곱 오차를 calibration Gram 역행렬의 j번째 대각 성분으로 나눈 local score다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8-D vector v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v와 FE8 quantized v-hat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numerator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squared L2 quantization error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denominator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역행렬 (XXᵀ)⁻¹의 j,j 성분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 b,j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error divided by selected diagonal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mask 후보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큰 score부터 preservation 후보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5, 10, Eq. (5) and Eq. (12)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rho와 Kneedle은 서로 다른 역할을 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rho는 score 곡선의 앞부분을 탐색할 크기이고, Kneedle이 matrix별 threshold tau를 선택한다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 scores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모든 8-D vector score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top K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K=max(2, floor(N rho))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정규화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rank와 log score를 0부터 1로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knee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곡선과 대각선 거리 최대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tau와 mask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S가 tau 이상이면 FP16 보존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rho가 10%여도 최종 보존 fraction f가 10%라는 뜻은 아니다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6, Algorithm 2 and Eqs. (7)–(8)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강의용 Kneedle 계산: rho=.1이 f=.1은 아니다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N=40, top K=4인 constructed score 예로 threshold와 realized fraction을 분리한다</a:t>
            </a:r>
            <a:endParaRPr lang="en-US" sz="19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521968"/>
                <a:gridCol w="1739392"/>
                <a:gridCol w="2174240"/>
                <a:gridCol w="2717800"/>
                <a:gridCol w="2717800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순위 k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score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정규 rank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정규 log score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거리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1000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1/3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1/3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1/3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2/3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.10034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.23299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threshold 10이면 40개 중 2개만 남아 f=5%가 된다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6, Algorithm 2 and Eqs. (7)–(8)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sentinel은 mask만 없애고 FP16은 남긴다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normal FE8 block과 preserved block의 저장 단위를 구분해야 bpw를 해석할 수 있다</a:t>
            </a:r>
            <a:endParaRPr lang="en-US" sz="1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1956816"/>
                <a:gridCol w="3152648"/>
                <a:gridCol w="3370072"/>
                <a:gridCol w="239166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block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저장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8 weights 기준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bpw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normal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16-bit FE8 code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16 bits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preserved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sentinel + 8 FP16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16+128=144 bits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mask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별도 1-bit mask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sentinel로 대체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별도 mask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zero bit-overhead는 별도 mask에 대한 말이며 preserved vector 자체가 무료라는 뜻은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6, 10, Sec. 4.3 and Appendix B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Appendix B의 bpw는 f와 scale vector를 함께 센다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표시된 식은 normal 2 bpw, preservation cost, g와 h storage로 구성된다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bpw = 2 + 16f + 16(1/d-row + 1/d-col)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f는 실제 preserved vector fraction이다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마지막 항은 FP16 g와 h vector의 matrix당 overhead다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Appendix B는 per-column alpha의 storage를 명시적으로 세지 않는다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reported bpw는 f에 따라 변하고, alpha storage는 원고의 accounting 빈칸이다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10, Appendix B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EPTQ Algorithm 3: mask와 column compensation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WSN 뒤에는 effective input으로 state를 만들고, column과 8-row block을 순서대로 처리한다</a:t>
            </a:r>
            <a:endParaRPr lang="en-US" sz="1900" dirty="0"/>
          </a:p>
        </p:txBody>
      </p:sp>
      <p:sp>
        <p:nvSpPr>
          <p:cNvPr id="4" name="mechanism-lane-pipeline"/>
          <p:cNvSpPr txBox="1"/>
          <p:nvPr/>
        </p:nvSpPr>
        <p:spPr>
          <a:xfrm>
            <a:off x="660400" y="2209800"/>
            <a:ext cx="863600" cy="312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offline PTQ</a:t>
            </a:r>
            <a:endParaRPr lang="en-US" sz="1250" dirty="0"/>
          </a:p>
        </p:txBody>
      </p:sp>
      <p:sp>
        <p:nvSpPr>
          <p:cNvPr id="5" name="mechanism-edge-input-wsn-segment-1"/>
          <p:cNvSpPr/>
          <p:nvPr/>
        </p:nvSpPr>
        <p:spPr>
          <a:xfrm>
            <a:off x="329946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6" name="mechanism-edge-wsn-state-segment-1"/>
          <p:cNvSpPr/>
          <p:nvPr/>
        </p:nvSpPr>
        <p:spPr>
          <a:xfrm>
            <a:off x="534162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mechanism-edge-state-mask-segment-1"/>
          <p:cNvSpPr/>
          <p:nvPr/>
        </p:nvSpPr>
        <p:spPr>
          <a:xfrm>
            <a:off x="738378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mechanism-edge-mask-quant-segment-1"/>
          <p:cNvSpPr/>
          <p:nvPr/>
        </p:nvSpPr>
        <p:spPr>
          <a:xfrm>
            <a:off x="9425940" y="3771900"/>
            <a:ext cx="4826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9" name="mechanism-node-input"/>
          <p:cNvSpPr/>
          <p:nvPr/>
        </p:nvSpPr>
        <p:spPr>
          <a:xfrm>
            <a:off x="173990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W와 X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weight와 calibration</a:t>
            </a:r>
            <a:endParaRPr lang="en-US" sz="1150" dirty="0"/>
          </a:p>
        </p:txBody>
      </p:sp>
      <p:sp>
        <p:nvSpPr>
          <p:cNvPr id="10" name="mechanism-node-wsn"/>
          <p:cNvSpPr/>
          <p:nvPr/>
        </p:nvSpPr>
        <p:spPr>
          <a:xfrm>
            <a:off x="378206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WSN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W-prime, g, h</a:t>
            </a:r>
            <a:endParaRPr lang="en-US" sz="1150" dirty="0"/>
          </a:p>
        </p:txBody>
      </p:sp>
      <p:sp>
        <p:nvSpPr>
          <p:cNvPr id="11" name="mechanism-node-state"/>
          <p:cNvSpPr/>
          <p:nvPr/>
        </p:nvSpPr>
        <p:spPr>
          <a:xfrm>
            <a:off x="582422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X-prime state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X-prime와 Hessian state</a:t>
            </a:r>
            <a:endParaRPr lang="en-US" sz="1150" dirty="0"/>
          </a:p>
        </p:txBody>
      </p:sp>
      <p:sp>
        <p:nvSpPr>
          <p:cNvPr id="12" name="mechanism-node-mask"/>
          <p:cNvSpPr/>
          <p:nvPr/>
        </p:nvSpPr>
        <p:spPr>
          <a:xfrm>
            <a:off x="786638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CWP mask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critical block 미리 표시</a:t>
            </a:r>
            <a:endParaRPr lang="en-US" sz="1150" dirty="0"/>
          </a:p>
        </p:txBody>
      </p:sp>
      <p:sp>
        <p:nvSpPr>
          <p:cNvPr id="13" name="mechanism-node-quant"/>
          <p:cNvSpPr/>
          <p:nvPr/>
        </p:nvSpPr>
        <p:spPr>
          <a:xfrm>
            <a:off x="9908540" y="3441700"/>
            <a:ext cx="1559560" cy="660400"/>
          </a:xfrm>
          <a:prstGeom prst="roundRect">
            <a:avLst/>
          </a:prstGeom>
          <a:solidFill>
            <a:srgbClr val="E8F1EE"/>
          </a:solidFill>
          <a:ln>
            <a:solidFill>
              <a:srgbClr val="0D685C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column loop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FE8 또는 FP16, compensation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CWP mask는 quantization loop 전에 만들고, W-prime의 현재 상태를 순차적으로 갱신한다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7" name="Text 1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6–7, Algorithm 3 and Sec. 4.4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block 처리: FP16 보존 또는 FE8 quantization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critical 여부에 따라 raw original W가 아니라 그 시점의 W-prime block을 사용한다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6096000" y="2705100"/>
            <a:ext cx="0" cy="1905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5" name="Shape 3"/>
          <p:cNvSpPr/>
          <p:nvPr/>
        </p:nvSpPr>
        <p:spPr>
          <a:xfrm>
            <a:off x="3302000" y="2895600"/>
            <a:ext cx="5588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Shape 4"/>
          <p:cNvSpPr/>
          <p:nvPr/>
        </p:nvSpPr>
        <p:spPr>
          <a:xfrm>
            <a:off x="3302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7" name="Shape 5"/>
          <p:cNvSpPr/>
          <p:nvPr/>
        </p:nvSpPr>
        <p:spPr>
          <a:xfrm>
            <a:off x="8890000" y="2895600"/>
            <a:ext cx="0" cy="3556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3302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9" name="Shape 7"/>
          <p:cNvSpPr/>
          <p:nvPr/>
        </p:nvSpPr>
        <p:spPr>
          <a:xfrm>
            <a:off x="3302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Shape 8"/>
          <p:cNvSpPr/>
          <p:nvPr/>
        </p:nvSpPr>
        <p:spPr>
          <a:xfrm>
            <a:off x="8890000" y="3962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1" name="Shape 9"/>
          <p:cNvSpPr/>
          <p:nvPr/>
        </p:nvSpPr>
        <p:spPr>
          <a:xfrm>
            <a:off x="6731000" y="4216400"/>
            <a:ext cx="21590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Shape 10"/>
          <p:cNvSpPr/>
          <p:nvPr/>
        </p:nvSpPr>
        <p:spPr>
          <a:xfrm>
            <a:off x="546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6731000" y="4216400"/>
            <a:ext cx="0" cy="2540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4" name="Shape 12"/>
          <p:cNvSpPr/>
          <p:nvPr/>
        </p:nvSpPr>
        <p:spPr>
          <a:xfrm>
            <a:off x="6096000" y="5181600"/>
            <a:ext cx="0" cy="33020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ko-KR"/>
          </a:p>
        </p:txBody>
      </p:sp>
      <p:sp>
        <p:nvSpPr>
          <p:cNvPr id="15" name="Text 13"/>
          <p:cNvSpPr txBox="1"/>
          <p:nvPr/>
        </p:nvSpPr>
        <p:spPr>
          <a:xfrm>
            <a:off x="4191000" y="21082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W-prime block</a:t>
            </a:r>
            <a:endParaRPr lang="en-US" sz="1750" dirty="0"/>
          </a:p>
        </p:txBody>
      </p:sp>
      <p:sp>
        <p:nvSpPr>
          <p:cNvPr id="16" name="Text 14"/>
          <p:cNvSpPr txBox="1"/>
          <p:nvPr/>
        </p:nvSpPr>
        <p:spPr>
          <a:xfrm>
            <a:off x="4191000" y="23876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column j의 8-row vector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270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critical block</a:t>
            </a:r>
            <a:endParaRPr lang="en-US" sz="1750" dirty="0"/>
          </a:p>
        </p:txBody>
      </p:sp>
      <p:sp>
        <p:nvSpPr>
          <p:cNvPr id="18" name="Text 16"/>
          <p:cNvSpPr txBox="1"/>
          <p:nvPr/>
        </p:nvSpPr>
        <p:spPr>
          <a:xfrm>
            <a:off x="1270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block을 FP16으로 남김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3352800"/>
            <a:ext cx="406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normal block</a:t>
            </a:r>
            <a:endParaRPr lang="en-US" sz="17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632200"/>
            <a:ext cx="4064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alpha로 FE8 quantize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191000" y="45720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quantization error</a:t>
            </a:r>
            <a:endParaRPr lang="en-US" sz="1750" dirty="0"/>
          </a:p>
        </p:txBody>
      </p:sp>
      <p:sp>
        <p:nvSpPr>
          <p:cNvPr id="22" name="Text 20"/>
          <p:cNvSpPr txBox="1"/>
          <p:nvPr/>
        </p:nvSpPr>
        <p:spPr>
          <a:xfrm>
            <a:off x="4191000" y="4851400"/>
            <a:ext cx="381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현재 block과 출력 차이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191000" y="56134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remaining update</a:t>
            </a:r>
            <a:endParaRPr lang="en-US" sz="1750" dirty="0"/>
          </a:p>
        </p:txBody>
      </p:sp>
      <p:sp>
        <p:nvSpPr>
          <p:cNvPr id="24" name="Text 22"/>
          <p:cNvSpPr txBox="1"/>
          <p:nvPr/>
        </p:nvSpPr>
        <p:spPr>
          <a:xfrm>
            <a:off x="4191000" y="5892800"/>
            <a:ext cx="3810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남은 column에 error compensate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6" name="Text 24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7, Algorithm 3, lines 8–18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실험을 읽는 최소 조건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1의 수치는 LLM, calibration, metric, hardware가 함께 정한 조건부 수치다</a:t>
            </a:r>
            <a:endParaRPr lang="en-US" sz="1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174240"/>
                <a:gridCol w="4565904"/>
                <a:gridCol w="4131056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항목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원고 조건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해석 경계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모델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Llama-2 7B·13B·70B, Llama-3 8B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다른 architecture로 일반화 불가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calibration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C4 128 samples, 2048 tokens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fine-tuning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quality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WikiText-2/C4 PPL, 5 zero-shot tasks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metric별 trade-off 가능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hardware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single NVIDIA H100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mobile·Tenstorrent 증거 아님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throughput는 H100 관측치이며 batch·sequence·kernel timing 절차는 명시되지 않는다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7, Sec. 5.1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1: 한 quality metric의 우위가 전체 우위는 아니다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Llama-3-8B, rho=.02에서 FE8과 VPTQ를 같은 표 안의 두 metric으로 비교한다</a:t>
            </a:r>
            <a:endParaRPr lang="en-US" sz="1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391664"/>
                <a:gridCol w="1630680"/>
                <a:gridCol w="3696208"/>
                <a:gridCol w="3152648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method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bpw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Wiki2 PPL↓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zero-shot avg↑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VPTQ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2.27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13.01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60.30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EPTQ E8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2.03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11.27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59.29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EPTQ FE8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2.03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11.95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58.82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FE8의 11.95 PPL은 VPTQ의 13.01보다 낮지만 average 58.82는 60.30보다 낮다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8, Table 1, Llama-3-8B rows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38% faster than FP16은 한 Table 1 조건에서 재계산된다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Llama-2-13B, FE8 rho=.1의 decode throughput과 FP16 row를 비교한 상대 차이다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비교 조건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Llama-2-13B, same Table 1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FP16 row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104.4 tok/s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FE8 rho=.1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144.4 tok/s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상대 계산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144.4 / 104.4 - 1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결과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0.3831, 약 38.31%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‘up to 38%’는 이 H100 decode 조건의 상대 비교이며, 보편 성능 주장이 아니다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8, Table 1, Llama-2-13B rows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1에는 FE8이 느린 비교도 있다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Llama-2-70B에서는 QTIP와 FE8 rho=.02의 decode throughput을 그대로 읽어야 한다</a:t>
            </a:r>
            <a:endParaRPr lang="en-US" sz="1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609088"/>
                <a:gridCol w="2174240"/>
                <a:gridCol w="1739392"/>
                <a:gridCol w="1521968"/>
                <a:gridCol w="282651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model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method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rho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bpw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decode tok/s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Llama-2-70B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QTIP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표기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2.00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38.9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Llama-2-70B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EPTQ FE8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.02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2.02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36.4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Llama-2-13B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QTIP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표기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2.01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미측정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Llama-2-70B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FP16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해당 없음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16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미측정: one GPU 불가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표의 미측정은 0이 아니며, 70B QTIP 38.9는 FE8 .02의 36.4보다 크다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8, Table 1 footnotes and Llama-2-70B rows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Table 2: WSN quality gain, FE8 r=1.75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표의 delta와 괄호 안 absolute value를 혼동하지 않고 읽는다</a:t>
            </a:r>
            <a:endParaRPr lang="en-US" sz="1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717800"/>
                <a:gridCol w="1304544"/>
                <a:gridCol w="3478784"/>
                <a:gridCol w="3370072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model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rho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C4 PPL delta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zero-shot delta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Llama-2-7B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.02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-1.44 (10.58→9.14)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+3.0 (58.6→61.6)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Llama-2-13B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-0.37 (8.18→7.81)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+0.9 (66.2→67.1)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Llama-3-8B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.02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-3.44 (18.34→14.90)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+7.3 (51.5→58.8)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Llama-3-8B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.1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-2.33 (16.48→14.15)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+4.2 (56.6→60.9)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마지막 행의 endpoints는 반올림되어 4.3처럼 보일 수 있으나, 논문이 출력한 delta는 +4.2다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9, Table 2 and Sec. 5.3.1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Figure 6: rho가 아닌 realized global fraction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adaptive CWP가 만든 실제 전체 critical-weight ratio를 fixed-ratio baseline에도 같은 예산으로 준다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adaptive CWP는 rho마다 matrix별 tau를 다르게 찾는다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그 결과의 전체 preserved fraction을 먼저 계산한다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fixed-ratio CWP는 그 global fraction을 동일한 ratio로 사용한다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Figure 6은 같은 realized ratio에서 adaptive가 더 낮은 PPL이라고 보고한다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x축을 rho로 읽으면 같은 preservation budget이라는 비교 조건을 놓친다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9, Fig. 6 and Sec. 5.3.2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Figure 7: radius r sensitivity의 조건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rho별로 best r가 달라질 수 있고, 원고는 r=1.75를 default로 둔다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838200" y="21717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대상은 Llama-2-13B의 C4 perplexity다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38200" y="29083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4"/>
          <p:cNvSpPr txBox="1"/>
          <p:nvPr/>
        </p:nvSpPr>
        <p:spPr>
          <a:xfrm>
            <a:off x="838200" y="29464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각 선은 다른 search ratio rho를 나타낸다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38200" y="36830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6"/>
          <p:cNvSpPr txBox="1"/>
          <p:nvPr/>
        </p:nvSpPr>
        <p:spPr>
          <a:xfrm>
            <a:off x="838200" y="37211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 1.70부터 1.80 사이에서 PPL이 비교적 안정적이라고 보고한다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838200" y="4457700"/>
            <a:ext cx="106934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0" name="Text 8"/>
          <p:cNvSpPr txBox="1"/>
          <p:nvPr/>
        </p:nvSpPr>
        <p:spPr>
          <a:xfrm>
            <a:off x="838200" y="4495800"/>
            <a:ext cx="1069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marL="254000" indent="-254000">
              <a:lnSpc>
                <a:spcPct val="125000"/>
              </a:lnSpc>
              <a:buSzPct val="100000"/>
              <a:buChar char="•"/>
            </a:pPr>
            <a:r>
              <a:rPr lang="en-US" sz="200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그림의 best marker는 rho마다 하나이며 일반 최적 radius 선언이 아니다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2" name="Text 10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r=1.75는 이 study의 robust default이며 모든 rho의 유일한 최적값은 아니다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p. 9, Fig. 7 and Sec. 5.3.3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원고가 아직 보여 주지 않는 것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결과를 유용하게 읽기 위해 확인된 evidence와 비어 있는 evidence를 분리한다</a:t>
            </a:r>
            <a:endParaRPr lang="en-US" sz="1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400" y="2082800"/>
          <a:ext cx="10871200" cy="3314700"/>
        </p:xfrm>
        <a:graphic>
          <a:graphicData uri="http://schemas.openxmlformats.org/drawingml/2006/table">
            <a:tbl>
              <a:tblPr/>
              <a:tblGrid>
                <a:gridCol w="2282952"/>
                <a:gridCol w="4022344"/>
                <a:gridCol w="4565904"/>
              </a:tblGrid>
              <a:tr h="49530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질문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원고의 근거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0D685C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말할 수 없는 결론</a:t>
                      </a:r>
                      <a:endParaRPr lang="en-US" sz="160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D68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hardware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single H100 결과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Tenstorrent·mobile 성능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throughput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Table 1 tok/s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batch·sequence·kernel 일반성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reproducibility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future release 언급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즉시 재현 가능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quality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일부 row의 trade-off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550" dirty="0">
                          <a:solidFill>
                            <a:srgbClr val="173C37"/>
                          </a:solidFill>
                          <a:latin typeface="AppleGothic" pitchFamily="34" charset="0"/>
                          <a:ea typeface="AppleGothic" pitchFamily="34" charset="-122"/>
                          <a:cs typeface="AppleGothic" pitchFamily="34" charset="-120"/>
                        </a:rPr>
                        <a:t>모든 baseline·metric 지배</a:t>
                      </a:r>
                      <a:endParaRPr lang="en-US" sz="1550" dirty="0">
                        <a:latin typeface="AppleGothic" charset="0"/>
                        <a:ea typeface="AppleGothic" charset="0"/>
                        <a:cs typeface="AppleGothic" charset="0"/>
                      </a:endParaRPr>
                    </a:p>
                  </a:txBody>
                  <a:tcPr marL="100584" marR="100584" marT="54864" marB="54864" anchor="mid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8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6" name="Text 3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EPTQ의 근거는 공개 원고의 PTQ 설계와 조건부 실험이지 배포 증명은 아니다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Text 5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7–9, Secs. 5–6 and Table 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0400" y="469900"/>
            <a:ext cx="10871200" cy="850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310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EPTQ를 한 문장으로 다시 조립하면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60400" y="1333500"/>
            <a:ext cx="10871200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작은 FE8 table만으로 끝내지 않고 WSN과 CWP를 함께 넣어 2-bit PTQ의 quality–efficiency trade-off를 다룬다</a:t>
            </a:r>
            <a:endParaRPr lang="en-US" sz="1900" dirty="0"/>
          </a:p>
        </p:txBody>
      </p:sp>
      <p:sp>
        <p:nvSpPr>
          <p:cNvPr id="4" name="Text 2"/>
          <p:cNvSpPr txBox="1"/>
          <p:nvPr/>
        </p:nvSpPr>
        <p:spPr>
          <a:xfrm>
            <a:off x="660400" y="210820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97000" y="210820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FE8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4152900" y="210820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same-type factorization으로 4 KiB table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397000" y="261112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8" name="Shape 6"/>
          <p:cNvSpPr/>
          <p:nvPr/>
        </p:nvSpPr>
        <p:spPr>
          <a:xfrm>
            <a:off x="850900" y="262382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9" name="Text 7"/>
          <p:cNvSpPr txBox="1"/>
          <p:nvPr/>
        </p:nvSpPr>
        <p:spPr>
          <a:xfrm>
            <a:off x="660400" y="280162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397000" y="280162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WSN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152900" y="280162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W-prime의 row·column scale 정렬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1397000" y="330454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3" name="Shape 11"/>
          <p:cNvSpPr/>
          <p:nvPr/>
        </p:nvSpPr>
        <p:spPr>
          <a:xfrm>
            <a:off x="850900" y="331724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4" name="Text 12"/>
          <p:cNvSpPr txBox="1"/>
          <p:nvPr/>
        </p:nvSpPr>
        <p:spPr>
          <a:xfrm>
            <a:off x="660400" y="349504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397000" y="349504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CWP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152900" y="349504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local score로 critical block FP16 보존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397000" y="399796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18" name="Shape 16"/>
          <p:cNvSpPr/>
          <p:nvPr/>
        </p:nvSpPr>
        <p:spPr>
          <a:xfrm>
            <a:off x="850900" y="401066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19" name="Text 17"/>
          <p:cNvSpPr txBox="1"/>
          <p:nvPr/>
        </p:nvSpPr>
        <p:spPr>
          <a:xfrm>
            <a:off x="660400" y="418846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1397000" y="418846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compensation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4152900" y="418846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column-wise error propagation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397000" y="469138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3" name="Shape 21"/>
          <p:cNvSpPr/>
          <p:nvPr/>
        </p:nvSpPr>
        <p:spPr>
          <a:xfrm>
            <a:off x="850900" y="4704080"/>
            <a:ext cx="190500" cy="152400"/>
          </a:xfrm>
          <a:prstGeom prst="downArrow">
            <a:avLst/>
          </a:prstGeom>
          <a:solidFill>
            <a:srgbClr val="0D685C"/>
          </a:solidFill>
          <a:ln w="12700">
            <a:solidFill>
              <a:srgbClr val="0D685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/>
          </a:p>
        </p:txBody>
      </p:sp>
      <p:sp>
        <p:nvSpPr>
          <p:cNvPr id="24" name="Text 22"/>
          <p:cNvSpPr txBox="1"/>
          <p:nvPr/>
        </p:nvSpPr>
        <p:spPr>
          <a:xfrm>
            <a:off x="660400" y="4881880"/>
            <a:ext cx="571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397000" y="4881880"/>
            <a:ext cx="26035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900" b="1" dirty="0">
                <a:solidFill>
                  <a:srgbClr val="0D685C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조건부 결과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4152900" y="4881880"/>
            <a:ext cx="7378700" cy="490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H100 Table 1·2에서 quality와 speed 보고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397000" y="5384800"/>
            <a:ext cx="101346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8" name="Shape 26"/>
          <p:cNvSpPr/>
          <p:nvPr/>
        </p:nvSpPr>
        <p:spPr>
          <a:xfrm>
            <a:off x="660400" y="5562600"/>
            <a:ext cx="10871200" cy="0"/>
          </a:xfrm>
          <a:prstGeom prst="line">
            <a:avLst/>
          </a:prstGeom>
          <a:noFill/>
          <a:ln w="12700">
            <a:solidFill>
              <a:srgbClr val="0D685C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29" name="Text 27"/>
          <p:cNvSpPr txBox="1"/>
          <p:nvPr/>
        </p:nvSpPr>
        <p:spPr>
          <a:xfrm>
            <a:off x="660400" y="5727700"/>
            <a:ext cx="108712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50" b="1" dirty="0">
                <a:solidFill>
                  <a:srgbClr val="173C37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핵심은 2-bit code 하나가 아니라 코드북·분포·예외 block의 연결 설계다</a:t>
            </a:r>
            <a:endParaRPr lang="en-US" sz="1750" dirty="0"/>
          </a:p>
        </p:txBody>
      </p:sp>
      <p:sp>
        <p:nvSpPr>
          <p:cNvPr id="30" name="Shape 28"/>
          <p:cNvSpPr/>
          <p:nvPr/>
        </p:nvSpPr>
        <p:spPr>
          <a:xfrm>
            <a:off x="660400" y="6311900"/>
            <a:ext cx="10871200" cy="0"/>
          </a:xfrm>
          <a:prstGeom prst="line">
            <a:avLst/>
          </a:prstGeom>
          <a:noFill/>
          <a:ln w="12700">
            <a:solidFill>
              <a:srgbClr val="C9D8D4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ko-KR"/>
          </a:p>
        </p:txBody>
      </p:sp>
      <p:sp>
        <p:nvSpPr>
          <p:cNvPr id="31" name="Text 29"/>
          <p:cNvSpPr txBox="1"/>
          <p:nvPr/>
        </p:nvSpPr>
        <p:spPr>
          <a:xfrm>
            <a:off x="660400" y="6413500"/>
            <a:ext cx="99822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E6D69"/>
                </a:solidFill>
                <a:latin typeface="AppleGothic" pitchFamily="34" charset="0"/>
                <a:ea typeface="AppleGothic" pitchFamily="34" charset="-122"/>
                <a:cs typeface="AppleGothic" pitchFamily="34" charset="-120"/>
              </a:rPr>
              <a:t>근거 eptq-draft pp. 3–10, Secs. 4–6 and Appendix B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112500" y="6400800"/>
            <a:ext cx="431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D68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EPTQ: Factored E8로 2-bit LLM 양자화 읽기</dc:title>
  <dc:subject>EPTQ: Fast and Accurate 2-bit Post-Training Quantization via Factored E8 Lattice</dc:subject>
  <dc:creator>Research Seminars</dc:creator>
  <cp:lastModifiedBy>Research Seminars</cp:lastModifiedBy>
  <cp:revision>1</cp:revision>
  <dcterms:created xsi:type="dcterms:W3CDTF">2026-09-12T06:42:21Z</dcterms:created>
  <dcterms:modified xsi:type="dcterms:W3CDTF">2026-09-12T06:42:21Z</dcterms:modified>
</cp:coreProperties>
</file>