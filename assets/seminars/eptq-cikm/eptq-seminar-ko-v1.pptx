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EA92CA1A-9B2A-4297-A22B-AF88BAF0C23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EPTQ: Factored 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원고를 읽기 위한 강의입니다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post-training quantization,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재학습 없이 이미 학습된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가중치를 압축하는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발표의 핵심은 세 요소입니다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Factored-E8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코드북을 작게 표현하고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WSN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양자화하기 좋은 분포로 가중치를 재표현하며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CWP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민감한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벡터만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 수치는 특정 모델과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H100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조건 안에서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D833FD1-3654-4B41-AA9D-D56D2C9FC0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확인할 공개 상태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원고의 표지와 마지막 결론을 함께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CIKM ’26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형식이 보이지만 저자는 익명이고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ISBN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placeholder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코드와 모델을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acceptance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공개하겠다고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여기서는 이를 공개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manuscript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수락되었다거나 구현물이 공개되었다고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pp. 1, 9, title page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65AFCF3-9CAC-4C6C-BF21-9B79DA18106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2-bit 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출발점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코드와 빠른 조회를 함께 얻기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만의 문제보다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코드북 접근 비용을 문제로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가중치를 하나의 벡터로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16-bit code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저장하면 정상 벡터는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bits per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직접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코드북은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65,536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점을 보관해야 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MiB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65,536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후보의 조합 능력은 유지하면서 실제 저장 테이블을 줄이려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pp. 3–4, Sec. 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76BA7A8-7096-4722-8042-3ED323C9E49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 목표는 출력 변화가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W-hat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찾기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W-hat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Frobenius norm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작게 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설계하는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수라는 제약 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W-hat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장은 전체 네트워크 정확도를 직접 전역 최적화한다는 뜻이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입력에서 층 출력 변화로 근사하는 목적을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3, Eq. (1)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811D07-0829-4800-B9B8-1A3E8E87E7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 단위는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8-row vector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표기는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8b+7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꺼냅니다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벡터는 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개가 아니라 세로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벡터마다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robust scale 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순차적인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compensation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진행합니다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도식의 방향은 모두 이 정의를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pp. 5–7, Algorithms 2–3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6A47CB8-CB3A-483C-852E-F93103A0DED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4-D 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좌표 형식과 합의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좌표가 정수인지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half-integer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좌표합이 짝수인지 홀수인지로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하나가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벡터는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판별하는 강의용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(1,1,0,0)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(1,0,0,0)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지만 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3, Sec. 4.1.1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9170526-35BD-4FB8-A78E-7A5A32C89A7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7. E8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결합한다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4 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정확히 분해된다는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parity class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integer-even 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integer-odd 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섞어 후보로 쓰면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최적화도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독립적으로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고르는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정한 뒤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거리를 함께 최소화합니다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4, Eq. (2) and Sec. 4.1.1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E8B6021-3DB0-4FC1-8768-E25391705BE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다르면 결합할 수 없다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앞 슬라이드의 정의를 산술로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행은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합이 짝수라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 행은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integer-odd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셋째와 넷째는 좌표 표현은 비슷해 보여도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 허용되지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검색은 허용된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거리 합을 계산한 뒤 가장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4, Eq. (2)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DDB29B6-A47E-4A60-B402-8F02CC7BD5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FE8: 512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65,536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후보 만들기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원점에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그러면 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벡터만 저장하고도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합치면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65,536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원고는 이것이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E8 codebook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맞는다고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직접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보관하는 방식과 동일하다고 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4, Sec. 4.1.1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615B237-2C40-46C3-AE31-B939D18AE8F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코드북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footprint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직접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65,536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1,048,576 byte,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MiB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4,096 byte,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KiB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비율은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코드북만의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footprint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activation, scale, compressed weights, kernel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비용을 포함하는 전체 메모리 비교가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4, Sec. 4.1.1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C848D3-6019-4390-9A7F-7B131D7E1C5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FE8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거리의 합을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거리를 최소화합니다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65,536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단순 열거하는 대신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앞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sub-distance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최소를 더하고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총합이 가장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앞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0,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각자 고르는 독립 선택은 허용되지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4, Sec. 4.1.2 and Eq. (3)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45698F9-0E8E-4751-B5F6-A1C8850EC5D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16-bit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i,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예로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제곱 더하기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33,157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이해시키기 위한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code 65,535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unquantized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알리는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reserved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정상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pp. 4, 6, Sec. 4.1.2 and Sec. 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B4B487-EF9F-4851-9A4A-308E34841DB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WSN: 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불균형 줄이기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퍼져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scaled W-prime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더 모여 보인다는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near-zero mean Gaussian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덜 민감하도록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L1 mean absolute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맞춥니다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모든 상황에서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정확히 같게 만드는 보장이라고 부르면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pp. 4–5, Sec. 4.2 and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A0CF5B2-803F-48B9-9B8C-30119F303F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WSN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alternating scale update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초기화하고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|W|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번갈아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원고는 보통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 미만 반복으로 수렴한다고 서술합니다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W-prime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 h-transpose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outer-product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elementwise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나눈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과정은 양자화 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보존하는 재표현이며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 오류 자체를 없애는 단계는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5, Algorithm 1 and Sec.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3DBAC8E-A5CE-400E-97A2-46186FA5B19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곱해도 양자화 전 출력은 같다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행과 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L1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만드는 간단한 강의용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sums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초기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2/3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4/3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W-prime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ones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x=[1,2]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대입하면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 표현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[10,5]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확인은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 rounding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전까지만 성립합니다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5, Algorithm 1 and Sec.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58CDF0-B29B-4EEE-AC7A-83DC57DDB74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CWP score: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loss proxy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b,j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v-hat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L2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calibration Gram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나눈 값으로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compensation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constrained quadratic minimization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이 식을 유도합니다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근사와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quantity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 전체에서 절대적으로 가장 중요한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일반적 의미로 바꾸면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pp. 5, 10, Eq. (5) and Eq. (12)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DA2C55D-1808-47B5-8942-81551537EE2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Kneedle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다른 역할을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내림차순으로 정렬합니다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Kneedle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steep region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길이입니다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rank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log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diagonal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거리가 큰 점을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택해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이상인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들어가므로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분포와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6, Algorithm 2 and Eqs. (7)–(8)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3B1A003-369A-4191-8693-B0C042C3BD7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Kneedle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rho=.1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f=.1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원문 실험값이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재계산한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N=40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rho=.1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leading scores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1000, 10, 2, 1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두고 나머지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Kneedle 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둘째 순위에서 최대입니다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tau=10, preserve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1000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2/40=5%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6, Algorithm 2 and Eqs. (7)–(8)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1BACE7F-B10E-4589-B5F9-98453AEC95A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sentinel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없애고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남긴다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65,535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preservation marker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사용해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저장하지 않는다고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 8-D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 bits, preserved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16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values 128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144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preserved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 bpw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zero bit-overhead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표현은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별도로 필요 없다는 맥락에서만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pp. 6, 10, Sec. 4.3 and Appendix 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F4FD84B-72A0-47E3-AEB0-D559F2FCE3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Appendix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bpw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 vector 2 bpw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preserved vector 18 bpw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(1-f)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가중해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2+16f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 vectors 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전형적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사용하는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per-column 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별도 저장은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명시되어 있지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 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없다고 가정하지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10, Appendix 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DAFB295-73A3-4BF4-8C59-7EADE45EDDE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EPTQ Algorithm 3: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compensation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순서를 유지하는 것이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W-prime, g,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effective calibration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X-prime=diag(h)X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Hessian-related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준비하고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precompute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compensation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 h-transpose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elementwise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pp. 6–7, Algorithm 3 and Sec. 4.4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A1FEFD5-FABB-42EA-8D67-58AD3A959C1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FP16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보존 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 quantization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3 line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 quantized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W-prime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value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무엇을 쓸지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critical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original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복구한다는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compensation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반영된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W-prime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계산해 아직 처리하지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compensation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전파합니다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Cholesky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순차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효율적으로 계산하기 위한 구성 요소입니다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7, Algorithm 3, lines 8–18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EE02DC8-DC2D-4D9B-BDB7-5C3BCAB961D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실험을 읽는 최소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 calibration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2048 tokens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자르고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fine-tuning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PPL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WikiText-2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C4, zero-shot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PIQA, ARC-easy, ARC-challenge, HellaSwag, WinoGrande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NVIDIA H100 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수행했다고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size, sequence length,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 timing 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본문에 제시되지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accelerator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온디바이스 결론을 이 표로 만들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7, Sec. 5.1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082E508-71C0-48E7-A0DE-EF2889065A6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Table 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우위가 전체 우위는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Llama-3-8B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rho=.02 rows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2.27 bpw, WikiText-2 PPL 13.01, average 60.30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EPTQ FE8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2.03 bpw, PPL 11.95, average 58.82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PPL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더 좋지만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five-task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게다가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bpw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완전히 같지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비교는 보고된 조건에서의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winner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8, Table 1, Llama-3-8B rows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6B037B-C6C4-455E-8427-8195066EAAD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38% faster than 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 재계산된다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직접 검산할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Llama-2-13B FP16 decode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104.4 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EPTQ FE8 rho=.1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144.4 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144.4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104.4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.38314,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38.31%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원고의 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 to 38%’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가리키는 조건부 주장으로는 맞습니다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model, rho, accelerator,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같은 비율이라고 확장하지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8, Table 1, Llama-2-13B rows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9E1A027-9C27-409F-B46D-029EC9F4AAD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느린 비교도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Llama-2-70B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 decode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38.9 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 rho=.02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36.4 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displayed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최고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 Llama-2-13B decode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unavailable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70B FP16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않아 측정하지 못했다는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8, Table 1 footnotes and Llama-2-70B rows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D28E99-1464-4697-A0A3-F0328BF653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Table 2: WSN quality gain, FE8 r=1.75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넣기 전과 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표기하며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radius 1.75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absolute zero-shot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56.6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표시되어 단순 뺄셈은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printed delta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+4.2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rounded display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수 있는 표기 차이이므로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printed +4.2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인용하고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absolute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임을 함께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9, Table 2 and Sec. 5.3.1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4028975-68DC-4711-8AD9-2BE1D4975B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Figure 6: 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realized global fraction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5.3.2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adaptive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실행해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per-matrix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얻은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critical weights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fraction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fixed-ratio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fraction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그대로 부여합니다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점은 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realized preservation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selection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바꾼 비교입니다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축도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Critical Weight Ratio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9, Fig. 6 and Sec. 5.3.2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C060920-8B3F-4649-9939-98677161AA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Figure 7: radius r sensitivity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Llama-2-13B, C4 PPL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좁은 조건의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 sensitivity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곡선마다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 outline best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theoretical prediction r approximately 1.77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맞추어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default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택했다고 설명하지만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best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아니라고 분명히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model-conditional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점을 강조합니다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p. 9, Fig. 7 and Sec. 5.3.3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BA9A013-23C7-40BA-9761-7D4B563C063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원고가 아직 보여 주지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원고를 깎아내리기 위한 것이 아니라 근거 범위를 분명히 하기 위한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H100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관측이지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accelerator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kernel, batch, sequence 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상세히 제시되지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code/model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release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쓰므로 현재 재현 패키지가 있다고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교차하는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pp. 7–9, Secs. 5–6 and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04088E6-BA74-4187-BE47-E81EE80B187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 EPTQ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문장으로 다시 조립하면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FE8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footprint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작게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WSN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정돈하며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CWP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예외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이것들을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Hessian-aware compensation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설계가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 낸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공개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manuscript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신분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수치의 조건성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missing hardware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함께 기억해야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eptq-draft | pp. 3–10, Secs. 4–6 and Appendix 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EPTQ public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https://hyeonwoona0861.github.io/assets/pdfs/research/eptq-cikm/eptq-cikm.pdf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955D916-EF4B-4557-B83B-663CA6C08E3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EPTQ: Factored E8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2-bit LLM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 읽기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EPTQ: Fast and Accurate 2-bit Post-Training Quantization via Factored E8 Lattice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Anonymous Author(s) (2026)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코드북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분포 정렬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적응형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보존을 하나의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PTQ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흐름으로 연결한 공개 원고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확인할 공개 상태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익명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CIKM ’26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템플릿의 공개 원고이며 최종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출판물로 단정할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저자 표기는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Anonymous Author(s)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쪽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DOI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ISBN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placeholder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표시된다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본문은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acceptance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공개한다고 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따라서 이 덱은 공개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manuscript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주장과 조건을 설명한다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결과는 공개 초안의 근거이며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수락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배포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재현을 이미 완료한 증거는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pp. 1, 9, title page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2-bit 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출발점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코드와 빠른 조회를 함께 얻기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가중치 하나씩 반올림하는 대신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개를 묶어 벡터 코드로 표현하지만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큰 코드북은 다시 병목이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완료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재학습 없이 압축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묶음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열의 연속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 코드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16-bit code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하나로 묶음 표현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직접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E8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65,536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8-D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 MiB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EPTQ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 수는 유지하며 표를 줄일 수 있나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설계 문제는 단지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아니라 코드북이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머무를 수 있는가다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pp. 3–4, Sec. 4.1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 목표는 출력 변화가 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W-hat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찾기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대한 원래 출력과 양자화 출력의 차이를 작게 만들려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상태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출력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 출력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W-hat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 차이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출력의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Frobenius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거리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 함수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낮은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bpw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차이를 줄이는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W-hat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3, Eq. (1)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 단위는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8-row vector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 방향으로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개를 잘라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 j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벡터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mechanism-lane-weight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가중치 행렬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mechanism-edge-matrix-block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mechanism-edge-block-vector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mechanism-edge-vector-code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mechanism-node-matrix"/>
          <p:cNvSpPr/>
          <p:nvPr/>
        </p:nvSpPr>
        <p:spPr>
          <a:xfrm>
            <a:off x="1739880" y="3327480"/>
            <a:ext cx="206964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1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일부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7" name="Table 0"/>
          <p:cNvGraphicFramePr/>
          <p:nvPr/>
        </p:nvGraphicFramePr>
        <p:xfrm>
          <a:off x="1739880" y="3556080"/>
          <a:ext cx="2069640" cy="664920"/>
        </p:xfrm>
        <a:graphic>
          <a:graphicData uri="http://schemas.openxmlformats.org/drawingml/2006/table">
            <a:tbl>
              <a:tblPr/>
              <a:tblGrid>
                <a:gridCol w="1035000"/>
                <a:gridCol w="1035000"/>
              </a:tblGrid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 j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…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64880"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8b+7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00" tIns="12600" rIns="12600" bIns="126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600" marR="12600" marT="12600" marB="12600">
                    <a:lnL w="6480">
                      <a:solidFill>
                        <a:srgbClr val="C9D8D4"/>
                      </a:solidFill>
                      <a:prstDash val="solid"/>
                    </a:lnL>
                    <a:lnR w="6480">
                      <a:solidFill>
                        <a:srgbClr val="C9D8D4"/>
                      </a:solidFill>
                      <a:prstDash val="solid"/>
                    </a:lnR>
                    <a:lnT w="6480">
                      <a:solidFill>
                        <a:srgbClr val="C9D8D4"/>
                      </a:solidFill>
                      <a:prstDash val="solid"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mechanism-node-block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8-row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8b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8b+7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mechanism-node-vector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8-D vector v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j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mechanism-node-code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16-bit code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정상 벡터 하나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방향을 알아야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column-wise compensation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 alpha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의미를 올바르게 읽을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pp. 5–7, Algorithms 2–3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4-D half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좌표 형식과 합의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8-D E8 vector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4-D half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나눈 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half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두 이진 속성을 붙인다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2935080"/>
                <a:gridCol w="271764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좌표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좌표합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parity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강의용 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integer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(1,1,0,0)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half-integer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(.5,.5,.5,.5)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integer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odd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(1,0,0,0)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half-integer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odd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(-.5,.5,.5,.5)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값의 크기가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integer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여부와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기록한 분류다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3, Sec. 4.1.1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E8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후보는 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half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결합한다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네 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same-type 4-D product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서로 겹치지 않는 합으로 분해된다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8-D vector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4-D half a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4-D half 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half a type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integer/half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parity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판별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half b type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두 속성을 판별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same type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검사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같아야 허용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E8 candidate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F_t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F_t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4, Eq. (2) and Sec. 4.1.1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조합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parity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다르면 결합할 수 없다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숫자는 원문 실험이 아닌 같은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-type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규칙을 확인하는 작은 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2935080"/>
                <a:gridCol w="173916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앞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half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half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(1,1,0,0)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(2,0,0,0)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 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integer-even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(1,0,0,0)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(0,0,1,0)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 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integer-odd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(1,1,0,0)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(1,0,0,0)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odd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(.5,.5,.5,.5)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(-.5,.5,.5,.5)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half-even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half-odd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half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모두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integer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다르면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E8 product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속하지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4, Eq. (2)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FE8: 512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4-D vector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65,536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후보 만들기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원점에 가까운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128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4-D point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저장하고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 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조합한다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따로 보관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128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4-D representative 512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same-type pair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 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4×128²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65,536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8-D candidate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t, i, j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16 bit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후보 수를 줄인 것이 아니라 후보의 저장 표현을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factorization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4, Sec. 4.1.1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코드북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footprint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동일한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65,536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8-D candidate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수에 대해 직접 저장과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FE8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저장은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369960"/>
                <a:gridCol w="315252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65,536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8-D 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65,536×8×2 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MiB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4-D 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4×128×4×2 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KiB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코드북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MiB / 4 KiB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256×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256×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코드북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footprint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비율이지 전체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속도 비율이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4, Sec. 4.1.1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FE8 search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half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거리의 합을 비교한다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128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후보와의 거리를 계산한 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안의 최적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8-D vector v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half a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half b, scale alpha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앞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half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거리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 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128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half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거리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같은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 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128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 t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비용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최소 거리의 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작은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i, j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4, Sec. 4.1.2 and Eq. (3)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16-bit code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type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subindex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 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7-bit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i, j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나타내며 마지막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sentinel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type 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앞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 i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127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 j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127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강의용 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t=2, i=3, j=5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33,157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reserved code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65,535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 표식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sentinel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공간의 한 값을 쓰므로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normal quantization code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포기하는 설계다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pp. 4, 6, Sec. 4.1.2 and Sec. 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WSN: quantization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불균형 줄이기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가중치의 평균은 대체로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가깝지만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크기는 크게 다를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magnitude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불균일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row scale g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|W|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쪽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L1 mean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맞춤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 scale 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|W|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쪽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L1 mean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맞춤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normalized W-prime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나눈 표현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FE8 quantization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W-prime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더 균일한 검색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pp. 4–5, Sec. 4.2 and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WSN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alternating scale update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scale 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안정될 때까지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교대로 조정한다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all-ones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row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 L1 mean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맞춤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L1 mean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맞춤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 factor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안정될 때 종료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재표현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 = W-prime elementwise (g h-transpose)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WSN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reversible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재매개화이며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 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W-prime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정돈하는 단계다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5, Algorithm 1 and Sec.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WSN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scale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곱해도 양자화 전 출력은 같다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2×2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 = diag(g) W-prime diag(h)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직접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043800"/>
                <a:gridCol w="5870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[[2,4],[1,2]]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x=[1,2]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Wx=[10,5]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[3,1.5]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 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[2/3,4/3]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 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W-prime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ones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diag(g)W-prime diag(h)x=[10,5]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등식은 양자화 전 재표현의 동일성만 보이며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 뒤 품질 보장은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5, Algorithm 1 and Sec.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CWP score: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loss proxy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제곱 오차를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 Gram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역행렬의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번째 대각 성분으로 나눈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8-D vector v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FE8 quantized v-hat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numerator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squared L2 quantization error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denominator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역행렬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(XXᵀ)⁻¹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j,j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 b,j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 divided by selected diagonal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preservation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pp. 5, 10, Eq. (5) and Eq. (12)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Kneedle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서로 다른 역할을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rho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곡선의 앞부분을 탐색할 크기이고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Kneedle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matrix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 tau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선택한다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 scores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8-D vector score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top 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K=max(2, floor(N rho))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정규화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log score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knee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곡선과 대각선 거리 최대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이상이면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여도 최종 보존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fraction 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뜻은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6, Algorithm 2 and Eqs. (7)–(8)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Kneedle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rho=.1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f=.1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N=40, top K=4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constructed score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realized fraction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1739160"/>
                <a:gridCol w="2174040"/>
                <a:gridCol w="27176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순위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 score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1/3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1/3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1/3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2/3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.10034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.23299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 10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중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개만 남아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f=5%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6, Algorithm 2 and Eqs. (7)–(8)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sentinel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없애고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남긴다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 FE8 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preserved 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저장 단위를 구분해야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bpw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해석할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152520"/>
                <a:gridCol w="336996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 weights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bpw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16-bit FE8 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 bits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preserved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sentinel + 8 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16+128=144 bits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1-bit mask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sentinel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대체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zero bit-overhead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대한 말이며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preserved vector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자체가 무료라는 뜻은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pp. 6, 10, Sec. 4.3 and Appendix 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Appendix 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bpw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 vector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표시된 식은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 2 bpw, preservation cost, 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 storage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구성된다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bpw = 2 + 16f + 16(1/d-row + 1/d-col)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6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실제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preserved vector fraction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8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마지막 항은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 vector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matrix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당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overhead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0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Appendix B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per-column alpha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명시적으로 세지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2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bpw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따라 변하고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alpha storage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원고의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accounting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빈칸이다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4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10, Appendix 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EPTQ Algorithm 3: mask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compensation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WSN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effective input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만들고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column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8-row 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순서대로 처리한다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mechanism-lane-pipelin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offline PTQ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mechanism-edge-input-wsn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0" name="mechanism-edge-wsn-state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1" name="mechanism-edge-state-mask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2" name="mechanism-edge-mask-quant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3" name="mechanism-node-input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mechanism-node-wsn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WSN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W-prime, g, 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mechanism-node-state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X-prime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X-prime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mechanism-node-mask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CWP mask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critical block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미리 표시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mechanism-node-quan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 loop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FE8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FP16, compensation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9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CWP mask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loop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전에 만들고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W-prime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현재 상태를 순차적으로 갱신한다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1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pp. 6–7, Algorithm 3 and Sec. 4.4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FP16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 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FE8 quantization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critical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여부에 따라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original 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그 시점의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W-prime 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6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7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8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9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0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1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2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3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4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5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6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W-prime block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j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8-row vector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critical block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남김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 block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alpha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FE8 quantize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quantization error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출력 차이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remaining update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 compensate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7, Algorithm 3, lines 8–18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실험을 읽는 최소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수치는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LLM, calibration, metric, hardware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함께 정한 조건부 수치다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원고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 7B·13B·70B, Llama-3 8B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일반화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C4 128 samples, 2048 tokens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fine-tuning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WikiText-2/C4 PPL, 5 zero-shot 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 NVIDIA H100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mobile·Tenstorrent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증거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throughput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H100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관측치이며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batch·sequence·kernel timing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절차는 명시되지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7, Sec. 5.1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quality metric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우위가 전체 우위는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Llama-3-8B, rho=.02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같은 표 안의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1630440"/>
                <a:gridCol w="369612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bpw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Wiki2 PPL↓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zero-shot avg↑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60.30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EPTQ E8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59.29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EPTQ FE8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58.82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11.95 PPL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13.01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낮지만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average 58.82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60.30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낮다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8, Table 1, Llama-3-8B rows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38% faster than FP16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조건에서 재계산된다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Llama-2-13B, FE8 rho=.1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 throughput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row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비교한 상대 차이다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 조건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Llama-2-13B, same Table 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104.4 tok/s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FE8 rho=.1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144.4 tok/s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상대 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144.4 / 104.4 - 1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0.3831,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약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38.31%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‘up to 38%’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H100 decode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상대 비교이며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보편 성능 주장이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8, Table 1, Llama-2-13B rows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FE8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느린 비교도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Llama-2-70B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QTIP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FE8 rho=.02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 throughput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그대로 읽어야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174040"/>
                <a:gridCol w="1739160"/>
                <a:gridCol w="152172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bpw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 tok/s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Llama-2-70B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QTIP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표기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38.9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Llama-2-70B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EPTQ FE8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36.4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Llama-2-13B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QTIP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표기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Llama-2-70B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미측정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one GPU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표의 미측정은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70B QTIP 38.9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FE8 .02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36.4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8, Table 1 footnotes and Llama-2-70B rows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2: WSN quality gain, FE8 r=1.75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괄호 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absolute value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혼동하지 않고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9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1304280"/>
                <a:gridCol w="347868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PPL delta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zero-shot delta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Llama-2-7B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-1.44 (10.58→9.14)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+3.0 (58.6→61.6)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Llama-2-13B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-0.37 (8.18→7.81)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+0.9 (66.2→67.1)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Llama-3-8B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-3.44 (18.34→14.90)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+7.3 (51.5→58.8)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Llama-3-8B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-2.33 (16.48→14.15)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+4.2 (56.6→60.9)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마지막 행의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endpoints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반올림되어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4.3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처럼 보일 수 있으나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출력한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+4.2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9, Table 2 and Sec. 5.3.1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6: rho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realized global fraction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adaptive CWP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만든 실제 전체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critical-weight ratio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fixed-ratio baseline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에도 같은 예산으로 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adaptive CWP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matrix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다르게 찾는다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6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결과의 전체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preserved fraction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먼저 계산한다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8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fixed-ratio CWP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fraction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동일한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ratio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사용한다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0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6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같은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realized ratio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adaptive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더 낮은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이라고 보고한다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2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축을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읽으면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preservation budget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이라는 비교 조건을 놓친다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4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9, Fig. 6 and Sec. 5.3.2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7: radius r sensitivity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rho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best 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달라질 수 있고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원고는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r=1.75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default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대상은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Llama-2-13B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C4 perplexity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0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선은 다른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 ratio rho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나타낸다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2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 1.70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1.80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비교적 안정적이라고 보고한다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4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그림의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best marker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rho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하나이며 일반 최적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radius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선언이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6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r=1.75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study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robust default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유일한 최적값은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8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p. 9, Fig. 7 and Sec. 5.3.3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원고가 아직 보여 주지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결과를 유용하게 읽기 위해 확인된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비어 있는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3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402228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원고의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없는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 H100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Tenstorrent·mobile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throughput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1 tok/s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batch·sequence·kernel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reproducibility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future release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즉시 재현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baseline·metric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근거는 공개 원고의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설계와 조건부 실험이지 배포 증명은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pp. 7–9, Secs. 5–6 and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문장으로 다시 조립하면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FE8 table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만으로 끝내지 않고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WSN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CWP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넣어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2-bit PTQ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quality–efficiency trade-off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다룬다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FE8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same-type factorization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 KiB table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WSN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W-prime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row·column scale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CWP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score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critical block FP16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compensation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column-wise error propagation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조건부 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H100 Table 1·2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quality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2-bit code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아니라 코드북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연결 설계다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eptq-draft pp. 3–10, Secs. 4–6 and Appendix 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2026-09-12T06:42:21Z</dcterms:created>
  <dc:creator>Research Seminars</dc:creator>
  <dc:description/>
  <dc:language>ko-KR</dc:language>
  <cp:lastModifiedBy>Research Seminars</cp:lastModifiedBy>
  <dcterms:modified xsi:type="dcterms:W3CDTF">2026-09-12T06:42:21Z</dcterms:modified>
  <cp:revision>1</cp:revision>
  <dc:subject>EPTQ: Fast and Accurate 2-bit Post-Training Quantization via Factored E8 Lattice</dc:subject>
  <dc:title>EPTQ: Factored E8로 2-bit LLM 양자화 읽기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31</vt:r8>
  </property>
  <property fmtid="{D5CDD505-2E9C-101B-9397-08002B2CF9AE}" pid="3" name="PresentationFormat">
    <vt:lpwstr>On-screen Show (16:9)</vt:lpwstr>
  </property>
  <property fmtid="{D5CDD505-2E9C-101B-9397-08002B2CF9AE}" pid="4" name="Slides">
    <vt:r8>31</vt:r8>
  </property>
</Properties>
</file>