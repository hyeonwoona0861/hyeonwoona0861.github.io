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FB3E54BC-FBC8-49C8-8CAE-8D1ADBE3F2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Invalid Action Masking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Closer Look at Invalid Action Masking in Policy Gradient Algorithms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규칙이 이미 실행 불가능한 행동을 알려 준다면 그 정보를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어느 지점에 넣어야 하는지가 핵심 질문입니다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행동을 뽑고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계산해야 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벌점을 주는 방식과도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flairs-paper |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FLAIRS 2022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https://doi.org/10.32473/flairs.v35i.130584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Abstract and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7A75B9-DEA2-4941-82C5-4FD9C678B4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Invalid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단순히 보상이 낮은 행동이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현재 존재하지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고르거나 이미 다른 행동을 수행 중인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새 명령을 내리는 경우처럼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규칙이 실행할 수 없는 행동입니다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실행 가능한 나쁜 행동은 실제 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관찰해 학습할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유효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A_valid(s)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상태에 따라 달라지므로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매 상태의 규칙 정보에서 만들어져야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Introduction; pp. 3-4, Evaluation Environment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4C58AA-314F-4A31-8909-81462B2D18F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고정된 행동 목록의 탐색 낭비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Categorical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고정된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상태마다 실제로 실행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확률을 주므로 탐색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이미 불가능하다고 아는 선택에 소비할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동기는 이 규칙 정보를 행동을 뽑은 뒤 벌점으로 알려 주기보다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표본화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support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게임은 동기이지만 실험 근거는 뒤에서 소개할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µRTS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Introduction and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E037B1-27AE-4117-A305-4A337D32CE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µRTS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수집 환경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testbed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µRTS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수집입니다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위치에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feature plane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Unit, Action Type,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개의 방향 관련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parameter, Produce Type, Attack Target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이루어진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벡터입니다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Worker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자원을 수집하면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반환하면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점을 받고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time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구성에서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Attack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3-4, Table 1 and Evaluation Environment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7612FD-3F12-4C00-8BA6-0FCDA7D4C4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선택할 수 있는 대상이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위치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개이므로 균등 선택에서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 확률은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 본 계산이며 전체 행동이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확률을 직접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이 크기 변화를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Action Space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E380C5-500A-4239-99C0-C57D1B8551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Policy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넣기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logit 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확률로 바꾸고 그 분포에서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표본화합니다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업데이트에는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 분포와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 분포가 일치한다는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2, Background and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96DA785-B1E5-4AB3-92E9-D8BB490A62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병렬 입력을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규칙은 현재 상태에서 가능한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알려 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policy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상태에서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좌표는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 l_i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좌표는 매우 작은 상수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분포가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behavior policy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논문의 증명에서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상태와 규칙에서 주어진 정보입니다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확률은 수치적으로 매우 작지만 논리적으로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단정할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2, Eqs. (2)-(4)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AF55F1-CE01-464A-8132-D51E48DE31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Masked softmax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논문의 실험 결과가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연산을 재계산하기 위한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Raw 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0, 1, 2, 3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보여 주기 위해 여기서는 매우 작은 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극한인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-∞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Valid normalizer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합인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8.389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0.1192, 0, 0.8808, 0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확률이 아주 작지만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2, Eqs. (2)-(4);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2A86CD-0168-459B-BA7B-BB8724E0D2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Masked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gradient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표본화하고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-∞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극한에서는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one-hot a2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뺀 값이므로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-0.1192, 0, 0.1192, 0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정정이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확률은 아주 작게 남지만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invalid raw 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상수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대체됩니다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치환의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raw-logit Jacobian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단순히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설명하면 틀립니다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2-3, Eqs. (4)-(6);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E21935-0360-4E7A-A40F-B8CD70563C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조건이 붙은 주장입니다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상태에서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좌표는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그대로 통과시키고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무관한 상수로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미분 가능합니다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표본과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policy-gradient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unmasked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변하지 않았다는 정리가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behavior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정당화입니다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Proposition 1 and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0FB3DC-3950-478A-8D31-76FA829FA1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적용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증명의 경계를 분명히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상태와 규칙에서 정해지고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identity-or-constant 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취급됩니다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Learned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예측하거나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변화에 따라 불연속적으로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한다면 이 증명만으로는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정당성을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Feasibility oracle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틀리는 경우도 별도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성능을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Proposition 1 and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967106-DEC0-4FB4-93DF-845C04404E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invalid-action penalty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개입 시점이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행동을 뽑기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치환하고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support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다시 정규화합니다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원래 분포에서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행동이 표본화된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r_invalid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탐색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소비하고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값을 조정해야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가능한 나쁜 행동의 결과를 배우고 싶다면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맞을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이미 알려진 상황에서는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기능이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Strategies to Handle Invalid Actions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21654B-3CE2-4AFC-A24D-9ECAB43387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Naive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불일치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뽑았지만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logits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unmasked softmax 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-0.0321, -0.0871, 0.7631, -0.6439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하나의 분포에서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다른 분포의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미분하므로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policy-gradient 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Naive invalid action masking;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591E09-C3C5-4662-969D-B444C3D5E4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Naive 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분포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방법의 구조를 분리해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표본과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만들지만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unmasked 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가져옵니다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경로가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합쳐지지만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behavior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likelihood-ratio 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높게 보이지만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다른 실험보다 매우 높고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크기에 더 민감합니다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한 숫자만으로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정당성을 대신할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4-6, Naive masking, Table 2 and Fig. 3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5F8DE9-0EFA-4D95-9B21-C33CDA822E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가지 실험 전략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네 전략을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unmasked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Mask-consistent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Naive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Masking removed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학습한 뒤 평가에서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제한은 실험이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Attack Target Unit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mask-consistent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이름이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8-component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Strategies to Handle Invalid Actions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247737-EC3E-4132-9AD7-C5D34C2734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지표와 집계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읽기 위한 측정 계약입니다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r_episode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t_first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얻기까지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500,000 training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t_solve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10-episode moving average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넘기까지의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가독성을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exponentially smoothing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했고 한 표준편차 범위를 표시하므로 정확한 비교에는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수치를 우선 사용해야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4-5, Fig. 2 caption, Evaluation Metrics and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002293-D35E-44C5-8DCB-3D65C564ED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Mask-consistent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mask-consistent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정리했습니다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t_first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사이로 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t_solve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8.67, 11.13, 11.47, 18.38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다르며 문자 그대로 일정하지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500,000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µRTS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수집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RL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Table 2, four-seed mean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FFCE7A-25D6-477E-ACA4-ABFB347922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Penalty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r_invalid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r_episode 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달성하지만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t_first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mask-consistent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다음 페이지 본문은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3.43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서술해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서로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3.43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-1.00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화면은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기준으로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억제해 실패했습니다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반증하는 것이 아니라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어려움입니다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5-6, Table 2 and penalty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C6B85A-32CC-46BE-9543-52BBCE0A2F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Naive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t_solve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퍼센트로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Mask-consistent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같은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target-current 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매우 높다고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실험인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 removed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 10, 16, 24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33.53, 25.93, 17.32, 17.37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a_null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63.57, 128.76, 165.12, 150.06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크기에서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선택이 다시 나타났지만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 단조 증가라고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배포해도 안전하다는 근거가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5-6, Table 2 and result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F055CE-0157-4A5B-9E0F-D4DDC20DFA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mask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제공한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feature-complete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Attack Target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네 방향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parameter, Produce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같은 수준의 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맞지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남을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좋았다는 결과를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8-component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조합이 항상 실행 가능했다고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Invalid action masking strategy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9120CA-A9B5-40BF-9A63-29AA97B703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Action factorization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joint action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9216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제곱으로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면적으로 보면 이 수는 면적의 제곱으로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정사각형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2hw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Factorization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출력 크기를 관리하고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기법은 함께 쓰이지만 같은 원리도 아니고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증명도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8, Appendix, Multi Discrete Action Generation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1C8D53-9D0E-4CFA-B41E-5B99E03743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환경에 적용할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환경으로 옮길 때 확인할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누가 계산하며 잘못된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제거하지 않는지 먼저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상태와 동기화되어야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제공하는지 명시해야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Multi-discrete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선택이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바꿀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별도로 처리해야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2-6, Eqs. (2)-(6), Proposition 1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A0468F-2F21-40D9-BFCB-13FBCB5BD2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Invalid action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내용을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Invalid action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실행 불가능한 좌표의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상수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바꾸는 다른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µRTS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mask,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이점을 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범위를 넘어 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자동으로 보장하지는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1-8, Eqs. (2)-(6), Proposition 1 and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https://arxiv.org/abs/2006.14171v3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flairs-paper | paper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FLAIRS 2022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https://doi.org/10.32473/flairs.v35i.130584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36AD54-5AAB-4463-828B-2ABC9CE507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Action Masking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Closer Look at Invalid Action Masking in Policy Gradient Algorithms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Shengyi Huang, Santiago Ontañón (2022)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상태에서 실행할 수 없는 행동을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 안에서 제외하는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flairs-paper paper record; arxiv-v3 p. 1, Abstract and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Invalid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실행할 수 없는 행동과 실행 가능하지만 보상이 낮은 행동은 학습 신호가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500200"/>
                <a:gridCol w="260892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종류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환경에서 실행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정상 결과가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규칙이 알려 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하지만 좋지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결과를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의존성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상태에 따라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A_valid(s)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변함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상태에서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싫은 행동이 아니라 현재 규칙상 불가능한 행동의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support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1, Introduction; pp. 3-4, Evaluation Environment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행동 목록의 탐색 낭비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전체 행동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출력하지만 한 상태에서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작을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같은 전체 목록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실행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 support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없으면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표본화될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불가능한 선택에도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draw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얻는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 sequence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늦어짐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 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추론하기 전에도 환경이 보유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표본화 전에 적용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알려진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반영하면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invalid draw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쓰는 탐색을 줄일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1, Introduction and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µRTS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수집 환경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 plane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행동은 여덟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구성된다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696120"/>
                <a:gridCol w="239148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component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hw-1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명령을 받을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noop,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생산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Produce 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생산할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building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Attack Target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hw-1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공격 대상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3-4, Table 1 and Evaluation Environment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 source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보통 선택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개라면 균등 선택의 성공 확률이 급격히 낮아진다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2500200"/>
                <a:gridCol w="25002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index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균등 선택 확률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×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/ 16 = 0.125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 × 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/ 576 ≈ 0.0034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규칙상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적음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탐색이 어려워질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찾더라도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24 × 24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source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99%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invalid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Action Space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gradient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기본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없으면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logit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log-probability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정의한다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network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현재 상태를 입력한다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logits 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실수 점수를 출력한다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 pi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categorical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확률로 정규화한다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뽑아 환경에 전달한다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 pi(a_t|s_t)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G_t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표본 행동 이후의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계수이며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방향과 크기를 조절한다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2, Background and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규칙과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neural logits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병렬 입력이며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좌표를 상수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현재 상태를 입력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규칙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 action mask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network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logit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출력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 치환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l_i, invalid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Masked policy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pi' = softmax(masked logits)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2, Eqs. (2)-(4)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softmax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계산에서는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-∞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극한을 사용해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행동의 확률을 정확한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표시한다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8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logit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logit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7.389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0.8808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2, Eqs. (2)-(4);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policy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gradient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뽑았을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 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raw-logit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정확히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0.8808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one-hot(a2)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-∞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극한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M 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-pi'_0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1-pi'_2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Raw-logit Jacobian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2-3, Eqs. (4)-(6);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Proposition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identity-or-constant 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masked policy pi'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규칙이 각 행동의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 logit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identity, invalid logit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상수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미분 가능한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pi'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logits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pi'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log-probability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pi'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gradient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behavior policy pi'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목적함수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정당화 대상은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unmasked pi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policy pi'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Proposition 1 and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Proposition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적용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증명은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state-dependent 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다루며 임의의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방법을 포괄하지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1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또는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다룸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검증이 필요한 경우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상태와 환경 규칙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의존하는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상수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불연속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다른 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미분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logits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interface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주어진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그대로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오류가 있는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feasibility oracle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pi'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제거한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2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Proposition 1 and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invalid-action penalty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전에 분포를 바꾸고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이후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7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500200"/>
                <a:gridCol w="4185360"/>
                <a:gridCol w="4185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Mask-consistent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 subset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그대로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logit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치환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행동도 확률을 가짐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pi'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행동을 뽑을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선택을 실행하고 정상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r_invalid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조정 항목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규칙의 정확성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Strategies to Handle Invalid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Naive masking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불일치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pi'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뽑고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unmasked pi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계산하면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invalid logit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생긴다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0.8808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Unmasked pi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0.2369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0.6439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 naive 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-0.0321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-0.0871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0.7631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-0.6439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Mask-consistent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nonzero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nonzero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4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Naive invalid action masking;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Naive estimator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분포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 support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달라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만으로 정당성을 확인할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validity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pi'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행동을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score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Unmasked log pi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미분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update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정책 정보를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Mismatch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Prop. 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estimator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4-6, Naive masking, Table 2 and Fig. 3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가지 실험 전략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 distribution, loss distribution, evaluation 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구분하면 방법 차이가 드러난다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5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043800"/>
                <a:gridCol w="2717640"/>
                <a:gridCol w="271764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 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Unmasked pi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Unmasked pi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Mask-consistent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Naive masking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Unmasked pi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Masking removed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Attack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전략에 따라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Strategies to Handle Invalid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지표와 집계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평균이고 모든 시간 지표는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500,000 training step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비율이다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391480"/>
                <a:gridCol w="56527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높을수록 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positive 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training-step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t_solve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10-episode moving average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초과까지의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random 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환경별 수치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0.9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smoothing, 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표준편차 음영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table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값과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4-5, Fig. 2 caption, Evaluation Metrics and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Mask-consistent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µRTS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수집에서 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r_episode 40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기록했지만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solve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같지 않다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065320"/>
                <a:gridCol w="2065320"/>
                <a:gridCol w="206532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× 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× 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× 16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 × 24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t_solve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11.47%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18.38%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작동했지만 보편적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Table 2, four-seed mean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Penalty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r_invalid = -0.01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작동했지만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탐색이 어려워졌다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1739160"/>
                <a:gridCol w="1739160"/>
                <a:gridCol w="173916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× 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× 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 × 24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r_episode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-0.01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t_first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-0.01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t_first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× 10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벌점이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실험은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보편적으로 실패함이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scale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조정과 탐색 비용을 보여 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5-6, Table 2 and penalty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Naive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Distribution mismatch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 mismatch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실패 경계를 보여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30438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Naive masking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 × 24 t_solve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49.14%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Mask-consistent 18.38%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늦음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Naive masking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 KL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실험보다 매우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안정성 경고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33.53 / 25.93 / 17.32 / 17.37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4, 10, 16, 24 map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a_null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63.57 / 128.76 / 165.12 / 150.06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재발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일부가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정당성이나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없는 배포의 안전성을 증명하지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5-6, Table 2 and result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mask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여덟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Attack Target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하므로 전체 행동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보장되지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217404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남김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Attack Target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공격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수행할 수 없는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맞지 않는 방향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Produce 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생산 조건과 맞지 않는 종류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feature-complete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Invalid action masking strategy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factorization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출력 수를 줄이고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선택된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608920"/>
                <a:gridCol w="2608920"/>
                <a:gridCol w="250020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Logit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조합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joint categorical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9216(hw)^2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제곱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조합을 한 분포로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Square map n ×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9216n^4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면적 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exponential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Factorized heads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2hw + 36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면적에 선형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logits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따로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masking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validity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변함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알려진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사용할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병목을 다룸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Prop.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증명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0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8, Appendix, Multi Discrete Action Generation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환경에 적용할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옮길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출처와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sampling-loss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일치를 먼저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5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043800"/>
                <a:gridCol w="43484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어긋날 때의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공급자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규칙 또는 검증된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틀린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동기화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상태의 최신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지난 상태의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masked pi'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Naive distribution mismatch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학습과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 여부 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 coupling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validity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조합 잔존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6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2-6, Eqs. (2)-(6), Proposition 1 and experiments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Invalid action masking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Support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gradient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정합성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범위를 함께 봐야 논문의 결론을 정확히 사용할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logit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치환한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pi'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behavior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확률은 아주 작지만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log-probability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pi'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맞추면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pi'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invalid-logit 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치환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Jacobian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때문에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Invalid sampling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바꾸는 별도 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 탐색 경로가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µRTS PPO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이점을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masked pi'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정의해야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1-8, Eqs. (2)-(6), Proposition 1 and Table 2; flairs-paper paper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2026-09-12T03:38:39Z</dcterms:created>
  <dc:creator>Research Seminars</dc:creator>
  <dc:description/>
  <dc:language>ko-KR</dc:language>
  <cp:lastModifiedBy>Research Seminars</cp:lastModifiedBy>
  <dcterms:modified xsi:type="dcterms:W3CDTF">2026-09-12T03:38:39Z</dcterms:modified>
  <cp:revision>1</cp:revision>
  <dc:subject>A Closer Look at Invalid Action Masking in Policy Gradient Algorithms</dc:subject>
  <dc:title>Invalid Action Masking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On-screen Show (16:9)</vt:lpwstr>
  </property>
  <property fmtid="{D5CDD505-2E9C-101B-9397-08002B2CF9AE}" pid="4" name="Slides">
    <vt:r8>23</vt:r8>
  </property>
</Properties>
</file>