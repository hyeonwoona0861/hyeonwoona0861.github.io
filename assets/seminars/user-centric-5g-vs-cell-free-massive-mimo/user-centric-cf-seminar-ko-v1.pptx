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762A8C3-1420-4C48-9F2C-97AFC1D01C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User-Centric 5G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사용자를 서비스하는 구조와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일부 사용자만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이동국 모두 여러 안테나를 갖는 설정으로 확장하고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파일럿 기반 채널 추정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반전 빔포밍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하향링크 전력 제어를 하나의 체계로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843231-9314-4FE1-AB37-31ABB8B294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사용자를 돕는 것이 항상 이득은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줄이는 장점이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서비스한다는 가정은 큰 영역에서 비효율적일 수 있다고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User-centric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사용자를 고정하는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사용자를 계속 공동 서비스하는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1–2,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B0E53E-8CF6-4A7B-BE0A-8D17483753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확장하고 비교하는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기존의 대표적인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논문은 주로 단일 안테나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사용자를 다뤘습니다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여러 안테나가 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채널 추정 없이 수신하도록 채널 반전 빔포밍과 고정 결합기를 제안하고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양쪽에서 상향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하향 전력 제어를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1–2, abstract and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B66891-5346-4859-8DFF-8B4A326A48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 모델의 객체와 집합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관점의 서비스 목록이고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사용자 관점의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수치 실험에서는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estimated channel Frobenius 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명의 사용자를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사용자를 서비스하므로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2–5, Eqs. 16–17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CEE380-21D0-4F2D-95C1-1EF38CB347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AP·MS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배치에서 협력 범위만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방식은 같은 영역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안테나 수를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사용자에게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검출 통계를 만들지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포함된 사용자에게만 만들지입니다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결과를 읽을 때 구조 외의 조건이 같다는 점을 먼저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2–5, §II–III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E7394A-4B16-41EE-ABEB-9BBA8BF4A6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estimated-channel 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수치 결과에서 사용하는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규칙을 작은 예로 만든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u3, AP2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설명을 위해 만든 수치이며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SINR, rate,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세 사용자 모두를 고르므로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p. 4, Eqs. 16–17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FF98A1-0DA1-4F32-9787-BDDE5FE5A6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집합을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관점과 사용자 관점으로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슬라이드의 발명 예시를 편집 가능한 네이티브 도식으로 다시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 뒤 사용자별로 역색인하면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시스템은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사용자에 대해 이 관계를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알고리즘의 집합 의미만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p. 4, Eqs. 16–17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C978A6-1201-4EBF-94CA-40C0CE1942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단계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channel estimation, downlink transmission, uplink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단계의 전체 길이는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처리의 마지막 연산이며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통계만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2–3, §II and §III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5BBC4F-E4F3-48D4-BB9F-19C02D922F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Pilot-matched channel estimation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pilot-matched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맞춥니다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결과에는 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G(k,m),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사용자의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non-orthogonal 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만든 교차항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모든 사용자에 대해 수행된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검출 참여 범위가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3–4, Eqs. 7–11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79885F-4F06-448F-9A11-2959BC6DE1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Pilot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 부족은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남긴다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모든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pairwise orthogonal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times N_MS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이상이어야 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일부여야 하므로 이 조건이 보통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각 사용자의 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직교하지만 서로 다른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비직교인 최대길이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포함해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3–4, Eqs. 9–11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9B1D13-81EF-42F6-AC23-56C1D47070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Downlink: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inversion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고정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estimated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channel-inversion precoder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보내고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무관한 고정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MS-side channel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요구하지 않는 것이 목적입니다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3–4, Eqs. 12–20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E7EA3C-E39D-4AF5-92F8-4760306B8F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MS-side 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대신하는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 transmitting APs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calibrated TDD reciprocity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수치 실험과 모델 안에서 평가된 설계이며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향후 주파수나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보장된다고 확장하면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2–4, §II and Eqs. 12–20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85FEE4-D429-453B-8A8B-0B323FC300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 13–20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channel-inversion beamforming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combiner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원하는 신호 합도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구조적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3–4, Eqs. 13–20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258FA4-B397-4B1A-817A-79115A2F62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Uplink: AP local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합친다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channel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received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처리해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통계를 합치고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통계만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속한 사용자 통계만 계산하므로 계산량과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 수가 함께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4–5, Eqs. 21–25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603659-0DCA-4408-B1E8-8C71CF88DA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실리는 정보와 실리지 않는 정보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estimates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beamforming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전파되지 않는다고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거친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estimates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담당하는 사용자 수를 줄이므로 이 통계의 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payload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전달 범위를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 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수의 상세 모델보다 구조적 차이를 강조합니다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1–5, §I and Eqs. 22–25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15BC60-B3AE-4194-A5F1-41516B5ED6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allocation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기준은 서로 다른 목표를 가진다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uniform, sum-rate maximizing, minimum-rate maximizing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전략을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SR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최적화의 다른 이름이 아니라 서로 다른 목적함수입니다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우열을 모든 자원 할당 방식에 일반화할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5–10, §§IV–VI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C98A70-EDD9-474A-85AE-EEB69E6E52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Downlink 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successive lower-bound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alternating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convex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Approximate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원래 함수의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현재 점에서 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일치해야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Algorithms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순환하고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5–8, Eqs. 32–41 and Algorithms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3FF31D-5718-4804-89C9-74591E984A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Optimization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수렴하며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KKT first-order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Sequential lower-bound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이론의 추가 가정과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 qualifications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Non-convex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원문제를 전역적으로 푼다는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5–7, Properties P1–P3 and Proposition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B9F20C-11D8-446C-A2B0-7D4EF12B3E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변수 규모가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 사용자에게 할당하는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순환합니다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사용자마다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변수이므로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동시에 최적화하는 방식을 중심으로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5–8, §§IV–V and Remark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E8AE06-2608-456B-98BF-0D85B8A3F7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공통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논문에 고정되어 있지만 발표에서는 비교 해석에 직접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area, bandwidth, carrier, antennas, pilots, averaging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우선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Wrap-around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무한 영역을 흉내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8–9,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B111A5-014F-4D62-8A56-5461DC778F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density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N-sweep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1–3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high/low density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Figures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M=60, K=10, tau_p=16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전체 사용자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density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하나의 효과로만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9–10, Figs. 1–8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112AE0-B7F9-41FF-97A6-96B24DB187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Downlink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갈린다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1–4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minimum-rate maximization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sum-rate maximization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좋지만 차이가 제한적이라고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percentile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화면에서 근사해 숫자로 만들지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방향과 조건만 가르칩니다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9–10, Figs. 1–4 and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C478A1-ECE0-4FEF-8198-B811C6E394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협력 범위와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M=60, K=10, tau_p=16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바꾼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AP-user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관계 수와 전달할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 수가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곡선은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interference, coverage, cooperation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개별 인과 효과를 분해한 실험은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strategy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 direction, CSI 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묶여 있으므로 단일 최적값으로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9–10, Figs. 4 and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4CB598-0FD1-4BFE-8B8B-9C59C0A86F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strategy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모두에서 앞선다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5–8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고려한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strategy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좋았다고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 상황에서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many-fold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나타난다고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고정 배수나 보장으로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top-N selection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묶인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10–11, Figs. 5–8 and §VII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48C40A-B816-4761-BEC8-CF7ADBF7DD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비슷한 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논문과는 질문이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Ngo et al.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[7]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antenna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serving-set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channel-inversion beamforming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자료를 하나로 합치면 연구 질문이 흐려집니다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1–2,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ngo-cf-smallcells-v2 | pp. 1–2, Abstract and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BB3C53-18B9-41D0-971B-5975B0023A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결과의 적용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millimetre-wave, URLLC, NOMA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research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논문이 이 영역을 검증했다고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Power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serving-set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하나의 가능한 설계입니다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지정된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carrier, bandwidth, antennas, power, channel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pp. 8–11, §VI–VII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722F8E-90FB-4BDE-84EF-81C6C4BEFC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협력의 범위를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strength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논문을 한 문장으로 정리하면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cooperation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버리지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강한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power, computation, 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집중하는 접근입니다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Channel estimation, downlink precoding, uplink statistics, 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serving-set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 동작합니다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장점을 보이지만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경계를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buzzi-uc-cf-v1 | abstract; pp. 4–11, §§III–VII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5G Cellular Networks: Resource Allocation and Comparison with the Cell-Free Massive MIMO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https://arxiv.org/abs/1803.02261v1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0B5D6C-0347-4A96-8892-A4BDE50BA3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5G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 Massive MIMO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 5G Cellular Networks: Resource Allocation and Comparison with the Cell-Free Massive MIMO Approach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Stefano Buzzi, Carmen D'Andrea, Alessio Zappone (2018)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협력과 선택된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협력을 같은 조건에서 비교한다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title page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사용자를 돕는 것이 항상 이득은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멀리 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링크도 전력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·backhaul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Cell-free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구조에서는 같은 자원에서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공동 서비스한다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서비스 영역이 커지면 일부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링크는 매우 약해질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약한 링크까지 유지하면 전력과 계산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backhaul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사용량이 늘어난다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기여도가 큰 사용자 집합만 남긴다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출발점은 협력을 없애는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도움이 되는 협력만 선택하는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1–2,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확장하고 비교하는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다중 안테나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협력 범위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링크 방향을 함께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91356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multiple antenna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수신 가능한가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·backhaul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차이는 무엇인가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sum-rate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minimum-rate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총량과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fairness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어떻게 나누는가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아이디어 하나보다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multi-antenna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처리와 자원 할당의 통합 비교에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1–2, abstract and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시스템 모델의 객체와 집합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중심으로 협력한다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23972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어디에서 쓰나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M, 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규모와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N_AP, N_MS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antenna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matrix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K(m)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서비스하는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송신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·local detection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M(k)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서비스하는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수신과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고른 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K(m)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M(k)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제한하고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집합을 전체 네트워크로 넓힌 특수 경우다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2–5, Eqs. 16–17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AP·MS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배치에서 협력 범위만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전체 링크를 유지하고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선택 집합만 처리한다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무선망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AP, 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MS, TDD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같은 채널 모델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 모두를 서비스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강한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명만 서비스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평가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rate, sum-rate, minimum-rate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부담을 함께 해석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2–5, §II–III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설명용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top-2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estimated-channel norm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집합 생성만 보여 주는 발명 예시이며 논문 측정값이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1847880"/>
                <a:gridCol w="1847880"/>
                <a:gridCol w="1847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u1 norm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u2 norm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u3 norm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K(m)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{u1, u3}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{u2, u3}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역방향 집합은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M(1)={AP1}, M(2)={AP2}, M(3)={AP1,AP2}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p. 4, Eqs. 16–17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설명용 집합을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관점과 사용자 관점으로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top-2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목록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K(m)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mechanism-lane-ap1-lane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lane-ap2-lan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edge-e1-segment-1"/>
          <p:cNvSpPr/>
          <p:nvPr/>
        </p:nvSpPr>
        <p:spPr>
          <a:xfrm>
            <a:off x="466056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mechanism-edge-e2-segment-1"/>
          <p:cNvSpPr/>
          <p:nvPr/>
        </p:nvSpPr>
        <p:spPr>
          <a:xfrm>
            <a:off x="466056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mechanism-edge-e3-segment-1"/>
          <p:cNvSpPr/>
          <p:nvPr/>
        </p:nvSpPr>
        <p:spPr>
          <a:xfrm>
            <a:off x="806436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mechanism-edge-e4-segment-1"/>
          <p:cNvSpPr/>
          <p:nvPr/>
        </p:nvSpPr>
        <p:spPr>
          <a:xfrm>
            <a:off x="806436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mechanism-node-ap1"/>
          <p:cNvSpPr/>
          <p:nvPr/>
        </p:nvSpPr>
        <p:spPr>
          <a:xfrm>
            <a:off x="1739880" y="26607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AP1 norm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u1 0.90, u2 0.20, u3 0.70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node-k1"/>
          <p:cNvSpPr/>
          <p:nvPr/>
        </p:nvSpPr>
        <p:spPr>
          <a:xfrm>
            <a:off x="5143680" y="267336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K(1)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node-k1-queue-1"/>
          <p:cNvSpPr/>
          <p:nvPr/>
        </p:nvSpPr>
        <p:spPr>
          <a:xfrm>
            <a:off x="5143680" y="292752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node-k1-queue-2"/>
          <p:cNvSpPr/>
          <p:nvPr/>
        </p:nvSpPr>
        <p:spPr>
          <a:xfrm>
            <a:off x="5143680" y="31179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mechanism-node-ap2"/>
          <p:cNvSpPr/>
          <p:nvPr/>
        </p:nvSpPr>
        <p:spPr>
          <a:xfrm>
            <a:off x="173988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AP2 norm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u1 0.30, u2 0.80, u3 0.60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node-k2"/>
          <p:cNvSpPr/>
          <p:nvPr/>
        </p:nvSpPr>
        <p:spPr>
          <a:xfrm>
            <a:off x="5143680" y="423540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K(2)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node-k2-queue-1"/>
          <p:cNvSpPr/>
          <p:nvPr/>
        </p:nvSpPr>
        <p:spPr>
          <a:xfrm>
            <a:off x="5143680" y="44895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node-k2-queue-2"/>
          <p:cNvSpPr/>
          <p:nvPr/>
        </p:nvSpPr>
        <p:spPr>
          <a:xfrm>
            <a:off x="5143680" y="468000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mechanism-node-m1"/>
          <p:cNvSpPr/>
          <p:nvPr/>
        </p:nvSpPr>
        <p:spPr>
          <a:xfrm>
            <a:off x="8547120" y="267336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AP1 relations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mechanism-node-m1-queue-1"/>
          <p:cNvSpPr/>
          <p:nvPr/>
        </p:nvSpPr>
        <p:spPr>
          <a:xfrm>
            <a:off x="8547120" y="292752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AP1-u1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mechanism-node-m1-queue-2"/>
          <p:cNvSpPr/>
          <p:nvPr/>
        </p:nvSpPr>
        <p:spPr>
          <a:xfrm>
            <a:off x="8547120" y="31179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AP1-u3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node-m2"/>
          <p:cNvSpPr/>
          <p:nvPr/>
        </p:nvSpPr>
        <p:spPr>
          <a:xfrm>
            <a:off x="8547120" y="423540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AP2 relations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mechanism-node-m2-queue-1"/>
          <p:cNvSpPr/>
          <p:nvPr/>
        </p:nvSpPr>
        <p:spPr>
          <a:xfrm>
            <a:off x="8547120" y="44895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AP2-u2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mechanism-node-m2-queue-2"/>
          <p:cNvSpPr/>
          <p:nvPr/>
        </p:nvSpPr>
        <p:spPr>
          <a:xfrm>
            <a:off x="8547120" y="468000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AP2-u3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2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K(m)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작업 범위를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M(k)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사용자를 위해 결합할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범위를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2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p. 4, Eqs. 16–17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interval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단계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phase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coherence time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 들어가야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660240" y="21081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1397160" y="21081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training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4152960" y="21081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1396800" y="3073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851040" y="3086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60240" y="32637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1397160" y="32637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Downlink data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4152960" y="32637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추정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precoding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1396800" y="42289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851040" y="42418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660240" y="441972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1397160" y="441972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data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4152960" y="441972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→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 →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시간 절차를 쓰며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단계에 참여하는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AP-user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링크 수가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2–3, §II and §III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Pilot-matched channel estimation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수신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사용자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맞춰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channel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 pilot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N_MS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observation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합쳐짐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match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k 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conjugate transpose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G_hat(k,m)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desired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contamination, 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남음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끝나며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estimate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3–4, Eqs. 7–11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부족은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contamination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남긴다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완전 직교 조건과 논문이 사용하는 현실적 조건을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36961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 &gt;= K times N_MS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desired 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 직교에 필요한 차원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유지하는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비직교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교차항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contamination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 &lt; tau_c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coherence interval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링크 수를 줄여도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contamination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자동으로 사라지는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3–4, Eqs. 9–11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Downlink: 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inversion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고정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instantaneous CSI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추정하지 않아도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결합하도록 설계한다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G_hat(k,m)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inversion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precoder Q(k,m)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coefficient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eta(k,m)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AP-user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조절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Air interface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CF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 M(k)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combiner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channel-independent L_k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Channel-dependent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고정 구조와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hardening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3–4, Eqs. 12–20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hardening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MS-side CSI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대신하는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합성 효과가 안정적이라는 가정 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combiner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TDD reciprocity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channel estimate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precoding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기여가 합쳐지면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effective channel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변동이 완화될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pilot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L_k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 group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coherent sum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perfect hardware reciprocity calibration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전제로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Hardening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모든 밀도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·antenna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배치에서 완벽하다는 보장은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MS-side CSI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hardening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2–4, §II and Eqs. 12–20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precoder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형식은 같고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합에 포함되는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AP-user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항이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User-centric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users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K(m)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serving 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M(k)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AP-user pair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nonzero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CSI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보유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보유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combiner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L_k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L_k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빔포밍 종류를 바꾸기보다 전송과 전력 할당의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support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3–4, Eqs. 13–20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Uplink: AP local statistic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합친다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서비스하는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M(k)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AP1 local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served user 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 statistic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AP2 local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served user 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 statistic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sum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M(k)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속한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statistic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합산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 estimate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data estimate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4–5, Eqs. 21–25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실리는 정보와 실리지 않는 정보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분산 처리는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instantaneous CSI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043800"/>
                <a:gridCol w="29350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Backhaul·CPU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estimate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·precoding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Beamforming 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 payload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backhaul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symbol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soft statistic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served 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전송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 수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CSI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정책과 선택된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AP-user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관계가 함께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1–5, §I and Eqs. 22–25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allocation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기준은 서로 다른 목표를 가진다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구조도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sum-rate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45658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균등 또는 최대로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합을 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throughput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fairness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우열을 말하려면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밝혀야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5–10, §§IV–VI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power control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successive lower-bound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비볼록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직접 풀지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power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convex surrogate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반복한다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init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block eta_m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Concave lower bound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점에서 값과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맞춤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Convex subproblem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constraint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surrogate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 and repeat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outer convergence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변수 문제를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작은 문제로 나누되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global optimum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주장하지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5–8, Eqs. 32–41 and Algorithms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Optimization guarantee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정확히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수렴한다는 말과 전역 최적이라는 말은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statement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감소하지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매번 큰 폭의 향상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유일한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solution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limit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아래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first-order KKT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maximum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choice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복잡도와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subproblem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항상 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이론적 결론은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monotonic improvement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first-order stationarity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5–7, Properties P1–P3 and Proposition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변수 규모가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lower-bound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원리를 쓰지만 자연스러운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AP-user pair,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power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자연스러운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eta_m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SR 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SR 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순환과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sequential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single-block sequential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링크 선택과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optimization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별개 층이며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변수 구조도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5–8, §§IV–V and Remark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공통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결과는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channel·antenna·power·averaging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설정에서 얻었다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Area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m by 1000 m, wrap-around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 effect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MHz, 1.9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자동 확장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Antenna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N_AP=4, N_MS=2, P_k=2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multi-antenna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maximum-length pilot, 100 mW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CSI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contamination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random locations and channels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배치의 결과가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CDF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sum-rate curve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공통 조건을 고정한 뒤 구조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·power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바꾼 비교다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8–9,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density case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N-sweep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pilot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길이가 함께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847880"/>
                <a:gridCol w="1956600"/>
                <a:gridCol w="2174040"/>
                <a:gridCol w="1847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AP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users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selected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 density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density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to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 density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density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묶음이다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9–10, Figs. 1–8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objective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갈린다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보고한 방향을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high·low density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CSI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 아래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26124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strategy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vs UC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interpretation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density case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같은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worst-user fairness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차이는 제한적이라고 기술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perfect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estimation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손실을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우세하다는 단일 문장은 논문 결과를 과장한다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9–10, Figs. 1–4 and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협력 범위와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작게 고르면 희소해지고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키우면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돌아간다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AP–user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 수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1&lt;N&lt;K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관계에서만 공동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special 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sum-rate ordering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변할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DL/UL, CSI,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universal best 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제시하지 않고 조건별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9–10, Figs. 4 and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strategy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모두에서 앞선다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statistic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결합하는 구조의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47868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strategy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result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 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density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perfect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CSI curves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minimum-user-rate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Magnitude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상황에서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many-fold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배치의 고정 배수는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가장 일관된 비교 결과는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simulated uplink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10–11, Figs. 5–8 and §VII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비슷한 제목의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small-cell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논문과는 질문이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논문은 연결되지만 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antenna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가정이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Ngo et al. reference [7]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User-centric vs cell-free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 vs small cells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dedicated 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Antenna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single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확장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inversion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 bounds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max-min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자료는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small 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과의 최초 비교를 반복하지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CF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cooperation scope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묻는다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1–2, §I; ngo-cf-smallcells-v2 pp. 1–2, Abstract and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결과의 적용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v1 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구조적 통찰과 일반적 보장을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보여 준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보류해야 할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correlated shadowing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wrap-around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실제 지형의 동일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pilot-matched partial CSI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contamination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monotonic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first-order KKT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estimated norm top-N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geographical nearest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sub-6 GHz parameter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mmWave·URLLC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검증 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선택적 협력의 가능성이며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환경의 성능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pp. 8–11, §VI–VII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협력의 범위를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strength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공동 처리를 유지하면서 약한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AP-user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관계를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estimated-channel norm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K(m)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estimate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beamformer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local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남고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combiner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CPU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M(k)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 statistics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합쳐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항목을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SR Max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 Max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throughput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fairness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다른 목적을 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downlink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차이를 보인다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수렴 보장과 성능 결과는 논문의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model·parameter·CSI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안에서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비협력이 아니라 유효한 링크에 집중한 선택적 공동 처리다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buzzi-uc-cf-v1 abstract; pp. 4–11, §§III–VII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2026-09-12T07:01:52Z</dcterms:created>
  <dc:creator>Research Seminars</dc:creator>
  <dc:description/>
  <dc:language>ko-KR</dc:language>
  <cp:lastModifiedBy>Research Seminars</cp:lastModifiedBy>
  <dcterms:modified xsi:type="dcterms:W3CDTF">2026-09-12T07:01:52Z</dcterms:modified>
  <cp:revision>1</cp:revision>
  <dc:subject>User-Centric 5G Cellular Networks: Resource Allocation and Comparison with the Cell-Free Massive MIMO Approach</dc:subject>
  <dc:title>User-Centric 5G와 Cell-Free Massive MIMO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On-screen Show (16:9)</vt:lpwstr>
  </property>
  <property fmtid="{D5CDD505-2E9C-101B-9397-08002B2CF9AE}" pid="4" name="Slides">
    <vt:r8>27</vt:r8>
  </property>
</Properties>
</file>