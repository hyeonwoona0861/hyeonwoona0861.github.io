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LyDROO: 큐와 전력 제약을 함께 보는 MEC 오프로딩
발표 대본
이 발표는 LyDROO가 mobile-edge computing에서 무엇을 바꾸는지 설명합니다. 핵심은 DNN 자체가 아니라, 기다리는 task Q와 평균 power 압력 Y를 현재 상태로 넣고, binary offloading 후보는 DNN이 제안하되 CPU, uplink time, energy는 매 frame의 해석적 최적화로 결정한다는 구조입니다.
공개 출처
ieee-paper | title, abstract
IEEE Transactions on Wireless Communications paper record
https://doi.org/10.1109/TWC.2021.3085319
arxiv-paper | title page, v3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좋은 channel의 한 frame 선택만으로는 충분하지 않다
발표 대본
논문의 출발점은 fast-varying channel과 random task arrival에서의 online offloading입니다. 한 frame에서 큰 computation rate를 얻는 선택은 다음 frame의 budget pressure나 unserved workload를 표현하지 않습니다. LyDROO는 real data queue Q와 virtual energy queue Y를 state에 넣어 이 시간 연결을 보입니다. 이는 단순히 reward 항 하나를 더하는 것이 아니라, 장기 제약을 current decision에 반영하는 Lyapunov control formulation입니다.
공개 출처
arxiv-paper | pp. 1-2, 5-6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한 device의 한 frame: route와 연속 resource를 분리한다
발표 대본
Frame 시작에는 current channel h와 waiting task Q가 state로 주어집니다. 각 device는 binary x로 local computing 또는 edge offloading 중 하나를 고릅니다. Local이면 CPU frequency f가, offload이면 uplink duration tau와 power consumption e가 completed data D를 결정합니다. e는 E/T로 정의된 power consumption입니다. 여러 device가 offload할 때 tau들의 합은 frame 길이를 넘을 수 없습니다. 새 arrival A는 action 뒤 queue update에 들어갑니다. 논문은 edge execution과 result download delay를 무시하는 model simplification을 둡니다.
공개 출처
arxiv-paper | pp. 4-5, Eqs. 1-3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Q는 실제 workload, Y는 average-power 압력 기록이다
발표 대본
Real queue Q는 아직 처리되지 않은 task data입니다. Virtual queue Y는 average-power constraint를 나타내기 위해 만든 수학적 queue이며 battery state가 아닙니다. e=E/T는 frame power consumption이고 gamma는 long-term average-power threshold입니다. e가 gamma보다 크면 Y가 증가하고, 다음 frame objective에서 power consumption이 더 비싸게 취급됩니다. Q update에는 service causality가 있어 D는 현재 Q를 넘을 수 없습니다.
공개 출처
arxiv-paper | pp. 4-5, Eqs. 4-7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작은 queue trace: Q와 Y의 다른 변화
발표 대본
이 슬라이드의 모든 숫자는 teaching-only construction입니다. Q=5에서 D=3을 service하고 A=2가 도착하면 Q(next)=5-3+2=4입니다. 동시에 power e=0.8, average-power threshold gamma=0.5, nu=1이면 Y(next)=max(0.2+0.8-0.5,0)=0.5입니다. D가 Q를 넘지 않으므로 queue-causality 조건에서는 feasible합니다. Y=0.5는 energy가 저장되었다는 뜻이 아니라, future power-heavy action의 objective penalty가 커진다는 뜻입니다.
공개 출처
arxiv-paper | pp. 4-5, Eqs. 5 and 7; constructed example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Lyapunov objective: service와 power pressure
발표 대본
Reduced per-frame expression은 P2의 objective로, sum of (Q_i+V c_i)r_i minus sum of Y_i e_i입니다. 큰 Q는 served rate의 value를 높이고 큰 Y는 power-consumption cost를 높입니다. V는 neural-network parameter나 learning rate가 아니라 utility와 queue trade-off를 조절하는 Lyapunov parameter입니다. P3/P4는 P2를 fixed binary x와 continuous resource allocation으로 분해한 뒤의 subproblems입니다.
공개 출처
arxiv-paper | p. 6, Eqs. 20-22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 trade-off: 정리의 bound와 Figure 7
발표 대본
Theorem 1은 V가 커질수록 rate-gap bound가 작아지고 queue bound가 커지는 조건부 asymptotic direction을 말합니다. 이는 모든 empirical rate curve가 단조 증가한다는 뜻이 아닙니다. Figure 7의 converged settings에서는 LyDROO와 LyCD가 같은 optimal computation-rate performance를 보였고, V&lt;=40에서는 queue와 power가 감소하다가 V&gt;40에서는 queue, power, energy-queue length가 증가합니다. 따라서 Figure 7은 setup-specific한 non-monotone observation입니다.
공개 출처
arxiv-paper | p. 11, Theorem 1; p. 14, Fig. 7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LyDROO online loop
발표 대본
이 그림은 Algorithm 1의 causal order입니다. Frame t 시작에 channel h와 previous queue Q,Y가 actor input이 됩니다. Actor output은 relaxed binary vector이고 NOP가 binary candidate set을 만듭니다. Critic은 candidate마다 P4 continuous resource allocation을 풀어 drift-plus-penalty objective를 계산합니다. Chosen action 뒤 served data D와 arrival A로 Q를, frame power e로 Y를 update해 next frame input을 만듭니다.
공개 출처
arxiv-paper | pp. 7-10, Fig. 3 and Algorithm 1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Actor와 critic은 모두 neural network가 아니다
발표 대본
LyDROO에서 actor만 DNN입니다. Critic은 action value를 neural network로 approximate하지 않고, each binary candidate에 대해 customized convex/dual resource optimizer를 실행합니다. 따라서 critic의 target value는 model과 P4 solution에서 나옵니다. 선택된 state-action pair는 replay memory에 저장되고 actor DNN은 cross-entropy regression으로 update됩니다. 이 separation이 feasibility와 explanation을 제공하지만, channel/energy model이 맞는다는 가정에도 의존합니다.
공개 출처
arxiv-paper | pp. 7-10, Algorithm 1; pp. 9-10, P4 and Algorithm 2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NOP: actor 후보와 noise 후보
발표 대본
OPQ는 relaxed output의 entries가 0.5에서 얼마나 떨어져 있는지를 기준으로 threshold를 바꾸며 binary vectors를 만듭니다. LyDROO의 NOP는 여기에 Gaussian noise를 더하고 sigmoid를 거친 output에도 OPQ를 적용합니다. Algorithm 1은 M_1=2N으로 시작합니다. 이후 Candidate budget M_t는 최근 delta_M frame에서 선택된 best action의 half-group index m-star를 사용해 M_t=2 min(max(m-star)+1,N)로 update하며 2N 이하입니다. 즉, actor output의 가장 큰 rounded entry를 세는 규칙이 아닙니다. Candidate는 actor proposal 주변을 중심으로 하되 noisy branch가 추가 exploration을 담당합니다.
공개 출처
arxiv-paper | arXiv v3, pp. 7-9, Eqs. 23-29 and Algorithm 1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P4는 binary candidate에 조건부로 연속 resource를 푼다
발표 대본
P4는 fixed binary offloading vector에 조건부로 정의됩니다. Local device는 closed-form CPU-frequency solution을 갖고, offloading device는 shared uplink-time constraint 아래 dual problem, bisection, linear-program recovery로 풉니다. Critic은 candidate마다 이 계산을 반복한 뒤 best score를 선택합니다. 이것은 online action selection의 일부이며, replay sample로 network weight를 update하는 periodic actor DNN training과 구분해야 합니다.
공개 출처
arxiv-paper | pp. 9-10, P4 and Algorithm 2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Online action과 actor training의 시간축
발표 대본
Algorithm 1은 recent selected state-action pair를 replay memory에 저장합니다. 충분한 sample 뒤 DNN은 Adam과 cross-entropy loss로 delta_T time slot마다 update됩니다. 반대로 per-frame action selection은 candidate를 만들고 candidate마다 P4를 풉니다. Table II의 reported CPU computation time은 offloading action 생성에 든 controller 측정치이며, offline training convergence time이나 general deployment latency와 섞어 읽으면 안 됩니다.
공개 출처
arxiv-paper | pp. 8-10, Algorithm 1 and Eq. 29; pp. 11, 14, Table II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Theorem 1: 조건부 whole-policy 결과
발표 대본
Theorem 1은 boundedness, independent-and-identically-distributed system state, feasibility condition, 그리고 LyDROO selected action과 ideal per-frame P2 solution 사이의 bounded gap C를 가정합니다. 이 조건 아래 O(1/V) utility gap과 O(V) average queue trade-off를 제시하고 virtual energy queue stability를 average-power constraint satisfaction과 연결합니다. 임의 neural network나 arbitrary non-i.i.d. deployment가 자동으로 queue를 stabilize한다는 뜻은 아닙니다.
공개 출처
arxiv-paper | p. 11, Theorem 1; pp. 16-17, Appendix B proof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Queue plot은 defined simulation에서의 비교 증거다
발표 대본
DDPG comparator가 N=3, lambda=3에서 stabilize하지 못했다는 것은 Section VI의 textual simulation observation입니다. Figure 5는 lambda=2.5와 3 Mbps를 10,000 frame에서 비교합니다. lambda=3 illustrated run에서 Myopic queue는 almost linearly grow하고 LyDROO는 around 7,500 frame 뒤 LyCD와 similar queue/rate performance에 접근합니다. Figure 6(a)는 gamma=0.08에서 lambda를 2.5부터 3.2 Mbps까지 바꾼 parameter sweep입니다. 이 관측은 paper의 scenario evidence이며 일반 MEC feasibility threshold가 아닙니다.
공개 출처
arxiv-paper | p. 11, DDPG observation; p. 12, Fig. 5; p. 13, Fig. 6(a)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Figure 7: V와 queue/power의 non-monotone 관측
발표 대본
Figure 7은 paper simulation에서 V impact를 봅니다. Converged settings에서 LyDROO와 LyCD는 optimal computation-rate performance를 보입니다. V&lt;=40에서는 queue와 power가 감소하고, V&gt;40에서는 queue, power, energy-queue length가 증가합니다. Theorem 1의 O(1/V), O(V)는 assumptions 아래의 bound이며, empirical curve의 정확한 slope나 monotonicity를 보장하지 않습니다.
공개 출처
arxiv-paper | p. 14, Fig. 7; p. 11, Theorem 1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N=30 reported CPU computation time의 범위
발표 대본
Reported large-N CPU computation time은 N=30에서 0.156 seconds입니다. Table II는 LyCD 8.02 seconds와 51.41x ratio를 보고하며, paper는 이를 5-second frame의 약 3 percent로 설명합니다. Adaptive M_t는 fixed M_t=2N과 비교한 cited setting에서 80 percent 넘는 runtime saving을 보입니다. Environment는 Intel i5 CPU와 12 GB RAM의 TensorFlow 2 simulation이며, 이 수치는 universally comparable on-device edge latency가 아닙니다.
공개 출처
arxiv-paper | pp. 11, 14, Table II and surrounding text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Figure 9: non-i.i.d. test와 theorem의 구분
발표 대본
Figure 9는 N=10에서 같은 long-term mean 3 Mbps를 갖는 i.i.d. exponential arrival과 ON-OFF Markov arrival을 비교합니다. Markov arrival에서 convergence가 더 오래 걸리는 관측은 empirical result입니다. Theorem 1은 i.i.d. system state를 가정합니다. 이 슬라이드는 Section VII의 external-theorem attribution을 보장 근거로 사용하지 않으며, Figure 9의 관측을 일반 non-i.i.d. guarantee로 확대하지 않습니다.
공개 출처
arxiv-paper | p. 15, Fig. 9; p. 11, Theorem 1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DROO와 LyDROO의 control-state 차이
발표 대본
DROO는 DNN input h_t에서 relaxed output을 만들고 OPQ가 binary candidate를 만들며, fixed x에 조건부인 convex allocation P2로 candidate를 평가합니다. LyDROO는 actor state에 Q와 Y를 더하고, Lyapunov-weighted objective와 noisy OPQ를 사용합니다. 이 비교는 두 original formulation의 control state와 per-frame optimization을 가리킵니다. 후속 repository나 derivative의 구현이 같다고 주장하지 않습니다.
공개 출처
droo-paper | arXiv:1808.01977v6, pp. 4-5, Eqs. 6-10 and Algorithm 1
Primary DROO manuscript, arXiv:1808.01977v6
https://arxiv.org/abs/1808.01977
arxiv-paper | pp. 6-10, Eqs. 20-28 and Algorithms 1-2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모델의 경계도 controller 해석의 일부다
발표 대본
Source는 binary offloading, shared TDMA uplink를 가정하고 edge-computing과 result-download delay를 무시합니다. Exposition을 위해 linear computation-rate utility를 쓰며 corresponding P4가 efficiently solvable하면 broader concave utility도 가능하다고 말합니다. Analytical tractability를 위해 infinite queue capacity도 가정합니다. 이 model choice가 P4와 theorem의 범위를 정하므로 LyDROO를 다른 MEC나 edge application으로 옮기기 전에 확인해야 합니다.
공개 출처
arxiv-paper | pp. 4-6, Eqs. 1-13 and Remark 1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LyDROO를 읽는 네 가지 연결
발표 대본
마지막으로 LyDROO의 구조를 네 연결로 기억하면 됩니다. Q는 unserved workload, Y는 average-power pressure를 다음 frame state에 남깁니다. Lyapunov objective는 이 둘로 service와 energy를 비교합니다. Actor DNN은 binary candidate search를 좁히고 P4 optimizer가 continuous resources와 feasibility를 평가합니다. Theorem 1은 stated assumptions and bounded approximation gap 아래의 result이며, runtime and queue plots are reported simulation evidence under their own conditions.
공개 출처
arxiv-paper | pp. 5-16, Theorem 1 and evaluation
Authors' public manuscript record, arXiv:2010.01370v3
https://arxiv.org/abs/2010.01370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LyDROO: 큐와 전력 제약을 함께 보는 MEC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Lyapunov-Guided Deep Reinforcement Learning for Stable Online Computation Offloading in Mobile-Edge Computing Networks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Suzhi Bi, Liang Huang, Hui Wang, Ying-Jun Angela Zhang (2021)</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한 frame의 빠른 선택을 장기 queue 안정성과 평균 power 제약으로 연결하는 hybrid online controller</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ieee-paper title, abstract; arxiv-paper title page, v3</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좋은 channel의 한 frame 선택만으로는 충분하지 않다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 rate만 크게 만들면 average power를 넘기거나 task를 뒤로 미뤄 queue를 키울 수 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관측</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current channel h와 Q,Y를 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즉시 rate 최대화</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좋은 channel에서 energy를 많이 쓸 수 있다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누적 효과</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평균 power 또는 대기 task가 쌓인다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필요한 feedback</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Q와 Y를 다음 frame 의사결정에 반영</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LyDROO의 목적은 frame reward가 아니라 장기 queue와 평균 power를 함께 제어하는 것이다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1-2, 5-6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device의 한 frame: route와 연속 resource를 분리한다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binary x가 local/offload route를 고르고, route 안의 f 또는 tau·e가 실제 service를 정한다</a:t>
            </a:r>
            <a:endParaRPr lang="en-US" sz="1900" dirty="0"/>
          </a:p>
        </p:txBody>
      </p:sp>
      <p:sp>
        <p:nvSpPr>
          <p:cNvPr id="4" name="mechanism-lane-fra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device i</a:t>
            </a:r>
            <a:endParaRPr lang="en-US" sz="1250" dirty="0"/>
          </a:p>
        </p:txBody>
      </p:sp>
      <p:sp>
        <p:nvSpPr>
          <p:cNvPr id="5" name="mechanism-edge-work-route-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route-res-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es-serv-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work"/>
          <p:cNvSpPr txBox="1"/>
          <p:nvPr/>
        </p:nvSpPr>
        <p:spPr>
          <a:xfrm>
            <a:off x="1739900" y="34544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frame 시작 state</a:t>
            </a:r>
            <a:endParaRPr lang="en-US" sz="1150" dirty="0"/>
          </a:p>
        </p:txBody>
      </p:sp>
      <p:sp>
        <p:nvSpPr>
          <p:cNvPr id="9" name="mechanism-node-work-queue-1"/>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h: current channel</a:t>
            </a:r>
            <a:endParaRPr lang="en-US" sz="950" dirty="0"/>
          </a:p>
        </p:txBody>
      </p:sp>
      <p:sp>
        <p:nvSpPr>
          <p:cNvPr id="10" name="mechanism-node-work-queue-2"/>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Q: waiting task</a:t>
            </a:r>
            <a:endParaRPr lang="en-US" sz="950" dirty="0"/>
          </a:p>
        </p:txBody>
      </p:sp>
      <p:sp>
        <p:nvSpPr>
          <p:cNvPr id="11" name="mechanism-node-route"/>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binary route x</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0: local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1: offload</a:t>
            </a:r>
            <a:endParaRPr lang="en-US" sz="1150" dirty="0"/>
          </a:p>
        </p:txBody>
      </p:sp>
      <p:sp>
        <p:nvSpPr>
          <p:cNvPr id="12" name="mechanism-node-resource"/>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연속 resource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offload: tau, e</a:t>
            </a:r>
            <a:endParaRPr lang="en-US" sz="1150" dirty="0"/>
          </a:p>
        </p:txBody>
      </p:sp>
      <p:sp>
        <p:nvSpPr>
          <p:cNvPr id="13" name="mechanism-node-service"/>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결과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served data 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power consumption e</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DNN은 final CPU frequency나 frame power를 직접 내보내지 않는다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4-5, Eqs. 1-3</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Q는 실제 workload, Y는 average-power 압력 기록이다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둘 다 다음 action을 바꾸지만 물리적 의미는 다르다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413256"/>
                <a:gridCol w="3261360"/>
                <a:gridCol w="3478784"/>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update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뜻하나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커지면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Q(next)=Q-D+A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아직 service되지 않은 task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service의 가치가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Y(next)=max(Y+nu(e-gamma),0)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average-power 초과 압력의 virtual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사용의 비용이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served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frame에서 들어오고 처리된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D는 Q를 넘을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 gamma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frame power와 장기 average-power 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e가 gamma보다 크면 Y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Y는 battery charge가 아니라 장기 average-power constraint를 online으로 보이는 queue다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4-5, Eqs. 4-7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작은 queue trace: Q와 Y의 다른 변화</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계산: gamma=0.5, nu=1. 논문의 측정값이 아니다</a:t>
            </a:r>
            <a:endParaRPr lang="en-US" sz="1900" dirty="0"/>
          </a:p>
        </p:txBody>
      </p:sp>
      <p:sp>
        <p:nvSpPr>
          <p:cNvPr id="4" name="mechanism-lane-trac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한 device</a:t>
            </a:r>
            <a:endParaRPr lang="en-US" sz="1250" dirty="0"/>
          </a:p>
        </p:txBody>
      </p:sp>
      <p:sp>
        <p:nvSpPr>
          <p:cNvPr id="5" name="mechanism-edge-before-event-segment-1"/>
          <p:cNvSpPr/>
          <p:nvPr/>
        </p:nvSpPr>
        <p:spPr>
          <a:xfrm>
            <a:off x="46609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vent-after-segment-1"/>
          <p:cNvSpPr/>
          <p:nvPr/>
        </p:nvSpPr>
        <p:spPr>
          <a:xfrm>
            <a:off x="80645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node-before"/>
          <p:cNvSpPr/>
          <p:nvPr/>
        </p:nvSpPr>
        <p:spPr>
          <a:xfrm>
            <a:off x="17399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frame 전</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Q=5</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Y=0.2</a:t>
            </a:r>
            <a:endParaRPr lang="en-US" sz="1150" dirty="0"/>
          </a:p>
        </p:txBody>
      </p:sp>
      <p:sp>
        <p:nvSpPr>
          <p:cNvPr id="8" name="mechanism-node-event"/>
          <p:cNvSpPr/>
          <p:nvPr/>
        </p:nvSpPr>
        <p:spPr>
          <a:xfrm>
            <a:off x="51435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교육용 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A=2, D=3</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power e=0.8</a:t>
            </a:r>
            <a:endParaRPr lang="en-US" sz="1150" dirty="0"/>
          </a:p>
        </p:txBody>
      </p:sp>
      <p:sp>
        <p:nvSpPr>
          <p:cNvPr id="9" name="mechanism-node-after"/>
          <p:cNvSpPr/>
          <p:nvPr/>
        </p:nvSpPr>
        <p:spPr>
          <a:xfrm>
            <a:off x="8547100" y="34417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frame 후</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Q(next)=4</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Y(next)=0.5</a:t>
            </a:r>
            <a:endParaRPr lang="en-US" sz="1150" dirty="0"/>
          </a:p>
        </p:txBody>
      </p:sp>
      <p:sp>
        <p:nvSpPr>
          <p:cNvPr id="10" name="Shape 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1" name="Text 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D=3은 workload를 줄였지만 e-gamma=0.3은 다음 frame의 power pressure를 높인다</a:t>
            </a:r>
            <a:endParaRPr lang="en-US" sz="1750" dirty="0"/>
          </a:p>
        </p:txBody>
      </p:sp>
      <p:sp>
        <p:nvSpPr>
          <p:cNvPr id="12" name="Shape 1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4-5, Eqs. 5 and 7; constructed example</a:t>
            </a:r>
            <a:endParaRPr lang="en-US" sz="1050" dirty="0"/>
          </a:p>
        </p:txBody>
      </p:sp>
      <p:sp>
        <p:nvSpPr>
          <p:cNvPr id="14" name="Text 1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Lyapunov objective: service와 power pressure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P2와 그 P3/P4 분해는 action과 무관한 drift 항을 빼고 current state가 가중한 목표를 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152648"/>
                <a:gridCol w="260908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state가 커질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(Q_i+V c_i) r_i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 rate의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Q_i가 크면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waiting task를 더 service하려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Y_i e_i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consumption 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Y_i가 크면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power-heavy action을 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utility와 queue의 control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V가 크면 utility weight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 gap와 backlog의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route와 continuous resource feasibility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 합과 data causality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frame feasible action만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Q와 Y는 history를 저장해 다음 frame의 one-frame objective를 시간-aware하게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6, Eqs. 20-22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 trade-off: 정리의 bound와 Figure 7</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정리는 조건부 rate-gap/queue bound를 주고, Figure 7은 setup-dependent한 non-monotone 관측을 보인다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043936"/>
                <a:gridCol w="326136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objective에서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정리의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실험에서 읽을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Q의 상대 영향이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rate-gap bound는 더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7에서 V&lt;=40의 Q/power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 c의 상대 영향이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rate-gap bound 감소, queue bound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7에서 V&gt;40의 Q/power/Y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control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assumptions와 bounded gap 아래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 curve의 단조 증가 증명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V의 bound trade-off는 조건부다. Figure 7을 단조 tuning rule로 읽으면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11, Theorem 1; p. 14, Fig.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LyDROO online loop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queue module의 Q/Y가 다음 frame actor input으로 다시 들어간다</a:t>
            </a:r>
            <a:endParaRPr lang="en-US" sz="1900" dirty="0"/>
          </a:p>
        </p:txBody>
      </p:sp>
      <p:sp>
        <p:nvSpPr>
          <p:cNvPr id="4" name="mechanism-lane-onlin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frame t to t+1</a:t>
            </a:r>
            <a:endParaRPr lang="en-US" sz="1250" dirty="0"/>
          </a:p>
        </p:txBody>
      </p:sp>
      <p:sp>
        <p:nvSpPr>
          <p:cNvPr id="5" name="mechanism-edge-state-actor-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actor-nop-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nop-critic-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critic-next-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tate"/>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state xi(t)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 Q, Y</a:t>
            </a:r>
            <a:endParaRPr lang="en-US" sz="1150" dirty="0"/>
          </a:p>
        </p:txBody>
      </p:sp>
      <p:sp>
        <p:nvSpPr>
          <p:cNvPr id="10" name="mechanism-node-actor"/>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actor DNN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relaxed x-hat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 [0,1]^N</a:t>
            </a:r>
            <a:endParaRPr lang="en-US" sz="1150" dirty="0"/>
          </a:p>
        </p:txBody>
      </p:sp>
      <p:sp>
        <p:nvSpPr>
          <p:cNvPr id="11" name="mechanism-node-nop"/>
          <p:cNvSpPr txBox="1"/>
          <p:nvPr/>
        </p:nvSpPr>
        <p:spPr>
          <a:xfrm>
            <a:off x="5824220" y="34544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NOP</a:t>
            </a:r>
            <a:endParaRPr lang="en-US" sz="1150" dirty="0"/>
          </a:p>
        </p:txBody>
      </p:sp>
      <p:sp>
        <p:nvSpPr>
          <p:cNvPr id="12" name="mechanism-node-nop-queue-1"/>
          <p:cNvSpPr/>
          <p:nvPr/>
        </p:nvSpPr>
        <p:spPr>
          <a:xfrm>
            <a:off x="5824220" y="3708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OPQ</a:t>
            </a:r>
            <a:endParaRPr lang="en-US" sz="950" dirty="0"/>
          </a:p>
        </p:txBody>
      </p:sp>
      <p:sp>
        <p:nvSpPr>
          <p:cNvPr id="13" name="mechanism-node-nop-queue-2"/>
          <p:cNvSpPr/>
          <p:nvPr/>
        </p:nvSpPr>
        <p:spPr>
          <a:xfrm>
            <a:off x="5824220" y="3898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noisy OPQ</a:t>
            </a:r>
            <a:endParaRPr lang="en-US" sz="950" dirty="0"/>
          </a:p>
        </p:txBody>
      </p:sp>
      <p:sp>
        <p:nvSpPr>
          <p:cNvPr id="14" name="mechanism-node-critic"/>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P4 critic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solve f, tau, 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choose best</a:t>
            </a:r>
            <a:endParaRPr lang="en-US" sz="1150" dirty="0"/>
          </a:p>
        </p:txBody>
      </p:sp>
      <p:sp>
        <p:nvSpPr>
          <p:cNvPr id="15" name="mechanism-node-nex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next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 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update Q, Y</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DNN이 binary search를 좁히고 P4가 continuous feasibility와 value를 판정한다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7-10, Fig. 3 and Algorithm 1</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Actor와 critic은 모두 neural network가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LyDROO의 critic은 learned value estimator가 아니라 candidate마다 P4를 푸는 analytical optimizer다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actor DNN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state에서 relaxed binary proposal을 낸다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NOP</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proposal 주변의 binary actions를 만든다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critic P4</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candidate마다 continuous allocation을 계산한다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argmax</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modeled objective가 가장 큰 feasible action을 실행</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training label</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action이 actor training target이 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‘actor-critic DRL’이라는 이름을 일반적인 learned-critic 구조로 읽으면 안 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7-10, Algorithm 1; pp. 9-10, P4 and Algorithm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NOP: actor 후보와 noise 후보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order-preserving quantization이 exploitation을, noisy branch가 exploration을 담당한다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relaxed x-hat</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actor output in [0,1]^N</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OPQ branch</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0.5 근처의 order를 따라 binary 후보 생성</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noise branch</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Gaussian noise, sigmoid, OPQ로 추가 후보 생성</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candidate set</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M_t binary offload actions</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P4 evaluation</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candidate별 P4 feasibility와 score</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arXiv v3, pp. 7-9, Eqs. 23-29 and Algorithm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P4는 binary candidate에 조건부로 연속 resource를 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x라도 Q, Y, h가 달라지면 best f, tau, e와 objective가 달라진다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binary candidate x</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device가 local인지 offload인지 고정</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current state</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 Q, Y와 resource limit</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P4 optimizer</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closed form</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offload dual and LP</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candidate score</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feasible f, tau, e와 drift-plus-penalty value</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9-10, P4 and Algorithm 2</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Online action과 actor training의 시간축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매 frame에는 candidate evaluation을 하고, DNN parameter update는 replay memory에서 주기적으로 수행한다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935224"/>
                <a:gridCol w="2391664"/>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과정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current h, Q, 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frame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 f, tau,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 evaluation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candidates와 current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control 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P4 objective와 best label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state-action pair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q개 sample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replay batch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delta_T frame마다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actor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reported CPU computation time은 online controller 측정치이며 training 시간 전체가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8-10, Algorithm 1 and Eq. 29; pp. 11, 14,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 조건부 whole-policy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stability와 trade-off는 stochastic model, feasibility, 그리고 bounded approximation gap을 함께 가정한다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717800"/>
                <a:gridCol w="271780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필요한가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정리가 말하는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bounded arrival와 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drift bound를 만들기 위함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queue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무한 burst에도 자동 안정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i.i.d. system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time-average expectation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stochastic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non-i.i.d.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feasibility와 Slater-type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constraint를 만족할 여유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virtual queue stability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불가능한 budget의 해결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bounded per-frame gap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action이 ideal P2에서 너무 멀지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O(1/V), O(V)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training run의 성공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Theorem 1은 approximation gap을 포함한 controller 전체를 조건부로 분석한다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11, Theorem 1; pp. 16-17, Appendix B proof</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Queue plot은 defined simulation에서의 비교 증거다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5의 lambda=3 run에서 Myopic queue는 선형으로 자라고 LyDROO는 LyCD에 접근한다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23976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observation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올바른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N=3, lambda=3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DDPG baseline은 stabilize하지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textual simulation 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5, lambda=3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Myopic queue가 linear growth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frame-only choice의 failure mode 예시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5, LyDROO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7,500 frame 뒤 LyCD에 접근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simulation trace의 timing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6(a), gamma=0.08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displayed lambda range에서 3.2까지 stable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threshold가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queue plot은 지정된 workload와 parameter에서 얻은 empirical evidence다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11, DDPG observation; p. 12, Fig. 5; p. 13, Fig. 6(a)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7: V와 queue/power의 non-monotone 관측</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converged setting에서 rate는 같고, queue·power는 V 구간에 따라 다른 방향을 보인다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152648"/>
                <a:gridCol w="3043936"/>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관측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plot에서의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정리와의 연결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V&lt;=40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queue와 power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bound 자체의 plot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converged simulation 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V&gt;40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power, energy queue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bound 방향과 양립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threshold는 setup-dependent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computation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LyDROO와 LyCD의 optimal performance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rate-gap bound와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rate의 단조 증가 claim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7은 setup-specific observation이다. V의 theorem bound와 구분해야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14, Fig. 7; p. 11, Theorem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N=30 reported CPU computation time의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paper의 0.156 s는 TensorFlow 2, Intel i5, 12 GB RAM 환경의 Table II 수치다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043936"/>
                <a:gridCol w="2826512"/>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number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paper의 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피해야 할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CPU computation time 0.156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5-s frame의 약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generic edge-device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LyCD보다 약 50배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defined comparator 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MEC solver의 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adaptive M_t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selection runtime 80% 이상 절감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cited comparison의 saving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무조건 80% cost reduction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environment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TensorFlow 2, Intel i5, 12 GB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simulation/controller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 hardware benchmark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reported CPU time은 paper의 online controller 측정치다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11, 14, Table II and surrounding text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9: non-i.i.d. test와 theorem의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N=10 ON-OFF Markov arrival test는 empirical evidence다. Theorem 1의 i.i.d. bound와 구분한다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913632"/>
                <a:gridCol w="2717800"/>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부분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paper가 한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 강도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i.i.d. omega(t)를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조건부 queue/rate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일반 non-i.i.d. proof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9 test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 ON-OFF Markov와 i.i.d. exponential, 평균 3 Mbps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empirical: Markov에서 더 긴 convergence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plot 자체가 theorem 증명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9의 non-i.i.d. result와 Theorem 1의 i.i.d. bound는 근거 종류가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15, Fig. 9; p. 11, Theorem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DROO와 LyDROO의 control-state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LyDROO는 queue와 average-power constraint를 current state와 objective에 추가한다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022344"/>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dimension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DROO formulation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LyDROO formulation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wireless channel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h와 real Q, virtual 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per-frame aim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computation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drift-plus-penalty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generation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relaxed output의 OPQ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OPQ와 noisy OPQ, NOP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continuous solver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fixed-x convex allocation (P2)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Lyapunov-weighted P4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long-term feedback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Q/Y control state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Q,Y update가 next action을 바꿈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LyDROO를 DROO에 reward 하나를 더한 방법으로 축소하면 Q/Y feedback loop를 놓친다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droo-paper arXiv:1808.01977v6, pp. 4-5, Eqs. 6-10 and Algorithm 1; arxiv-paper pp. 6-10, Eqs. 20-28 and Algorithms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모델의 경계도 controller 해석의 일부다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analytical critic의 feasible action과 theorem claim은 paper가 둔 communication·energy model 안에서만 읽어야 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 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local 또는 edge route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local/edge split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TDMA, sum tau &lt;=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shared time coupling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stage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execution과 download delay 무시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 latency 전체가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computation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U는 convex P4가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infinite capacity for analysis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buffer drop model과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해석적 critic은 일반 oracle이 아니라 이 논문의 MEC model을 푸는 optimizer다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4-6, Eqs. 1-13 and Remark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LyDROO를 읽는 네 가지 연결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queue update가 objective를 바꾸고, actor proposal이 analytical allocation과 결합되며, theorem과 plot는 다른 근거를 제공한다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Q와 Y</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workload와 average-power pressure를 state로 보존</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drift plus penalty</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service reward와 power penalty를 current state로 가중</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actor plus P4</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binary search를 좁히고 continuous feasibility를 계산</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conditional evidence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theorem assumptions와 simulation conditions를 분리</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LyDROO는 long-term feedback와 model-based candidate evaluation을 결합한다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5-16, Theorem 1 and evaluation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LyDROO: 큐와 전력 제약을 함께 보는 MEC 오프로딩</dc:title>
  <dc:subject>Lyapunov-Guided Deep Reinforcement Learning for Stable Online Computation Offloading in Mobile-Edge Computing Networks</dc:subject>
  <dc:creator>Research Seminars</dc:creator>
  <cp:lastModifiedBy>Research Seminars</cp:lastModifiedBy>
  <cp:revision>1</cp:revision>
  <dcterms:created xsi:type="dcterms:W3CDTF">2026-09-12T05:15:17Z</dcterms:created>
  <dcterms:modified xsi:type="dcterms:W3CDTF">2026-09-12T05:15:17Z</dcterms:modified>
</cp:coreProperties>
</file>