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547CAC28-7228-484C-A3C6-97A20F065E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LyDROO: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큐와 전력 제약을 함께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mobile-edge computing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무엇을 바꾸는지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기다리는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현재 상태로 넣고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binary 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제안하되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uplink time,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해석적 최적화로 결정한다는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Wireless Communications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https://doi.org/10.1109/TWC.2021.3085319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title page, 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0BFE10-5F75-4CB4-8895-78C2261019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선택만으로는 충분하지 않다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출발점은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fast-varying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 선택은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 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unserved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data queue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energy queue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넣어 이 시간 연결을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 하나를 더하는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장기 제약을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Lyapunov control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1-2,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D7C215-EB1C-4FBC-A89D-500EC6FB1C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frame: 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channel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waiting task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주어집니다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duration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consumption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completed data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E/T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길이를 넘을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download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무시하는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simplification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4-5, Eqs.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6EA755-3125-462C-A1F1-7A3D270057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workload,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average-power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압력 기록이다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queue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아직 처리되지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Virtual queue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average-power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나타내기 위해 만든 수학적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e=E/T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power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long-term average-power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비싸게 취급됩니다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causality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4-5, Eqs. 4-7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A1B5B3-A2E6-4D29-99E9-DB9497B75C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trace: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다른 변화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모든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Q(next)=5-3+2=4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e=0.8, average-power threshold gamma=0.5, nu=1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Y(next)=max(0.2+0.8-0.5,0)=0.5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queue-causality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저장되었다는 뜻이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future power-heavy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커진다는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4-5, Eqs. 5 and 7;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3B1CD5-2D1F-4663-B8BA-6C4A31EC85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Lyapunov objective: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pressure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Reduced per-frame expression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sum of (Q_i+V c_i)r_i minus sum of Y_i e_i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높이고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power-consumption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neural-network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조절하는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Lyapunov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P3/P4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binary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분해한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subproblems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6, Eqs. 20-22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0F8D37-6ADD-4089-B898-44DE9949A1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V trade-off: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rate-gap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커지는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rate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단조 증가한다는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converged settings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computation-rate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V&lt;=40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감소하다가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V&gt;40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queue, power, energy-queue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setup-specific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non-monotone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11, Theorem 1; p. 14,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BF93A5-62E6-48F2-80DE-2E46CC945C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LyDROO online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Frame 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 queue Q,Y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binary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candidate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 continuous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풀어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drift-plus-penalty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Chosen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served data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frame power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frame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7-10, Fig. 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099D12-6F33-4AB7-8902-AF847D33AB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each binary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customized convex/dual resource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state-action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 regression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channel/energy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맞는다는 가정에도 의존합니다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7-10, Algorithm 1; pp. 9-10, P4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77648D-D4B5-4414-A9F2-C5E5F1357E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NOP: actor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얼마나 떨어져 있는지를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M_1=2N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budget M_t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delta_M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half-group index m-star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M_t=2 min(max(m-star)+1,N)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actor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rounded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세는 규칙이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proposal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주변을 중심으로 하되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noisy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arXiv v3, pp. 7-9, Eqs. 23-29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7DFB76-324C-4BAC-BAD7-97D6F756A2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조건부로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binary offloading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조건부로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closed-form CPU-frequency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갖고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offloading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uplink-time constraint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problem, bisection, linear-program recovery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이 계산을 반복한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action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replay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periodic actor DNN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9-10, P4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C74E11-87E7-4519-B82D-2724A9A037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Online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recent selected state-action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delta_T time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per-frame action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CPU computation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생성에 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측정치이며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offline training convergence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deployment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섞어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8-10, Algorithm 1 and Eq. 29; pp. 11, 14,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8A3368-5F25-4524-BD62-173322D3E5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Theorem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whole-policy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boundedness, independent-and-identically-distributed system state, feasibility condition,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 selected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ideal per-frame P2 solution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 gap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O(1/V) utility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O(V) average queue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energy queue stability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average-power constraint satisfaction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non-i.i.d.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자동으로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stabilize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11, Theorem 1; pp. 16-17, Appendix B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EA9F25-B7CF-4841-8BFD-AFBA39C1BC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Queue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defined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비교 증거다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comparator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N=3, lambda=3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stabilize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못했다는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textual simulation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lambda=2.5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lambda=3 illustrated 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Myopic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almost linearly grow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around 7,500 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 queue/rate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접근합니다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6(a)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gamma=0.08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바꾼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관측은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scenario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feasibility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11, DDPG observation; p. 12, Fig. 5; p. 13, Fig. 6(a)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E8F96C-B58B-40E2-9BA4-CA9245AF07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Figure 7: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queue/power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non-monotone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impact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Converged settings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computation-rate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V&lt;=40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감소하고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V&gt;40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queue, power, energy-queue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O(1/V), O(V)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assumptions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empirical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monotonicity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14, Fig. 7; p. 11,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02BA7C-CFED-47F0-8954-49265B70CF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N=30 reported CPU computation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large-N CPU computation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0.156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 8.02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51.41x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5-second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Adaptive M_t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M_t=2N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 percent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saving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Intel i5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 GB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TensorFlow 2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universally comparable on-device edge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11, 14, Table II and surrounding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A76013-CC4D-4E13-9F6C-E0761EC367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Figure 9: non-i.i.d.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long-term mean 3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i.i.d. exponential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ON-OFF Markov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Markov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오래 걸리는 관측은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i.i.d. system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external-theorem attribution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 근거로 사용하지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관측을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non-i.i.d.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p. 15, Fig. 9; p. 11,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826416-C58F-40F1-B8B9-B43A726F62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control-state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input h_t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fixed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allocation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Lyapunov-weighted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noisy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per-frame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구현이 같다고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droo-paper | arXiv:1808.01977v6, pp. 4-5, Eqs. 6-10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Primary DROO manuscript, arXiv:1808.01977v6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https://arxiv.org/abs/1808.01977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6-10, Eqs. 20-28 and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30EFAE-0462-4549-85BA-BE0F23D37E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모델의 경계도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해석의 일부다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offloading, shared TDMA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edge-computing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result-download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computation-rate 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corresponding 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efficiently solvable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broader concave 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가능하다고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Analytical tractability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infinite queue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범위를 정하므로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옮기기 전에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4-6, Eqs. 1-13 and Remark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3C79E9-577B-4A52-9B6C-FE294586DB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네 가지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구조를 네 연결로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unserved workload,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average-power 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Lyapunov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candidate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좁히고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resources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assumptions and bounded approximation gap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runtime and queue plots are reported simulation evidence under their own conditions.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arxiv-paper | pp. 5-16, Theorem 1 and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public manuscript record, arXiv:2010.01370v3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https://arxiv.org/abs/2010.01370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2E92FF-1489-48C9-98F6-1C873C7225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큐와 전력 제약을 함께 보는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Lyapunov-Guided Deep Reinforcement Learning for Stable Online Computation Offloading in Mobile-Edge Computing Networks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Suzhi Bi, Liang Huang, Hui Wang, Ying-Jun Angela Zhang (2021)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빠른 선택을 장기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안정성과 평균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제약으로 연결하는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hybrid online controller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title, abstract; arxiv-paper title page, v3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선택만으로는 충분하지 않다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크게 만들면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넘기거나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뒤로 미뤄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키울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channel 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Q,Y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즉시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많이 쓸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누적 효과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대기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쌓인다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의사결정에 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장기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제어하는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1-2,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frame: route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연속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local/offload route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route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tau·e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fra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 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work-route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route-res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res-serv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node-work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work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h: current channel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work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Q: waiting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rout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route 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0: local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offload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resourc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연속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local: 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offload: tau, 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servic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served data 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consumption 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CPU frequency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내보내지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4-5, Eqs.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workload, 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average-power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압력 기록이다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바꾸지만 물리적 의미는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413000"/>
                <a:gridCol w="3261240"/>
                <a:gridCol w="347868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뜻하나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커지면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Q(next)=Q-D+A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되지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가치가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Y(next)=max(Y+nu(e-gamma),0)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average-power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 압력의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virtual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사용의 비용이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arrival, served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들어오고 처리된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넘을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e, gamma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power, 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 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장기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average-power 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크면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charge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장기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average-power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보이는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4-5, Eqs. 4-7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trace: 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다른 변화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gamma=0.5, nu=1.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측정값이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lane-trac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edge-before-event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mechanism-edge-event-after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mechanism-node-before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Q=5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Y=0.2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node-event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A=2, D=3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e=0.8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after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Q(next)=4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Y(next)=0.5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D=3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줄였지만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e-gamma=0.3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pressure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높인다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4-5, Eqs. 5 and 7;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Lyapunov objective: service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pressure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P3/P4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무관한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drift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항을 빼고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가중한 목표를 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152520"/>
                <a:gridCol w="26089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커질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(Q_i+V c_i) r_i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크면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waiting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하려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Y_i e_i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consumption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크면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power-heavy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크면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gap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backlog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route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 resource feasibility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causality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 feasible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저장해 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one-frame 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시간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-aware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하게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6, Eqs. 20-22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trade-off: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정리는 조건부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rate-gap/queue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Figure 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setup-dependent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non-monotone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043800"/>
                <a:gridCol w="32612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정리의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 읽을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 영향이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rate-gap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더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V&lt;=40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Q/power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 영향이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rate-gap 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queue 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V&gt;40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Q/power/Y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assumptions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gap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curve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단조 증가 증명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 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Figure 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단조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읽으면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11, Theorem 1; p. 14,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 online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module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Q/Y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actor 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다시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mechanism-lane-onlin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t to t+1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edge-state-actor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actor-nop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mechanism-edge-nop-critic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edge-critic-next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mechanism-node-state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xi(t)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h, Q, 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node-acto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DNN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relaxed x-hat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 [0,1]^N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node-nop"/>
          <p:cNvSpPr/>
          <p:nvPr/>
        </p:nvSpPr>
        <p:spPr>
          <a:xfrm>
            <a:off x="5824080" y="34545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node-nop-queue-1"/>
          <p:cNvSpPr/>
          <p:nvPr/>
        </p:nvSpPr>
        <p:spPr>
          <a:xfrm>
            <a:off x="5824080" y="3708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node-nop-queue-2"/>
          <p:cNvSpPr/>
          <p:nvPr/>
        </p:nvSpPr>
        <p:spPr>
          <a:xfrm>
            <a:off x="5824080" y="3898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noisy OPQ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echanism-node-critic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P4 critic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solve f, tau, 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choose best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echanism-node-nex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D, 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Q, 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좁히고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feasibility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판정한다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7-10, Fig. 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모두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neural 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learned value estimator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analytical optimizer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DNN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relaxed binary proposal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actions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 P4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allocation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modeled objective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label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 training 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‘actor-critic DRL’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이름을 일반적인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learned-critic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구조로 읽으면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7-10, Algorithm 1; pp. 9-10, P4 and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NOP: actor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order-preserving quantization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exploitation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noisy branch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exploration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담당한다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x-hat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 output in [0,1]^N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OPQ branch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근처의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생성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noise branch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 noise, sigmoid, OPQ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추가 후보 생성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set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M_t binary offload actions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P4 evaluation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P4 feasibility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arXiv v3, pp. 7-9, Eqs. 23-29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candidate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조건부로 연속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Q, Y, 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달라지면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f, tau, 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candidate 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인지 고정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h, Q, 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limit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P4 optimizer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closed form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dual and LP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score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f, tau, 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drift-plus-penalty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9-10, P4 and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 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시간축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evaluation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DNN parameter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주기적으로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935080"/>
                <a:gridCol w="239148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h, Q, 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x, f, tau,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 evaluation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candidates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control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P4 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label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state-action pair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replay batch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delta_T 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CPU computation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controller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측정치이며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전체가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8-10, Algorithm 1 and Eq. 29; pp. 11, 14,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whole-policy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stochastic model, feasibility,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그리고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bounded approximation gap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71764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정리가 말하는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drift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만들기 위함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queue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burst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자동 안정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i.i.d. system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time-average expectation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non-i.i.d.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Slater-type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만족할 여유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virtual queue stability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해결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per-frame gap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ideal 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너무 멀지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O(1/V), O(V) 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 gap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포함한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controller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조건부로 분석한다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11, Theorem 1; pp. 16-17, Appendix B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plot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defined simulation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비교 증거다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lambda=3 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Myopic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선형으로 자라고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LyCD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접근한다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올바른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N=3, lambda=3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DDPG 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stabilize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textual simulation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5, lambda=3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Myopic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growth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frame-only choice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failure mode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5, LyDROO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7,500 frame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접근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6(a), gamma=0.08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displayed lambda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threshold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plot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지정된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11, DDPG observation; p. 12, Fig. 5; p. 13, Fig. 6(a)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7: V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queue/power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non-monotone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converged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queue·power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구간에 따라 다른 방향을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152520"/>
                <a:gridCol w="304380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정리와의 연결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V&lt;=40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converged simulation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V&gt;40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queue, power, energy 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방향과 양립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threshold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setup-dependent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computation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performance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rate-gap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단조 증가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setup-specific observation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구분해야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14, Fig. 7; p. 11,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N=30 reported CPU computation 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0.156 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TensorFlow 2, Intel i5, 12 GB RAM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II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043800"/>
                <a:gridCol w="282636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number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피해야 할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CPU computation time 0.156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5-s 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generic edge-device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defined comparator 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solver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adaptive M_t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selection runtime 80%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 절감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cited comparison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무조건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80% cost reduction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TensorFlow 2, Intel i5, 12 GB RAM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simulation/controller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 hardware 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CPU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controller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11, 14, Table II and surrounding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9: non-i.i.d. test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N=10 ON-OFF Markov arrival test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empirical 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Theorem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i.i.d.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913560"/>
                <a:gridCol w="271764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한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 강도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i.i.d. omega(t)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queue/rate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non-i.i.d. proof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9 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 ON-OFF Markov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i.i.d. exponential,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Mbps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empirical: Markov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증명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non-i.i.d. result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i.i.d.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근거 종류가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p. 15, Fig. 9; p. 11,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control-state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average-power 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추가한다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0222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formulation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LyDROO formulation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 channel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 Q, virtual 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per-frame aim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computation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drift-plus-penalty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generation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relaxed output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noisy OPQ, NOP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 solver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fixed-x convex allocation (P2)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Lyapunov-weighted P4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long-term feedback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Q/Y control 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Q,Y 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next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더한 방법으로 축소하면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Q/Y feedback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놓친다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droo-paper arXiv:1808.01977v6, pp. 4-5, Eqs. 6-10 and Algorithm 1; arxiv-paper pp. 6-10, Eqs. 20-28 and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모델의 경계도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controller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해석의 일부다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analytical 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theorem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communication·energy model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안에서만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route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local/edge split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TDMA, sum tau &lt;=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time coupling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stage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download delay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latency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computation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convex P4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infinite capacity for analysis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buffer drop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oracle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이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푸는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4-6, Eqs. 1-13 and Remark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 네 가지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바꾸고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actor proposal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analytical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결합되며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theorem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다른 근거를 제공한다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average-power pressure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drift plus penalty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penalty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가중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plus P4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search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좁히고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feasibility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conditional evidence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assumptions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conditions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long-term 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model-based candidate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결합한다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arxiv-paper pp. 5-16, Theorem 1 and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2026-09-12T05:15:17Z</dcterms:created>
  <dc:creator>Research Seminars</dc:creator>
  <dc:description/>
  <dc:language>ko-KR</dc:language>
  <cp:lastModifiedBy>Research Seminars</cp:lastModifiedBy>
  <dcterms:modified xsi:type="dcterms:W3CDTF">2026-09-12T05:15:17Z</dcterms:modified>
  <cp:revision>1</cp:revision>
  <dc:subject>Lyapunov-Guided Deep Reinforcement Learning for Stable Online Computation Offloading in Mobile-Edge Computing Networks</dc:subject>
  <dc:title>LyDROO: 큐와 전력 제약을 함께 보는 MEC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20</vt:r8>
  </property>
  <property fmtid="{D5CDD505-2E9C-101B-9397-08002B2CF9AE}" pid="3" name="PresentationFormat">
    <vt:lpwstr>On-screen Show (16:9)</vt:lpwstr>
  </property>
  <property fmtid="{D5CDD505-2E9C-101B-9397-08002B2CF9AE}" pid="4" name="Slides">
    <vt:r8>20</vt:r8>
  </property>
</Properties>
</file>